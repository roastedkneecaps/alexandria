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 id="2147483698" r:id="rId2"/>
  </p:sldMasterIdLst>
  <p:notesMasterIdLst>
    <p:notesMasterId r:id="rId58"/>
  </p:notesMasterIdLst>
  <p:handoutMasterIdLst>
    <p:handoutMasterId r:id="rId59"/>
  </p:handoutMasterIdLst>
  <p:sldIdLst>
    <p:sldId id="386" r:id="rId3"/>
    <p:sldId id="363" r:id="rId4"/>
    <p:sldId id="364" r:id="rId5"/>
    <p:sldId id="257" r:id="rId6"/>
    <p:sldId id="258" r:id="rId7"/>
    <p:sldId id="259" r:id="rId8"/>
    <p:sldId id="263" r:id="rId9"/>
    <p:sldId id="265" r:id="rId10"/>
    <p:sldId id="267" r:id="rId11"/>
    <p:sldId id="268" r:id="rId12"/>
    <p:sldId id="271" r:id="rId13"/>
    <p:sldId id="272" r:id="rId14"/>
    <p:sldId id="273" r:id="rId15"/>
    <p:sldId id="279" r:id="rId16"/>
    <p:sldId id="280" r:id="rId17"/>
    <p:sldId id="281" r:id="rId18"/>
    <p:sldId id="285" r:id="rId19"/>
    <p:sldId id="366" r:id="rId20"/>
    <p:sldId id="286" r:id="rId21"/>
    <p:sldId id="289" r:id="rId22"/>
    <p:sldId id="291" r:id="rId23"/>
    <p:sldId id="293" r:id="rId24"/>
    <p:sldId id="296" r:id="rId25"/>
    <p:sldId id="298" r:id="rId26"/>
    <p:sldId id="300" r:id="rId27"/>
    <p:sldId id="367" r:id="rId28"/>
    <p:sldId id="301" r:id="rId29"/>
    <p:sldId id="302" r:id="rId30"/>
    <p:sldId id="303" r:id="rId31"/>
    <p:sldId id="304" r:id="rId32"/>
    <p:sldId id="305" r:id="rId33"/>
    <p:sldId id="306" r:id="rId34"/>
    <p:sldId id="307" r:id="rId35"/>
    <p:sldId id="309" r:id="rId36"/>
    <p:sldId id="311" r:id="rId37"/>
    <p:sldId id="312" r:id="rId38"/>
    <p:sldId id="315" r:id="rId39"/>
    <p:sldId id="316" r:id="rId40"/>
    <p:sldId id="319" r:id="rId41"/>
    <p:sldId id="321" r:id="rId42"/>
    <p:sldId id="368" r:id="rId43"/>
    <p:sldId id="322" r:id="rId44"/>
    <p:sldId id="323" r:id="rId45"/>
    <p:sldId id="329" r:id="rId46"/>
    <p:sldId id="332" r:id="rId47"/>
    <p:sldId id="334" r:id="rId48"/>
    <p:sldId id="336" r:id="rId49"/>
    <p:sldId id="369" r:id="rId50"/>
    <p:sldId id="338" r:id="rId51"/>
    <p:sldId id="340" r:id="rId52"/>
    <p:sldId id="341" r:id="rId53"/>
    <p:sldId id="343" r:id="rId54"/>
    <p:sldId id="346" r:id="rId55"/>
    <p:sldId id="349" r:id="rId56"/>
    <p:sldId id="370" r:id="rId5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E" initials="CE"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73" autoAdjust="0"/>
    <p:restoredTop sz="88817" autoAdjust="0"/>
  </p:normalViewPr>
  <p:slideViewPr>
    <p:cSldViewPr>
      <p:cViewPr varScale="1">
        <p:scale>
          <a:sx n="66" d="100"/>
          <a:sy n="66" d="100"/>
        </p:scale>
        <p:origin x="648" y="36"/>
      </p:cViewPr>
      <p:guideLst>
        <p:guide orient="horz" pos="2160"/>
        <p:guide pos="3840"/>
      </p:guideLst>
    </p:cSldViewPr>
  </p:slideViewPr>
  <p:outlineViewPr>
    <p:cViewPr>
      <p:scale>
        <a:sx n="33" d="100"/>
        <a:sy n="33" d="100"/>
      </p:scale>
      <p:origin x="0" y="-2558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p:cNvSpPr txBox="1">
            <a:spLocks noGrp="1"/>
          </p:cNvSpPr>
          <p:nvPr>
            <p:ph type="hdr" sz="quarter"/>
          </p:nvPr>
        </p:nvSpPr>
        <p:spPr>
          <a:xfrm>
            <a:off x="0" y="0"/>
            <a:ext cx="2976035" cy="456873"/>
          </a:xfrm>
          <a:prstGeom prst="rect">
            <a:avLst/>
          </a:prstGeom>
          <a:noFill/>
          <a:ln>
            <a:noFill/>
          </a:ln>
        </p:spPr>
        <p:txBody>
          <a:bodyPr vert="horz" wrap="none" lIns="80766" tIns="40383" rIns="80766" bIns="40383" anchorCtr="0" compatLnSpc="0"/>
          <a:lstStyle/>
          <a:p>
            <a:pPr hangingPunct="0">
              <a:defRPr sz="1400"/>
            </a:pPr>
            <a:endParaRPr lang="en-US" sz="1300">
              <a:latin typeface="Arial" pitchFamily="18"/>
              <a:ea typeface="Microsoft YaHei" pitchFamily="2"/>
              <a:cs typeface="Mangal" pitchFamily="2"/>
            </a:endParaRPr>
          </a:p>
        </p:txBody>
      </p:sp>
      <p:sp>
        <p:nvSpPr>
          <p:cNvPr id="3" name="Date Placeholder 2"/>
          <p:cNvSpPr txBox="1">
            <a:spLocks noGrp="1"/>
          </p:cNvSpPr>
          <p:nvPr>
            <p:ph type="dt" sz="quarter" idx="1"/>
          </p:nvPr>
        </p:nvSpPr>
        <p:spPr>
          <a:xfrm>
            <a:off x="3881647" y="0"/>
            <a:ext cx="2976035" cy="456873"/>
          </a:xfrm>
          <a:prstGeom prst="rect">
            <a:avLst/>
          </a:prstGeom>
          <a:noFill/>
          <a:ln>
            <a:noFill/>
          </a:ln>
        </p:spPr>
        <p:txBody>
          <a:bodyPr vert="horz" wrap="none" lIns="80766" tIns="40383" rIns="80766" bIns="40383" anchorCtr="0" compatLnSpc="0"/>
          <a:lstStyle/>
          <a:p>
            <a:pPr algn="r" hangingPunct="0">
              <a:defRPr sz="1400"/>
            </a:pPr>
            <a:fld id="{33DBD0A0-9EB3-48BA-BE88-7DA237D77D3D}" type="datetimeFigureOut">
              <a:t>12/4/2024</a:t>
            </a:fld>
            <a:endParaRPr lang="en-US" sz="1300">
              <a:latin typeface="Arial" pitchFamily="18"/>
              <a:ea typeface="Microsoft YaHei" pitchFamily="2"/>
              <a:cs typeface="Mangal" pitchFamily="2"/>
            </a:endParaRPr>
          </a:p>
        </p:txBody>
      </p:sp>
      <p:sp>
        <p:nvSpPr>
          <p:cNvPr id="4" name="Footer Placeholder 3"/>
          <p:cNvSpPr txBox="1">
            <a:spLocks noGrp="1"/>
          </p:cNvSpPr>
          <p:nvPr>
            <p:ph type="ftr" sz="quarter" idx="2"/>
          </p:nvPr>
        </p:nvSpPr>
        <p:spPr>
          <a:xfrm>
            <a:off x="0" y="8686800"/>
            <a:ext cx="2976035" cy="456873"/>
          </a:xfrm>
          <a:prstGeom prst="rect">
            <a:avLst/>
          </a:prstGeom>
          <a:noFill/>
          <a:ln>
            <a:noFill/>
          </a:ln>
        </p:spPr>
        <p:txBody>
          <a:bodyPr vert="horz" wrap="none" lIns="80766" tIns="40383" rIns="80766" bIns="40383" anchor="b" anchorCtr="0" compatLnSpc="0"/>
          <a:lstStyle/>
          <a:p>
            <a:pPr hangingPunct="0">
              <a:defRPr sz="1400"/>
            </a:pPr>
            <a:endParaRPr lang="en-US" sz="1300">
              <a:latin typeface="Arial" pitchFamily="18"/>
              <a:ea typeface="Microsoft YaHei" pitchFamily="2"/>
              <a:cs typeface="Mangal" pitchFamily="2"/>
            </a:endParaRPr>
          </a:p>
        </p:txBody>
      </p:sp>
      <p:sp>
        <p:nvSpPr>
          <p:cNvPr id="5" name="Slide Number Placeholder 4"/>
          <p:cNvSpPr txBox="1">
            <a:spLocks noGrp="1"/>
          </p:cNvSpPr>
          <p:nvPr>
            <p:ph type="sldNum" sz="quarter" idx="3"/>
          </p:nvPr>
        </p:nvSpPr>
        <p:spPr>
          <a:xfrm>
            <a:off x="3881647" y="8686800"/>
            <a:ext cx="2976035" cy="456873"/>
          </a:xfrm>
          <a:prstGeom prst="rect">
            <a:avLst/>
          </a:prstGeom>
          <a:noFill/>
          <a:ln>
            <a:noFill/>
          </a:ln>
        </p:spPr>
        <p:txBody>
          <a:bodyPr vert="horz" wrap="none" lIns="80766" tIns="40383" rIns="80766" bIns="40383" anchor="b" anchorCtr="0" compatLnSpc="0"/>
          <a:lstStyle/>
          <a:p>
            <a:pPr algn="r" hangingPunct="0">
              <a:defRPr sz="1400"/>
            </a:pPr>
            <a:fld id="{F7A10D7D-AAAB-4FA1-B585-148AC2249F11}" type="slidenum">
              <a:t>‹#›</a:t>
            </a:fld>
            <a:endParaRPr lang="en-US" sz="1300">
              <a:latin typeface="Arial" pitchFamily="18"/>
              <a:ea typeface="Microsoft YaHei" pitchFamily="2"/>
              <a:cs typeface="Mangal" pitchFamily="2"/>
            </a:endParaRPr>
          </a:p>
        </p:txBody>
      </p:sp>
    </p:spTree>
    <p:extLst>
      <p:ext uri="{BB962C8B-B14F-4D97-AF65-F5344CB8AC3E}">
        <p14:creationId xmlns:p14="http://schemas.microsoft.com/office/powerpoint/2010/main" val="30899236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533400" y="763588"/>
            <a:ext cx="6705600" cy="3771900"/>
          </a:xfrm>
          <a:prstGeom prst="rect">
            <a:avLst/>
          </a:prstGeom>
          <a:noFill/>
          <a:ln>
            <a:noFill/>
            <a:prstDash val="solid"/>
          </a:ln>
        </p:spPr>
      </p:sp>
      <p:sp>
        <p:nvSpPr>
          <p:cNvPr id="3" name="Notes Placeholder 2"/>
          <p:cNvSpPr txBox="1">
            <a:spLocks noGrp="1"/>
          </p:cNvSpPr>
          <p:nvPr>
            <p:ph type="body" sz="quarter" idx="3"/>
          </p:nvPr>
        </p:nvSpPr>
        <p:spPr>
          <a:xfrm>
            <a:off x="777239" y="4777560"/>
            <a:ext cx="6217560" cy="4525920"/>
          </a:xfrm>
          <a:prstGeom prst="rect">
            <a:avLst/>
          </a:prstGeom>
          <a:noFill/>
          <a:ln>
            <a:noFill/>
          </a:ln>
        </p:spPr>
        <p:txBody>
          <a:bodyPr lIns="0" tIns="0" rIns="0" bIns="0"/>
          <a:lstStyle/>
          <a:p>
            <a:endParaRPr lang="en-US"/>
          </a:p>
        </p:txBody>
      </p:sp>
      <p:sp>
        <p:nvSpPr>
          <p:cNvPr id="4" name="Header Placeholder 3"/>
          <p:cNvSpPr txBox="1">
            <a:spLocks noGrp="1"/>
          </p:cNvSpPr>
          <p:nvPr>
            <p:ph type="hdr" sz="quarter"/>
          </p:nvPr>
        </p:nvSpPr>
        <p:spPr>
          <a:xfrm>
            <a:off x="0" y="0"/>
            <a:ext cx="3372840" cy="502560"/>
          </a:xfrm>
          <a:prstGeom prst="rect">
            <a:avLst/>
          </a:prstGeom>
          <a:noFill/>
          <a:ln>
            <a:noFill/>
          </a:ln>
        </p:spPr>
        <p:txBody>
          <a:bodyPr lIns="0" tIns="0" rIns="0" bIns="0" anchorCtr="0"/>
          <a:lstStyle>
            <a:lvl1pPr lvl="0" rtl="0" hangingPunct="0">
              <a:buNone/>
              <a:tabLst/>
              <a:defRPr lang="en-US" sz="1400" kern="1200">
                <a:latin typeface="Times New Roman" pitchFamily="18"/>
                <a:ea typeface="Lucida Sans Unicode" pitchFamily="2"/>
                <a:cs typeface="Tahoma" pitchFamily="2"/>
              </a:defRPr>
            </a:lvl1pPr>
          </a:lstStyle>
          <a:p>
            <a:pPr lvl="0"/>
            <a:endParaRPr lang="en-US"/>
          </a:p>
        </p:txBody>
      </p:sp>
      <p:sp>
        <p:nvSpPr>
          <p:cNvPr id="5" name="Date Placeholder 4"/>
          <p:cNvSpPr txBox="1">
            <a:spLocks noGrp="1"/>
          </p:cNvSpPr>
          <p:nvPr>
            <p:ph type="dt" idx="1"/>
          </p:nvPr>
        </p:nvSpPr>
        <p:spPr>
          <a:xfrm>
            <a:off x="4399200" y="0"/>
            <a:ext cx="3372840" cy="502560"/>
          </a:xfrm>
          <a:prstGeom prst="rect">
            <a:avLst/>
          </a:prstGeom>
          <a:noFill/>
          <a:ln>
            <a:noFill/>
          </a:ln>
        </p:spPr>
        <p:txBody>
          <a:bodyPr lIns="0" tIns="0" rIns="0" bIns="0" anchorCtr="0"/>
          <a:lstStyle>
            <a:lvl1pPr lvl="0" algn="r" rtl="0" hangingPunct="0">
              <a:buNone/>
              <a:tabLst/>
              <a:defRPr lang="en-US" sz="1400" kern="1200">
                <a:latin typeface="Times New Roman" pitchFamily="18"/>
                <a:ea typeface="Lucida Sans Unicode" pitchFamily="2"/>
                <a:cs typeface="Tahoma" pitchFamily="2"/>
              </a:defRPr>
            </a:lvl1pPr>
          </a:lstStyle>
          <a:p>
            <a:pPr lvl="0"/>
            <a:fld id="{35C21D4A-DF7E-41ED-A48A-6B5C412DD206}" type="datetimeFigureOut">
              <a:t>12/4/2024</a:t>
            </a:fld>
            <a:endParaRPr lang="en-US"/>
          </a:p>
        </p:txBody>
      </p:sp>
      <p:sp>
        <p:nvSpPr>
          <p:cNvPr id="6" name="Footer Placeholder 5"/>
          <p:cNvSpPr txBox="1">
            <a:spLocks noGrp="1"/>
          </p:cNvSpPr>
          <p:nvPr>
            <p:ph type="ftr" sz="quarter" idx="4"/>
          </p:nvPr>
        </p:nvSpPr>
        <p:spPr>
          <a:xfrm>
            <a:off x="0" y="9555480"/>
            <a:ext cx="3372840" cy="502560"/>
          </a:xfrm>
          <a:prstGeom prst="rect">
            <a:avLst/>
          </a:prstGeom>
          <a:noFill/>
          <a:ln>
            <a:noFill/>
          </a:ln>
        </p:spPr>
        <p:txBody>
          <a:bodyPr lIns="0" tIns="0" rIns="0" bIns="0" anchor="b" anchorCtr="0"/>
          <a:lstStyle>
            <a:lvl1pPr lvl="0" rtl="0" hangingPunct="0">
              <a:buNone/>
              <a:tabLst/>
              <a:defRPr lang="en-US" sz="1400" kern="1200">
                <a:latin typeface="Times New Roman" pitchFamily="18"/>
                <a:ea typeface="Lucida Sans Unicode" pitchFamily="2"/>
                <a:cs typeface="Tahoma" pitchFamily="2"/>
              </a:defRPr>
            </a:lvl1pPr>
          </a:lstStyle>
          <a:p>
            <a:pPr lvl="0"/>
            <a:endParaRPr lang="en-US"/>
          </a:p>
        </p:txBody>
      </p:sp>
      <p:sp>
        <p:nvSpPr>
          <p:cNvPr id="7" name="Slide Number Placeholder 6"/>
          <p:cNvSpPr txBox="1">
            <a:spLocks noGrp="1"/>
          </p:cNvSpPr>
          <p:nvPr>
            <p:ph type="sldNum" sz="quarter" idx="5"/>
          </p:nvPr>
        </p:nvSpPr>
        <p:spPr>
          <a:xfrm>
            <a:off x="4399200" y="9555480"/>
            <a:ext cx="3372840" cy="502560"/>
          </a:xfrm>
          <a:prstGeom prst="rect">
            <a:avLst/>
          </a:prstGeom>
          <a:noFill/>
          <a:ln>
            <a:noFill/>
          </a:ln>
        </p:spPr>
        <p:txBody>
          <a:bodyPr lIns="0" tIns="0" rIns="0" bIns="0" anchor="b" anchorCtr="0"/>
          <a:lstStyle>
            <a:lvl1pPr lvl="0" algn="r" rtl="0" hangingPunct="0">
              <a:buNone/>
              <a:tabLst/>
              <a:defRPr lang="en-US" sz="1400" kern="1200">
                <a:latin typeface="Times New Roman" pitchFamily="18"/>
                <a:ea typeface="Lucida Sans Unicode" pitchFamily="2"/>
                <a:cs typeface="Tahoma" pitchFamily="2"/>
              </a:defRPr>
            </a:lvl1pPr>
          </a:lstStyle>
          <a:p>
            <a:pPr lvl="0"/>
            <a:fld id="{C337E1A2-0AE8-4687-8A61-8453B5BC3E2F}" type="slidenum">
              <a:t>‹#›</a:t>
            </a:fld>
            <a:endParaRPr lang="en-US"/>
          </a:p>
        </p:txBody>
      </p:sp>
    </p:spTree>
    <p:extLst>
      <p:ext uri="{BB962C8B-B14F-4D97-AF65-F5344CB8AC3E}">
        <p14:creationId xmlns:p14="http://schemas.microsoft.com/office/powerpoint/2010/main" val="1866939895"/>
      </p:ext>
    </p:extLst>
  </p:cSld>
  <p:clrMap bg1="lt1" tx1="dk1" bg2="lt2" tx2="dk2" accent1="accent1" accent2="accent2" accent3="accent3" accent4="accent4" accent5="accent5" accent6="accent6" hlink="hlink" folHlink="folHlink"/>
  <p:notesStyle>
    <a:lvl1pPr marL="216000" marR="0" indent="-216000" rtl="0" hangingPunct="0">
      <a:tabLst/>
      <a:defRPr lang="en-US" sz="2000" b="0" i="0" u="none" strike="noStrike" kern="1200">
        <a:ln>
          <a:noFill/>
        </a:ln>
        <a:latin typeface="Arial" pitchFamily="18"/>
        <a:ea typeface="Microsoft YaHei" pitchFamily="2"/>
        <a:cs typeface="Mangal"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455431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225574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105797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543370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2390063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0626048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000654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8993679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023433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8535853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9438788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2854570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4634301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225A2A33-A2FF-4D80-96B2-21707F7E2363}" type="slidenum">
              <a:t>17</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24778706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225A2A33-A2FF-4D80-96B2-21707F7E2363}" type="slidenum">
              <a:t>18</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39932466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4845957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0860257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3913102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4403884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956237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0812097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marL="0" lvl="0" indent="0" algn="l" hangingPunct="1"/>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2BEDCE16-B8C8-41EE-B4D1-0C6C48516DB6}" type="slidenum">
              <a:t>25</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26649238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marL="0" lvl="0" indent="0" algn="l" hangingPunct="1"/>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2BEDCE16-B8C8-41EE-B4D1-0C6C48516DB6}" type="slidenum">
              <a:t>26</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38168878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8404780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699211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1029812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7389170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6820653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197972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7485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7442500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23063200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6902447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4490180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5354521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9965173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98ECBAC1-835E-4A67-AD43-4A0B59C823D8}" type="slidenum">
              <a:t>40</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37242698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98ECBAC1-835E-4A67-AD43-4A0B59C823D8}" type="slidenum">
              <a:t>41</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7553420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5879727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6219791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4370797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9665032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5078637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D26652FA-7B2F-4302-8116-A6572099A1B9}" type="slidenum">
              <a:t>47</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29241668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
        <p:nvSpPr>
          <p:cNvPr id="4" name="Slide Number Placeholder 3"/>
          <p:cNvSpPr txBox="1">
            <a:spLocks noGrp="1"/>
          </p:cNvSpPr>
          <p:nvPr>
            <p:ph type="sldNum" sz="quarter" idx="8"/>
          </p:nvPr>
        </p:nvSpPr>
        <p:spPr>
          <a:xfrm>
            <a:off x="3884759" y="8685360"/>
            <a:ext cx="2971440" cy="456839"/>
          </a:xfrm>
        </p:spPr>
        <p:txBody>
          <a:bodyPr wrap="square" lIns="90000" tIns="45000" rIns="90000" bIns="45000" anchor="t"/>
          <a:lstStyle/>
          <a:p>
            <a:pPr lvl="0" algn="l" hangingPunct="1"/>
            <a:fld id="{D26652FA-7B2F-4302-8116-A6572099A1B9}" type="slidenum">
              <a:t>48</a:t>
            </a:fld>
            <a:endParaRPr lang="en-US" sz="1800" dirty="0">
              <a:solidFill>
                <a:srgbClr val="000000"/>
              </a:solidFill>
              <a:latin typeface="+mn-lt" pitchFamily="18"/>
              <a:ea typeface="+mn-ea" pitchFamily="2"/>
              <a:cs typeface="+mn-cs" pitchFamily="2"/>
            </a:endParaRPr>
          </a:p>
        </p:txBody>
      </p:sp>
    </p:spTree>
    <p:extLst>
      <p:ext uri="{BB962C8B-B14F-4D97-AF65-F5344CB8AC3E}">
        <p14:creationId xmlns:p14="http://schemas.microsoft.com/office/powerpoint/2010/main" val="33549529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0135215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16699087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147876234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310169302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Rot="1" noChangeAspect="1" noResize="1"/>
          </p:cNvSpPr>
          <p:nvPr>
            <p:ph type="sldImg"/>
          </p:nvPr>
        </p:nvSpPr>
        <p:spPr>
          <a:xfrm>
            <a:off x="381000" y="685800"/>
            <a:ext cx="6096000" cy="3429000"/>
          </a:xfrm>
          <a:solidFill>
            <a:schemeClr val="accent1"/>
          </a:solidFill>
          <a:ln w="25400">
            <a:solidFill>
              <a:schemeClr val="accent1">
                <a:shade val="50000"/>
              </a:schemeClr>
            </a:solidFill>
            <a:prstDash val="solid"/>
          </a:ln>
        </p:spPr>
      </p:sp>
      <p:sp>
        <p:nvSpPr>
          <p:cNvPr id="3" name="Rectangle 3"/>
          <p:cNvSpPr txBox="1">
            <a:spLocks noGrp="1"/>
          </p:cNvSpPr>
          <p:nvPr>
            <p:ph type="body" sz="quarter" idx="1"/>
          </p:nvPr>
        </p:nvSpPr>
        <p:spPr>
          <a:xfrm>
            <a:off x="685799" y="4343400"/>
            <a:ext cx="5486040" cy="4114440"/>
          </a:xfrm>
        </p:spPr>
        <p:txBody>
          <a:bodyPr wrap="square" lIns="90000" tIns="45000" rIns="90000" bIns="45000" anchor="t"/>
          <a:lstStyle/>
          <a:p>
            <a:pPr lvl="0"/>
            <a:endParaRPr lang="en-US" dirty="0"/>
          </a:p>
        </p:txBody>
      </p:sp>
    </p:spTree>
    <p:extLst>
      <p:ext uri="{BB962C8B-B14F-4D97-AF65-F5344CB8AC3E}">
        <p14:creationId xmlns:p14="http://schemas.microsoft.com/office/powerpoint/2010/main" val="261707391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Resize="1"/>
          </p:cNvSpPr>
          <p:nvPr>
            <p:ph type="sldImg"/>
          </p:nvPr>
        </p:nvSpPr>
        <p:spPr>
          <a:xfrm>
            <a:off x="382588" y="695325"/>
            <a:ext cx="6092825" cy="3427413"/>
          </a:xfrm>
          <a:solidFill>
            <a:schemeClr val="accent1"/>
          </a:solidFill>
          <a:ln w="25400">
            <a:solidFill>
              <a:schemeClr val="accent1">
                <a:shade val="50000"/>
              </a:schemeClr>
            </a:solidFill>
            <a:prstDash val="solid"/>
          </a:ln>
        </p:spPr>
      </p:sp>
      <p:sp>
        <p:nvSpPr>
          <p:cNvPr id="3" name="Notes Placeholder 2"/>
          <p:cNvSpPr txBox="1">
            <a:spLocks noGrp="1"/>
          </p:cNvSpPr>
          <p:nvPr>
            <p:ph type="body" sz="quarter" idx="1"/>
          </p:nvPr>
        </p:nvSpPr>
        <p:spPr>
          <a:xfrm>
            <a:off x="685799" y="4343400"/>
            <a:ext cx="5486040" cy="4114440"/>
          </a:xfrm>
        </p:spPr>
        <p:txBody>
          <a:bodyPr/>
          <a:lstStyle/>
          <a:p>
            <a:endParaRPr lang="en-US" dirty="0"/>
          </a:p>
        </p:txBody>
      </p:sp>
    </p:spTree>
    <p:extLst>
      <p:ext uri="{BB962C8B-B14F-4D97-AF65-F5344CB8AC3E}">
        <p14:creationId xmlns:p14="http://schemas.microsoft.com/office/powerpoint/2010/main" val="8946157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938852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375636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fld id="{75DD46C9-2EDB-4BAB-9600-FD7BFF7051E5}" type="datetime1">
              <a:rPr lang="en-US" smtClean="0"/>
              <a:pPr lvl="0"/>
              <a:t>12/4/2024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pPr lvl="0"/>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pPr lvl="0"/>
            <a:fld id="{18052458-3E59-4B65-ACC6-E06320CCA8EC}" type="slidenum">
              <a:rPr lang="en-US" smtClean="0"/>
              <a:t>‹#›</a:t>
            </a:fld>
            <a:endParaRPr lang="en-US"/>
          </a:p>
        </p:txBody>
      </p:sp>
    </p:spTree>
    <p:extLst>
      <p:ext uri="{BB962C8B-B14F-4D97-AF65-F5344CB8AC3E}">
        <p14:creationId xmlns:p14="http://schemas.microsoft.com/office/powerpoint/2010/main" val="3164360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15892626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804383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2833658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808413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404491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823487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623609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8092194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4974950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0196691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1505363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fld id="{1034B84E-E4BA-4761-9B59-1E0A4B9AAFDF}" type="datetime1">
              <a:rPr lang="en-US" smtClean="0"/>
              <a:pPr lvl="0"/>
              <a:t>12/4/2024</a:t>
            </a:fld>
            <a:endParaRPr lang="en-US"/>
          </a:p>
        </p:txBody>
      </p:sp>
      <p:sp>
        <p:nvSpPr>
          <p:cNvPr id="3" name="Footer Placeholder 2"/>
          <p:cNvSpPr>
            <a:spLocks noGrp="1"/>
          </p:cNvSpPr>
          <p:nvPr>
            <p:ph type="ftr" sz="quarter" idx="11"/>
          </p:nvPr>
        </p:nvSpPr>
        <p:spPr/>
        <p:txBody>
          <a:bodyPr/>
          <a:lstStyle/>
          <a:p>
            <a:pPr lvl="0"/>
            <a:endParaRPr lang="en-US"/>
          </a:p>
        </p:txBody>
      </p:sp>
      <p:sp>
        <p:nvSpPr>
          <p:cNvPr id="4" name="Slide Number Placeholder 3"/>
          <p:cNvSpPr>
            <a:spLocks noGrp="1"/>
          </p:cNvSpPr>
          <p:nvPr>
            <p:ph type="sldNum" sz="quarter" idx="12"/>
          </p:nvPr>
        </p:nvSpPr>
        <p:spPr/>
        <p:txBody>
          <a:bodyPr/>
          <a:lstStyle/>
          <a:p>
            <a:pPr lvl="0"/>
            <a:fld id="{68E1BF63-FEC9-4483-AB08-EEB70B02FEEA}" type="slidenum">
              <a:t>‹#›</a:t>
            </a:fld>
            <a:endParaRPr lang="en-US"/>
          </a:p>
        </p:txBody>
      </p:sp>
    </p:spTree>
    <p:extLst>
      <p:ext uri="{BB962C8B-B14F-4D97-AF65-F5344CB8AC3E}">
        <p14:creationId xmlns:p14="http://schemas.microsoft.com/office/powerpoint/2010/main" val="12163745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Figur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399" y="457200"/>
            <a:ext cx="10362719" cy="1104072"/>
          </a:xfrm>
        </p:spPr>
        <p:txBody>
          <a:bodyPr anchor="ctr"/>
          <a:lstStyle>
            <a:lvl1pPr>
              <a:buNone/>
              <a:defRPr/>
            </a:lvl1pPr>
          </a:lstStyle>
          <a:p>
            <a:r>
              <a:rPr lang="en-US" dirty="0"/>
              <a:t>Click to edit Master title style</a:t>
            </a:r>
            <a:endParaRPr lang="ru-RU" dirty="0"/>
          </a:p>
        </p:txBody>
      </p:sp>
      <p:sp>
        <p:nvSpPr>
          <p:cNvPr id="3" name="Content Placeholder 2"/>
          <p:cNvSpPr>
            <a:spLocks noGrp="1"/>
          </p:cNvSpPr>
          <p:nvPr>
            <p:ph idx="1"/>
          </p:nvPr>
        </p:nvSpPr>
        <p:spPr>
          <a:xfrm>
            <a:off x="609600" y="1604520"/>
            <a:ext cx="10972320" cy="174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Date Placeholder 3"/>
          <p:cNvSpPr>
            <a:spLocks noGrp="1"/>
          </p:cNvSpPr>
          <p:nvPr>
            <p:ph type="dt" sz="half" idx="10"/>
          </p:nvPr>
        </p:nvSpPr>
        <p:spPr/>
        <p:txBody>
          <a:bodyPr/>
          <a:lstStyle/>
          <a:p>
            <a:pPr lvl="0"/>
            <a:fld id="{75DD46C9-2EDB-4BAB-9600-FD7BFF7051E5}" type="datetime1">
              <a:rPr lang="en-US" smtClean="0"/>
              <a:pPr lvl="0"/>
              <a:t>12/4/2024</a:t>
            </a:fld>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18052458-3E59-4B65-ACC6-E06320CCA8EC}" type="slidenum">
              <a:t>‹#›</a:t>
            </a:fld>
            <a:endParaRPr lang="en-US"/>
          </a:p>
        </p:txBody>
      </p:sp>
      <p:sp>
        <p:nvSpPr>
          <p:cNvPr id="8" name="Picture Placeholder 7"/>
          <p:cNvSpPr>
            <a:spLocks noGrp="1"/>
          </p:cNvSpPr>
          <p:nvPr>
            <p:ph type="pic" sz="quarter" idx="13"/>
          </p:nvPr>
        </p:nvSpPr>
        <p:spPr>
          <a:xfrm>
            <a:off x="609600" y="3505200"/>
            <a:ext cx="3962400" cy="609600"/>
          </a:xfrm>
        </p:spPr>
        <p:txBody>
          <a:bodyPr/>
          <a:lstStyle/>
          <a:p>
            <a:endParaRPr lang="en-US"/>
          </a:p>
        </p:txBody>
      </p:sp>
      <p:sp>
        <p:nvSpPr>
          <p:cNvPr id="10" name="Picture Placeholder 9"/>
          <p:cNvSpPr>
            <a:spLocks noGrp="1"/>
          </p:cNvSpPr>
          <p:nvPr>
            <p:ph type="pic" sz="quarter" idx="14"/>
          </p:nvPr>
        </p:nvSpPr>
        <p:spPr>
          <a:xfrm>
            <a:off x="4978400" y="3429000"/>
            <a:ext cx="3962400" cy="685800"/>
          </a:xfrm>
        </p:spPr>
        <p:txBody>
          <a:bodyPr/>
          <a:lstStyle/>
          <a:p>
            <a:endParaRPr lang="en-US"/>
          </a:p>
        </p:txBody>
      </p:sp>
      <p:sp>
        <p:nvSpPr>
          <p:cNvPr id="12" name="Picture Placeholder 11"/>
          <p:cNvSpPr>
            <a:spLocks noGrp="1"/>
          </p:cNvSpPr>
          <p:nvPr>
            <p:ph type="pic" sz="quarter" idx="15"/>
          </p:nvPr>
        </p:nvSpPr>
        <p:spPr>
          <a:xfrm>
            <a:off x="9245600" y="3429000"/>
            <a:ext cx="2540000" cy="762000"/>
          </a:xfrm>
        </p:spPr>
        <p:txBody>
          <a:bodyPr/>
          <a:lstStyle/>
          <a:p>
            <a:endParaRPr lang="en-US"/>
          </a:p>
        </p:txBody>
      </p:sp>
      <p:sp>
        <p:nvSpPr>
          <p:cNvPr id="14" name="Table Placeholder 13"/>
          <p:cNvSpPr>
            <a:spLocks noGrp="1"/>
          </p:cNvSpPr>
          <p:nvPr>
            <p:ph type="tbl" sz="quarter" idx="16"/>
          </p:nvPr>
        </p:nvSpPr>
        <p:spPr>
          <a:xfrm>
            <a:off x="2540000" y="4267200"/>
            <a:ext cx="7112000" cy="609600"/>
          </a:xfrm>
        </p:spPr>
        <p:txBody>
          <a:bodyPr/>
          <a:lstStyle/>
          <a:p>
            <a:endParaRPr lang="en-US"/>
          </a:p>
        </p:txBody>
      </p:sp>
      <p:sp>
        <p:nvSpPr>
          <p:cNvPr id="16" name="Content Placeholder 15"/>
          <p:cNvSpPr>
            <a:spLocks noGrp="1"/>
          </p:cNvSpPr>
          <p:nvPr>
            <p:ph sz="quarter" idx="17"/>
          </p:nvPr>
        </p:nvSpPr>
        <p:spPr>
          <a:xfrm>
            <a:off x="609600" y="5181600"/>
            <a:ext cx="10871200" cy="60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866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2"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27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2"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563"/>
              </a:spcBef>
              <a:spcAft>
                <a:spcPts val="0"/>
              </a:spcAft>
              <a:buSzPts val="3200"/>
              <a:buNone/>
              <a:defRPr sz="1800">
                <a:solidFill>
                  <a:schemeClr val="lt1"/>
                </a:solidFill>
              </a:defRPr>
            </a:lvl1pPr>
            <a:lvl2pPr lvl="1" algn="ctr">
              <a:lnSpc>
                <a:spcPct val="100000"/>
              </a:lnSpc>
              <a:spcBef>
                <a:spcPts val="450"/>
              </a:spcBef>
              <a:spcAft>
                <a:spcPts val="0"/>
              </a:spcAft>
              <a:buSzPts val="2000"/>
              <a:buNone/>
              <a:defRPr sz="1125"/>
            </a:lvl2pPr>
            <a:lvl3pPr lvl="2" algn="ctr">
              <a:lnSpc>
                <a:spcPct val="100000"/>
              </a:lnSpc>
              <a:spcBef>
                <a:spcPts val="450"/>
              </a:spcBef>
              <a:spcAft>
                <a:spcPts val="0"/>
              </a:spcAft>
              <a:buSzPts val="1440"/>
              <a:buNone/>
              <a:defRPr sz="1013"/>
            </a:lvl3pPr>
            <a:lvl4pPr lvl="3" algn="ctr">
              <a:lnSpc>
                <a:spcPct val="90000"/>
              </a:lnSpc>
              <a:spcBef>
                <a:spcPts val="450"/>
              </a:spcBef>
              <a:spcAft>
                <a:spcPts val="0"/>
              </a:spcAft>
              <a:buSzPts val="1600"/>
              <a:buNone/>
              <a:defRPr sz="900"/>
            </a:lvl4pPr>
            <a:lvl5pPr lvl="4" algn="ctr">
              <a:lnSpc>
                <a:spcPct val="90000"/>
              </a:lnSpc>
              <a:spcBef>
                <a:spcPts val="281"/>
              </a:spcBef>
              <a:spcAft>
                <a:spcPts val="0"/>
              </a:spcAft>
              <a:buClr>
                <a:schemeClr val="accent1"/>
              </a:buClr>
              <a:buSzPts val="1600"/>
              <a:buNone/>
              <a:defRPr sz="900"/>
            </a:lvl5pPr>
            <a:lvl6pPr lvl="5" algn="ctr">
              <a:lnSpc>
                <a:spcPct val="90000"/>
              </a:lnSpc>
              <a:spcBef>
                <a:spcPts val="281"/>
              </a:spcBef>
              <a:spcAft>
                <a:spcPts val="0"/>
              </a:spcAft>
              <a:buClr>
                <a:schemeClr val="dk1"/>
              </a:buClr>
              <a:buSzPts val="1600"/>
              <a:buNone/>
              <a:defRPr sz="900"/>
            </a:lvl6pPr>
            <a:lvl7pPr lvl="6" algn="ctr">
              <a:lnSpc>
                <a:spcPct val="90000"/>
              </a:lnSpc>
              <a:spcBef>
                <a:spcPts val="281"/>
              </a:spcBef>
              <a:spcAft>
                <a:spcPts val="0"/>
              </a:spcAft>
              <a:buClr>
                <a:schemeClr val="dk1"/>
              </a:buClr>
              <a:buSzPts val="1600"/>
              <a:buNone/>
              <a:defRPr sz="900"/>
            </a:lvl7pPr>
            <a:lvl8pPr lvl="7" algn="ctr">
              <a:lnSpc>
                <a:spcPct val="90000"/>
              </a:lnSpc>
              <a:spcBef>
                <a:spcPts val="281"/>
              </a:spcBef>
              <a:spcAft>
                <a:spcPts val="0"/>
              </a:spcAft>
              <a:buClr>
                <a:schemeClr val="dk1"/>
              </a:buClr>
              <a:buSzPts val="1600"/>
              <a:buNone/>
              <a:defRPr sz="900"/>
            </a:lvl8pPr>
            <a:lvl9pPr lvl="8" algn="ctr">
              <a:lnSpc>
                <a:spcPct val="90000"/>
              </a:lnSpc>
              <a:spcBef>
                <a:spcPts val="281"/>
              </a:spcBef>
              <a:spcAft>
                <a:spcPts val="0"/>
              </a:spcAft>
              <a:buClr>
                <a:schemeClr val="dk1"/>
              </a:buClr>
              <a:buSzPts val="1600"/>
              <a:buNone/>
              <a:defRPr sz="900"/>
            </a:lvl9pPr>
          </a:lstStyle>
          <a:p>
            <a:r>
              <a:rPr lang="en-US"/>
              <a:t>Click to edit Master subtitle style</a:t>
            </a:r>
            <a:endParaRPr/>
          </a:p>
        </p:txBody>
      </p:sp>
      <p:sp>
        <p:nvSpPr>
          <p:cNvPr id="19" name="Google Shape;19;p48"/>
          <p:cNvSpPr>
            <a:spLocks noGrp="1"/>
          </p:cNvSpPr>
          <p:nvPr>
            <p:ph type="pic" idx="2"/>
          </p:nvPr>
        </p:nvSpPr>
        <p:spPr>
          <a:xfrm>
            <a:off x="475251" y="808041"/>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51427" tIns="25706" rIns="51427" bIns="25706" anchor="ctr" anchorCtr="0">
            <a:noAutofit/>
          </a:bodyPr>
          <a:lstStyle/>
          <a:p>
            <a:pPr marL="0" marR="0" lvl="0" indent="0" algn="r" rtl="0">
              <a:spcBef>
                <a:spcPts val="0"/>
              </a:spcBef>
              <a:spcAft>
                <a:spcPts val="0"/>
              </a:spcAft>
              <a:buNone/>
            </a:pPr>
            <a:fld id="{00000000-1234-1234-1234-123412341234}" type="slidenum">
              <a:rPr lang="en-US" sz="619">
                <a:solidFill>
                  <a:schemeClr val="lt1"/>
                </a:solidFill>
                <a:latin typeface="Work Sans"/>
                <a:ea typeface="Work Sans"/>
                <a:cs typeface="Work Sans"/>
                <a:sym typeface="Work Sans"/>
              </a:rPr>
              <a:pPr marL="0" marR="0" lvl="0" indent="0" algn="r" rtl="0">
                <a:spcBef>
                  <a:spcPts val="0"/>
                </a:spcBef>
                <a:spcAft>
                  <a:spcPts val="0"/>
                </a:spcAft>
                <a:buNone/>
              </a:pPr>
              <a:t>‹#›</a:t>
            </a:fld>
            <a:endParaRPr sz="619">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90" y="6223889"/>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2"/>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8922753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Content" preserve="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58861"/>
            <a:ext cx="11241915" cy="4613339"/>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SzPct val="100000"/>
              <a:buChar char="•"/>
              <a:defRPr sz="2600"/>
            </a:lvl1pPr>
            <a:lvl2pPr marL="714375" lvl="1" indent="-352425" algn="l">
              <a:lnSpc>
                <a:spcPct val="100000"/>
              </a:lnSpc>
              <a:spcBef>
                <a:spcPts val="624"/>
              </a:spcBef>
              <a:spcAft>
                <a:spcPts val="600"/>
              </a:spcAft>
              <a:buSzPct val="100000"/>
              <a:buFont typeface="Arial" panose="020B0604020202020204" pitchFamily="34" charset="0"/>
              <a:buChar char="–"/>
              <a:defRPr sz="2400" b="0"/>
            </a:lvl2pPr>
            <a:lvl3pPr marL="1076325" lvl="2" indent="-361950"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sz="2400" dirty="0"/>
          </a:p>
          <a:p>
            <a:pPr lvl="2"/>
            <a:endParaRPr lang="en-US" dirty="0"/>
          </a:p>
        </p:txBody>
      </p:sp>
    </p:spTree>
    <p:extLst>
      <p:ext uri="{BB962C8B-B14F-4D97-AF65-F5344CB8AC3E}">
        <p14:creationId xmlns:p14="http://schemas.microsoft.com/office/powerpoint/2010/main" val="31782862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898354"/>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sp>
        <p:nvSpPr>
          <p:cNvPr id="25" name="Google Shape;25;p49"/>
          <p:cNvSpPr txBox="1">
            <a:spLocks noGrp="1"/>
          </p:cNvSpPr>
          <p:nvPr>
            <p:ph type="body" idx="1"/>
          </p:nvPr>
        </p:nvSpPr>
        <p:spPr>
          <a:xfrm>
            <a:off x="476844" y="1558861"/>
            <a:ext cx="11241915" cy="2632139"/>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SzPct val="100000"/>
              <a:buChar char="•"/>
              <a:defRPr sz="2600"/>
            </a:lvl1pPr>
            <a:lvl2pPr marL="704850" lvl="1" indent="-342900" algn="l">
              <a:lnSpc>
                <a:spcPct val="100000"/>
              </a:lnSpc>
              <a:spcBef>
                <a:spcPts val="624"/>
              </a:spcBef>
              <a:spcAft>
                <a:spcPts val="600"/>
              </a:spcAft>
              <a:buSzPct val="100000"/>
              <a:buFont typeface="Arial" panose="020B0604020202020204" pitchFamily="34" charset="0"/>
              <a:buChar char="–"/>
              <a:defRPr sz="2400" b="0"/>
            </a:lvl2pPr>
            <a:lvl3pPr marL="1076325" lvl="2" indent="-361950" algn="l">
              <a:lnSpc>
                <a:spcPct val="100000"/>
              </a:lnSpc>
              <a:spcBef>
                <a:spcPts val="624"/>
              </a:spcBef>
              <a:spcAft>
                <a:spcPts val="600"/>
              </a:spcAft>
              <a:buSzPct val="100000"/>
              <a:buChar char="▪"/>
              <a:defRPr sz="22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dirty="0"/>
              <a:t>Click to edit Master text styles</a:t>
            </a:r>
          </a:p>
          <a:p>
            <a:pPr lvl="1"/>
            <a:endParaRPr lang="en-US" sz="2400" dirty="0"/>
          </a:p>
          <a:p>
            <a:pPr lvl="2"/>
            <a:endParaRPr lang="en-US" dirty="0"/>
          </a:p>
        </p:txBody>
      </p:sp>
      <p:sp>
        <p:nvSpPr>
          <p:cNvPr id="3" name="Content Placeholder 2">
            <a:extLst>
              <a:ext uri="{FF2B5EF4-FFF2-40B4-BE49-F238E27FC236}">
                <a16:creationId xmlns:a16="http://schemas.microsoft.com/office/drawing/2014/main" id="{2A72942A-4673-606E-6C87-BCD5494B80BB}"/>
              </a:ext>
            </a:extLst>
          </p:cNvPr>
          <p:cNvSpPr>
            <a:spLocks noGrp="1"/>
          </p:cNvSpPr>
          <p:nvPr>
            <p:ph sz="quarter" idx="10"/>
          </p:nvPr>
        </p:nvSpPr>
        <p:spPr>
          <a:xfrm>
            <a:off x="838200" y="449580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Picture Placeholder 4">
            <a:extLst>
              <a:ext uri="{FF2B5EF4-FFF2-40B4-BE49-F238E27FC236}">
                <a16:creationId xmlns:a16="http://schemas.microsoft.com/office/drawing/2014/main" id="{18E8916A-4ED2-675B-5925-69F87ED3B563}"/>
              </a:ext>
            </a:extLst>
          </p:cNvPr>
          <p:cNvSpPr>
            <a:spLocks noGrp="1"/>
          </p:cNvSpPr>
          <p:nvPr>
            <p:ph type="pic" sz="quarter" idx="11"/>
          </p:nvPr>
        </p:nvSpPr>
        <p:spPr>
          <a:xfrm>
            <a:off x="2438400" y="4572000"/>
            <a:ext cx="914400" cy="914400"/>
          </a:xfrm>
        </p:spPr>
        <p:txBody>
          <a:bodyPr/>
          <a:lstStyle/>
          <a:p>
            <a:endParaRPr lang="en-IN"/>
          </a:p>
        </p:txBody>
      </p:sp>
      <p:sp>
        <p:nvSpPr>
          <p:cNvPr id="7" name="Picture Placeholder 6">
            <a:extLst>
              <a:ext uri="{FF2B5EF4-FFF2-40B4-BE49-F238E27FC236}">
                <a16:creationId xmlns:a16="http://schemas.microsoft.com/office/drawing/2014/main" id="{08F0C0EA-88BB-C529-BB19-920B6462230A}"/>
              </a:ext>
            </a:extLst>
          </p:cNvPr>
          <p:cNvSpPr>
            <a:spLocks noGrp="1"/>
          </p:cNvSpPr>
          <p:nvPr>
            <p:ph type="pic" sz="quarter" idx="12"/>
          </p:nvPr>
        </p:nvSpPr>
        <p:spPr>
          <a:xfrm>
            <a:off x="3886200" y="4495800"/>
            <a:ext cx="914400" cy="914400"/>
          </a:xfrm>
        </p:spPr>
        <p:txBody>
          <a:bodyPr/>
          <a:lstStyle/>
          <a:p>
            <a:endParaRPr lang="en-IN"/>
          </a:p>
        </p:txBody>
      </p:sp>
      <p:sp>
        <p:nvSpPr>
          <p:cNvPr id="9" name="Table Placeholder 8">
            <a:extLst>
              <a:ext uri="{FF2B5EF4-FFF2-40B4-BE49-F238E27FC236}">
                <a16:creationId xmlns:a16="http://schemas.microsoft.com/office/drawing/2014/main" id="{758FA246-8789-BA64-D092-3F3A689F1266}"/>
              </a:ext>
            </a:extLst>
          </p:cNvPr>
          <p:cNvSpPr>
            <a:spLocks noGrp="1"/>
          </p:cNvSpPr>
          <p:nvPr>
            <p:ph type="tbl" sz="quarter" idx="13"/>
          </p:nvPr>
        </p:nvSpPr>
        <p:spPr>
          <a:xfrm>
            <a:off x="5486400" y="4495800"/>
            <a:ext cx="914400" cy="914400"/>
          </a:xfrm>
        </p:spPr>
        <p:txBody>
          <a:bodyPr/>
          <a:lstStyle/>
          <a:p>
            <a:endParaRPr lang="en-IN"/>
          </a:p>
        </p:txBody>
      </p:sp>
    </p:spTree>
    <p:extLst>
      <p:ext uri="{BB962C8B-B14F-4D97-AF65-F5344CB8AC3E}">
        <p14:creationId xmlns:p14="http://schemas.microsoft.com/office/powerpoint/2010/main" val="3201642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First Slide)" preserve="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22" name="Google Shape;22;p48"/>
          <p:cNvSpPr txBox="1"/>
          <p:nvPr/>
        </p:nvSpPr>
        <p:spPr>
          <a:xfrm>
            <a:off x="2332233" y="6401464"/>
            <a:ext cx="8856323"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rgbClr val="FFFFFF"/>
              </a:buClr>
              <a:buSzPts val="1200"/>
              <a:buFont typeface="Arial"/>
              <a:buNone/>
            </a:pPr>
            <a:r>
              <a:rPr lang="en-US" sz="900" b="0" i="0" u="none" strike="noStrike" cap="none">
                <a:solidFill>
                  <a:srgbClr val="FFFFFF"/>
                </a:solidFill>
                <a:latin typeface="Arial"/>
                <a:ea typeface="Arial"/>
                <a:cs typeface="Arial"/>
                <a:sym typeface="Arial"/>
              </a:rPr>
              <a:t>Rob Thompson and Jack Erjavec, Automotive Technology: A Systems Approach, 8</a:t>
            </a:r>
            <a:r>
              <a:rPr lang="en-US" sz="900" b="0" i="0" u="none" strike="noStrike" cap="none" baseline="30000">
                <a:solidFill>
                  <a:srgbClr val="FFFFFF"/>
                </a:solidFill>
                <a:latin typeface="Arial"/>
                <a:ea typeface="Arial"/>
                <a:cs typeface="Arial"/>
                <a:sym typeface="Arial"/>
              </a:rPr>
              <a:t>th</a:t>
            </a:r>
            <a:r>
              <a:rPr lang="en-US" sz="900" b="0" i="0" u="none" strike="noStrike" cap="none">
                <a:solidFill>
                  <a:srgbClr val="FFFFFF"/>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7026424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Content" preserve="1">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5" name="Google Shape;25;p49"/>
          <p:cNvSpPr txBox="1">
            <a:spLocks noGrp="1"/>
          </p:cNvSpPr>
          <p:nvPr>
            <p:ph type="body" idx="1"/>
          </p:nvPr>
        </p:nvSpPr>
        <p:spPr>
          <a:xfrm>
            <a:off x="476844" y="1563626"/>
            <a:ext cx="11241915" cy="4613339"/>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6102586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50"/>
          <p:cNvSpPr txBox="1">
            <a:spLocks noGrp="1"/>
          </p:cNvSpPr>
          <p:nvPr>
            <p:ph type="body" idx="1"/>
          </p:nvPr>
        </p:nvSpPr>
        <p:spPr>
          <a:xfrm>
            <a:off x="476844" y="1825625"/>
            <a:ext cx="5542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29" name="Google Shape;29;p50"/>
          <p:cNvSpPr txBox="1">
            <a:spLocks noGrp="1"/>
          </p:cNvSpPr>
          <p:nvPr>
            <p:ph type="body" idx="2"/>
          </p:nvPr>
        </p:nvSpPr>
        <p:spPr>
          <a:xfrm>
            <a:off x="6172201" y="1825625"/>
            <a:ext cx="5542956"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34626326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2" name="Google Shape;32;p51"/>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fld id="{620B94EA-E0FC-45F7-8A06-3CE9694ED2AD}" type="datetimeFigureOut">
              <a:rPr lang="en-US" smtClean="0"/>
              <a:pPr/>
              <a:t>12/4/2024</a:t>
            </a:fld>
            <a:endParaRPr lang="en-US"/>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lang="en-US"/>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350">
                <a:solidFill>
                  <a:schemeClr val="dk1"/>
                </a:solidFill>
                <a:latin typeface="Calibri"/>
                <a:ea typeface="Calibri"/>
                <a:cs typeface="Calibri"/>
                <a:sym typeface="Calibri"/>
              </a:defRPr>
            </a:lvl1pPr>
            <a:lvl2pPr marL="0" marR="0" lvl="1" indent="0" algn="l" rtl="0">
              <a:spcBef>
                <a:spcPts val="0"/>
              </a:spcBef>
              <a:spcAft>
                <a:spcPts val="0"/>
              </a:spcAft>
              <a:buNone/>
              <a:defRPr sz="1350">
                <a:solidFill>
                  <a:schemeClr val="dk1"/>
                </a:solidFill>
                <a:latin typeface="Calibri"/>
                <a:ea typeface="Calibri"/>
                <a:cs typeface="Calibri"/>
                <a:sym typeface="Calibri"/>
              </a:defRPr>
            </a:lvl2pPr>
            <a:lvl3pPr marL="0" marR="0" lvl="2" indent="0" algn="l" rtl="0">
              <a:spcBef>
                <a:spcPts val="0"/>
              </a:spcBef>
              <a:spcAft>
                <a:spcPts val="0"/>
              </a:spcAft>
              <a:buNone/>
              <a:defRPr sz="1350">
                <a:solidFill>
                  <a:schemeClr val="dk1"/>
                </a:solidFill>
                <a:latin typeface="Calibri"/>
                <a:ea typeface="Calibri"/>
                <a:cs typeface="Calibri"/>
                <a:sym typeface="Calibri"/>
              </a:defRPr>
            </a:lvl3pPr>
            <a:lvl4pPr marL="0" marR="0" lvl="3" indent="0" algn="l" rtl="0">
              <a:spcBef>
                <a:spcPts val="0"/>
              </a:spcBef>
              <a:spcAft>
                <a:spcPts val="0"/>
              </a:spcAft>
              <a:buNone/>
              <a:defRPr sz="1350">
                <a:solidFill>
                  <a:schemeClr val="dk1"/>
                </a:solidFill>
                <a:latin typeface="Calibri"/>
                <a:ea typeface="Calibri"/>
                <a:cs typeface="Calibri"/>
                <a:sym typeface="Calibri"/>
              </a:defRPr>
            </a:lvl4pPr>
            <a:lvl5pPr marL="0" marR="0" lvl="4" indent="0" algn="l" rtl="0">
              <a:spcBef>
                <a:spcPts val="0"/>
              </a:spcBef>
              <a:spcAft>
                <a:spcPts val="0"/>
              </a:spcAft>
              <a:buNone/>
              <a:defRPr sz="1350">
                <a:solidFill>
                  <a:schemeClr val="dk1"/>
                </a:solidFill>
                <a:latin typeface="Calibri"/>
                <a:ea typeface="Calibri"/>
                <a:cs typeface="Calibri"/>
                <a:sym typeface="Calibri"/>
              </a:defRPr>
            </a:lvl5pPr>
            <a:lvl6pPr marL="0" marR="0" lvl="5" indent="0" algn="l" rtl="0">
              <a:spcBef>
                <a:spcPts val="0"/>
              </a:spcBef>
              <a:spcAft>
                <a:spcPts val="0"/>
              </a:spcAft>
              <a:buNone/>
              <a:defRPr sz="1350">
                <a:solidFill>
                  <a:schemeClr val="dk1"/>
                </a:solidFill>
                <a:latin typeface="Calibri"/>
                <a:ea typeface="Calibri"/>
                <a:cs typeface="Calibri"/>
                <a:sym typeface="Calibri"/>
              </a:defRPr>
            </a:lvl6pPr>
            <a:lvl7pPr marL="0" marR="0" lvl="6" indent="0" algn="l" rtl="0">
              <a:spcBef>
                <a:spcPts val="0"/>
              </a:spcBef>
              <a:spcAft>
                <a:spcPts val="0"/>
              </a:spcAft>
              <a:buNone/>
              <a:defRPr sz="1350">
                <a:solidFill>
                  <a:schemeClr val="dk1"/>
                </a:solidFill>
                <a:latin typeface="Calibri"/>
                <a:ea typeface="Calibri"/>
                <a:cs typeface="Calibri"/>
                <a:sym typeface="Calibri"/>
              </a:defRPr>
            </a:lvl7pPr>
            <a:lvl8pPr marL="0" marR="0" lvl="7" indent="0" algn="l" rtl="0">
              <a:spcBef>
                <a:spcPts val="0"/>
              </a:spcBef>
              <a:spcAft>
                <a:spcPts val="0"/>
              </a:spcAft>
              <a:buNone/>
              <a:defRPr sz="1350">
                <a:solidFill>
                  <a:schemeClr val="dk1"/>
                </a:solidFill>
                <a:latin typeface="Calibri"/>
                <a:ea typeface="Calibri"/>
                <a:cs typeface="Calibri"/>
                <a:sym typeface="Calibri"/>
              </a:defRPr>
            </a:lvl8pPr>
            <a:lvl9pPr marL="0" marR="0" lvl="8" indent="0" algn="l" rtl="0">
              <a:spcBef>
                <a:spcPts val="0"/>
              </a:spcBef>
              <a:spcAft>
                <a:spcPts val="0"/>
              </a:spcAft>
              <a:buNone/>
              <a:defRPr sz="1350">
                <a:solidFill>
                  <a:schemeClr val="dk1"/>
                </a:solidFill>
                <a:latin typeface="Calibri"/>
                <a:ea typeface="Calibri"/>
                <a:cs typeface="Calibri"/>
                <a:sym typeface="Calibri"/>
              </a:defRPr>
            </a:lvl9pPr>
          </a:lstStyle>
          <a:p>
            <a:fld id="{0E4ECC14-25A4-4E96-A863-D89966B2F4B2}" type="slidenum">
              <a:rPr lang="en-US" smtClean="0"/>
              <a:pPr/>
              <a:t>‹#›</a:t>
            </a:fld>
            <a:endParaRPr lang="en-US"/>
          </a:p>
        </p:txBody>
      </p:sp>
    </p:spTree>
    <p:extLst>
      <p:ext uri="{BB962C8B-B14F-4D97-AF65-F5344CB8AC3E}">
        <p14:creationId xmlns:p14="http://schemas.microsoft.com/office/powerpoint/2010/main" val="32219826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Divider" preserve="1">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405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750"/>
              </a:spcBef>
              <a:spcAft>
                <a:spcPts val="0"/>
              </a:spcAft>
              <a:buSzPts val="3600"/>
              <a:buNone/>
              <a:defRPr sz="27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pic>
        <p:nvPicPr>
          <p:cNvPr id="40" name="Google Shape;40;p52"/>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sp>
        <p:nvSpPr>
          <p:cNvPr id="42" name="Google Shape;42;p52"/>
          <p:cNvSpPr txBox="1"/>
          <p:nvPr/>
        </p:nvSpPr>
        <p:spPr>
          <a:xfrm>
            <a:off x="2322513" y="6393562"/>
            <a:ext cx="8677275" cy="346218"/>
          </a:xfrm>
          <a:prstGeom prst="rect">
            <a:avLst/>
          </a:prstGeom>
          <a:noFill/>
          <a:ln>
            <a:noFill/>
          </a:ln>
        </p:spPr>
        <p:txBody>
          <a:bodyPr spcFirstLastPara="1" wrap="square" lIns="68569" tIns="34275" rIns="68569" bIns="34275"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900">
                <a:solidFill>
                  <a:schemeClr val="lt1"/>
                </a:solidFill>
                <a:latin typeface="Arial"/>
                <a:ea typeface="Arial"/>
                <a:cs typeface="Arial"/>
                <a:sym typeface="Arial"/>
              </a:rPr>
              <a:t>Rob Thompson and Jack Erjavec, Automotive Technology: A Systems Approach, 8</a:t>
            </a:r>
            <a:r>
              <a:rPr lang="en-US" sz="900" baseline="30000">
                <a:solidFill>
                  <a:schemeClr val="lt1"/>
                </a:solidFill>
                <a:latin typeface="Arial"/>
                <a:ea typeface="Arial"/>
                <a:cs typeface="Arial"/>
                <a:sym typeface="Arial"/>
              </a:rPr>
              <a:t>th</a:t>
            </a:r>
            <a:r>
              <a:rPr lang="en-US" sz="9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sz="1050"/>
          </a:p>
        </p:txBody>
      </p:sp>
    </p:spTree>
    <p:extLst>
      <p:ext uri="{BB962C8B-B14F-4D97-AF65-F5344CB8AC3E}">
        <p14:creationId xmlns:p14="http://schemas.microsoft.com/office/powerpoint/2010/main" val="414707004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_Title Content" preserve="1">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5" name="Google Shape;45;p53"/>
          <p:cNvSpPr txBox="1">
            <a:spLocks noGrp="1"/>
          </p:cNvSpPr>
          <p:nvPr>
            <p:ph type="body" idx="1"/>
          </p:nvPr>
        </p:nvSpPr>
        <p:spPr>
          <a:xfrm>
            <a:off x="476844" y="1508125"/>
            <a:ext cx="8429413" cy="1920876"/>
          </a:xfrm>
          <a:prstGeom prst="rect">
            <a:avLst/>
          </a:prstGeom>
          <a:noFill/>
          <a:ln>
            <a:noFill/>
          </a:ln>
        </p:spPr>
        <p:txBody>
          <a:bodyPr spcFirstLastPara="1" wrap="square" lIns="91425" tIns="45700" rIns="91425" bIns="45700" anchor="t" anchorCtr="0">
            <a:noAutofit/>
          </a:bodyPr>
          <a:lstStyle>
            <a:lvl1pPr marL="342900" lvl="0" indent="-304800" algn="l">
              <a:lnSpc>
                <a:spcPct val="100000"/>
              </a:lnSpc>
              <a:spcBef>
                <a:spcPts val="468"/>
              </a:spcBef>
              <a:spcAft>
                <a:spcPts val="0"/>
              </a:spcAft>
              <a:buSzPts val="2800"/>
              <a:buChar char="•"/>
              <a:defRPr sz="2100"/>
            </a:lvl1pPr>
            <a:lvl2pPr marL="685800" lvl="1" indent="-295275" algn="l">
              <a:lnSpc>
                <a:spcPct val="100000"/>
              </a:lnSpc>
              <a:spcBef>
                <a:spcPts val="468"/>
              </a:spcBef>
              <a:spcAft>
                <a:spcPts val="0"/>
              </a:spcAft>
              <a:buSzPts val="2600"/>
              <a:buChar char="−"/>
              <a:defRPr sz="1950" b="0"/>
            </a:lvl2pPr>
            <a:lvl3pPr marL="1028700" lvl="2" indent="-262889" algn="l">
              <a:lnSpc>
                <a:spcPct val="100000"/>
              </a:lnSpc>
              <a:spcBef>
                <a:spcPts val="468"/>
              </a:spcBef>
              <a:spcAft>
                <a:spcPts val="0"/>
              </a:spcAft>
              <a:buSzPts val="1920"/>
              <a:buChar char="▪"/>
              <a:defRPr sz="1800" b="0"/>
            </a:lvl3pPr>
            <a:lvl4pPr marL="1371600" marR="0" lvl="3" indent="-171450" algn="l">
              <a:lnSpc>
                <a:spcPct val="100000"/>
              </a:lnSpc>
              <a:spcBef>
                <a:spcPts val="468"/>
              </a:spcBef>
              <a:spcAft>
                <a:spcPts val="0"/>
              </a:spcAft>
              <a:buClr>
                <a:schemeClr val="dk1"/>
              </a:buClr>
              <a:buSzPts val="2400"/>
              <a:buFont typeface="Arial"/>
              <a:buNone/>
              <a:defRPr/>
            </a:lvl4pPr>
            <a:lvl5pPr marL="1714500" lvl="4" indent="-257175" algn="l">
              <a:lnSpc>
                <a:spcPct val="90000"/>
              </a:lnSpc>
              <a:spcBef>
                <a:spcPts val="450"/>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6" name="Google Shape;46;p53"/>
          <p:cNvSpPr>
            <a:spLocks noGrp="1"/>
          </p:cNvSpPr>
          <p:nvPr>
            <p:ph type="pic" idx="2"/>
          </p:nvPr>
        </p:nvSpPr>
        <p:spPr>
          <a:xfrm>
            <a:off x="712789" y="3713163"/>
            <a:ext cx="3640137" cy="1636712"/>
          </a:xfrm>
          <a:prstGeom prst="rect">
            <a:avLst/>
          </a:prstGeom>
          <a:noFill/>
          <a:ln>
            <a:noFill/>
          </a:ln>
        </p:spPr>
      </p:sp>
      <p:sp>
        <p:nvSpPr>
          <p:cNvPr id="47" name="Google Shape;47;p53"/>
          <p:cNvSpPr>
            <a:spLocks noGrp="1"/>
          </p:cNvSpPr>
          <p:nvPr>
            <p:ph type="pic" idx="3"/>
          </p:nvPr>
        </p:nvSpPr>
        <p:spPr>
          <a:xfrm>
            <a:off x="5157790" y="3713165"/>
            <a:ext cx="3062287" cy="1343025"/>
          </a:xfrm>
          <a:prstGeom prst="rect">
            <a:avLst/>
          </a:prstGeom>
          <a:noFill/>
          <a:ln>
            <a:noFill/>
          </a:ln>
        </p:spPr>
      </p:sp>
      <p:sp>
        <p:nvSpPr>
          <p:cNvPr id="48" name="Google Shape;48;p53"/>
          <p:cNvSpPr txBox="1">
            <a:spLocks noGrp="1"/>
          </p:cNvSpPr>
          <p:nvPr>
            <p:ph type="body" idx="4"/>
          </p:nvPr>
        </p:nvSpPr>
        <p:spPr>
          <a:xfrm>
            <a:off x="7839076" y="2259013"/>
            <a:ext cx="3408363" cy="14541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6338014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_Title Content and image caption" preserve="1">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4"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2" name="Google Shape;52;p54"/>
          <p:cNvSpPr txBox="1">
            <a:spLocks noGrp="1"/>
          </p:cNvSpPr>
          <p:nvPr>
            <p:ph type="body" idx="1"/>
          </p:nvPr>
        </p:nvSpPr>
        <p:spPr>
          <a:xfrm>
            <a:off x="476844" y="1280161"/>
            <a:ext cx="11241915" cy="177501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3" name="Google Shape;53;p54"/>
          <p:cNvSpPr txBox="1">
            <a:spLocks noGrp="1"/>
          </p:cNvSpPr>
          <p:nvPr>
            <p:ph type="body" idx="2"/>
          </p:nvPr>
        </p:nvSpPr>
        <p:spPr>
          <a:xfrm>
            <a:off x="476251" y="3184525"/>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4" name="Google Shape;54;p54"/>
          <p:cNvSpPr txBox="1">
            <a:spLocks noGrp="1"/>
          </p:cNvSpPr>
          <p:nvPr>
            <p:ph type="body" idx="3"/>
          </p:nvPr>
        </p:nvSpPr>
        <p:spPr>
          <a:xfrm>
            <a:off x="476251" y="3925890"/>
            <a:ext cx="4525963" cy="61277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55" name="Google Shape;55;p54"/>
          <p:cNvSpPr>
            <a:spLocks noGrp="1"/>
          </p:cNvSpPr>
          <p:nvPr>
            <p:ph type="pic" idx="4"/>
          </p:nvPr>
        </p:nvSpPr>
        <p:spPr>
          <a:xfrm>
            <a:off x="5745164" y="3313113"/>
            <a:ext cx="2484437" cy="1054100"/>
          </a:xfrm>
          <a:prstGeom prst="rect">
            <a:avLst/>
          </a:prstGeom>
          <a:noFill/>
          <a:ln>
            <a:noFill/>
          </a:ln>
        </p:spPr>
      </p:sp>
      <p:sp>
        <p:nvSpPr>
          <p:cNvPr id="56" name="Google Shape;56;p54"/>
          <p:cNvSpPr>
            <a:spLocks noGrp="1"/>
          </p:cNvSpPr>
          <p:nvPr>
            <p:ph type="pic" idx="5"/>
          </p:nvPr>
        </p:nvSpPr>
        <p:spPr>
          <a:xfrm>
            <a:off x="5948364" y="4538663"/>
            <a:ext cx="2033587" cy="754062"/>
          </a:xfrm>
          <a:prstGeom prst="rect">
            <a:avLst/>
          </a:prstGeom>
          <a:noFill/>
          <a:ln>
            <a:noFill/>
          </a:ln>
        </p:spPr>
      </p:sp>
    </p:spTree>
    <p:extLst>
      <p:ext uri="{BB962C8B-B14F-4D97-AF65-F5344CB8AC3E}">
        <p14:creationId xmlns:p14="http://schemas.microsoft.com/office/powerpoint/2010/main" val="5957776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hree Content" preserve="1">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55"/>
          <p:cNvSpPr txBox="1">
            <a:spLocks noGrp="1"/>
          </p:cNvSpPr>
          <p:nvPr>
            <p:ph type="body" idx="1"/>
          </p:nvPr>
        </p:nvSpPr>
        <p:spPr>
          <a:xfrm>
            <a:off x="476844"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0" name="Google Shape;60;p55"/>
          <p:cNvSpPr txBox="1">
            <a:spLocks noGrp="1"/>
          </p:cNvSpPr>
          <p:nvPr>
            <p:ph type="body" idx="2"/>
          </p:nvPr>
        </p:nvSpPr>
        <p:spPr>
          <a:xfrm>
            <a:off x="4423735" y="1829037"/>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1" name="Google Shape;61;p55"/>
          <p:cNvSpPr txBox="1">
            <a:spLocks noGrp="1"/>
          </p:cNvSpPr>
          <p:nvPr>
            <p:ph type="body" idx="3"/>
          </p:nvPr>
        </p:nvSpPr>
        <p:spPr>
          <a:xfrm>
            <a:off x="8370625" y="1825625"/>
            <a:ext cx="3344531"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285750" algn="l">
              <a:lnSpc>
                <a:spcPct val="90000"/>
              </a:lnSpc>
              <a:spcBef>
                <a:spcPts val="600"/>
              </a:spcBef>
              <a:spcAft>
                <a:spcPts val="0"/>
              </a:spcAft>
              <a:buClr>
                <a:schemeClr val="dk1"/>
              </a:buClr>
              <a:buSzPts val="2400"/>
              <a:buFont typeface="Arial"/>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4633972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Subtitle" preserve="1">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4" name="Google Shape;64;p56"/>
          <p:cNvSpPr txBox="1">
            <a:spLocks noGrp="1"/>
          </p:cNvSpPr>
          <p:nvPr>
            <p:ph type="body" idx="1"/>
          </p:nvPr>
        </p:nvSpPr>
        <p:spPr>
          <a:xfrm>
            <a:off x="476844" y="188767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5" name="Google Shape;65;p56"/>
          <p:cNvSpPr txBox="1">
            <a:spLocks noGrp="1"/>
          </p:cNvSpPr>
          <p:nvPr>
            <p:ph type="body" idx="2"/>
          </p:nvPr>
        </p:nvSpPr>
        <p:spPr>
          <a:xfrm>
            <a:off x="476844" y="2677888"/>
            <a:ext cx="11241915" cy="2621900"/>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66" name="Google Shape;66;p56"/>
          <p:cNvSpPr txBox="1">
            <a:spLocks noGrp="1"/>
          </p:cNvSpPr>
          <p:nvPr>
            <p:ph type="body" idx="3"/>
          </p:nvPr>
        </p:nvSpPr>
        <p:spPr>
          <a:xfrm>
            <a:off x="476844" y="5395329"/>
            <a:ext cx="11241915" cy="951787"/>
          </a:xfrm>
          <a:prstGeom prst="rect">
            <a:avLst/>
          </a:prstGeom>
          <a:noFill/>
          <a:ln>
            <a:noFill/>
          </a:ln>
        </p:spPr>
        <p:txBody>
          <a:bodyPr spcFirstLastPara="1" wrap="square" lIns="91425" tIns="45700" rIns="91425" bIns="45700" anchor="t" anchorCtr="0">
            <a:noAutofit/>
          </a:bodyPr>
          <a:lstStyle>
            <a:lvl1pPr marL="342900" lvl="0" indent="-214313" algn="l">
              <a:lnSpc>
                <a:spcPct val="100000"/>
              </a:lnSpc>
              <a:spcBef>
                <a:spcPts val="750"/>
              </a:spcBef>
              <a:spcAft>
                <a:spcPts val="0"/>
              </a:spcAft>
              <a:buSzPts val="900"/>
              <a:buChar char="•"/>
              <a:defRPr sz="675" b="0"/>
            </a:lvl1pPr>
            <a:lvl2pPr marL="685800" lvl="1" indent="-214313" algn="l">
              <a:lnSpc>
                <a:spcPct val="100000"/>
              </a:lnSpc>
              <a:spcBef>
                <a:spcPts val="600"/>
              </a:spcBef>
              <a:spcAft>
                <a:spcPts val="0"/>
              </a:spcAft>
              <a:buSzPts val="900"/>
              <a:buChar char="−"/>
              <a:defRPr sz="675" b="0"/>
            </a:lvl2pPr>
            <a:lvl3pPr marL="1028700" lvl="2" indent="-205739" algn="l">
              <a:lnSpc>
                <a:spcPct val="100000"/>
              </a:lnSpc>
              <a:spcBef>
                <a:spcPts val="600"/>
              </a:spcBef>
              <a:spcAft>
                <a:spcPts val="0"/>
              </a:spcAft>
              <a:buSzPts val="720"/>
              <a:buChar char="▪"/>
              <a:defRPr sz="675" b="0"/>
            </a:lvl3pPr>
            <a:lvl4pPr marL="1371600" lvl="3" indent="-214313" algn="l">
              <a:lnSpc>
                <a:spcPct val="90000"/>
              </a:lnSpc>
              <a:spcBef>
                <a:spcPts val="600"/>
              </a:spcBef>
              <a:spcAft>
                <a:spcPts val="0"/>
              </a:spcAft>
              <a:buSzPts val="900"/>
              <a:buChar char="•"/>
              <a:defRPr sz="675" b="0"/>
            </a:lvl4pPr>
            <a:lvl5pPr marL="1714500" lvl="4" indent="-214313" algn="l">
              <a:lnSpc>
                <a:spcPct val="90000"/>
              </a:lnSpc>
              <a:spcBef>
                <a:spcPts val="375"/>
              </a:spcBef>
              <a:spcAft>
                <a:spcPts val="0"/>
              </a:spcAft>
              <a:buClr>
                <a:schemeClr val="accent1"/>
              </a:buClr>
              <a:buSzPts val="900"/>
              <a:buChar char="•"/>
              <a:defRPr sz="675" b="0"/>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68195061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Subtitle/Images" preserve="1">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4"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9" name="Google Shape;69;p57"/>
          <p:cNvSpPr txBox="1">
            <a:spLocks noGrp="1"/>
          </p:cNvSpPr>
          <p:nvPr>
            <p:ph type="body" idx="1"/>
          </p:nvPr>
        </p:nvSpPr>
        <p:spPr>
          <a:xfrm>
            <a:off x="476844" y="1857696"/>
            <a:ext cx="11241915" cy="69114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800"/>
              <a:buNone/>
              <a:defRPr sz="2100" b="1"/>
            </a:lvl1pPr>
            <a:lvl2pPr marL="685800" lvl="1" indent="-304800" algn="l">
              <a:lnSpc>
                <a:spcPct val="100000"/>
              </a:lnSpc>
              <a:spcBef>
                <a:spcPts val="600"/>
              </a:spcBef>
              <a:spcAft>
                <a:spcPts val="0"/>
              </a:spcAft>
              <a:buSzPts val="2800"/>
              <a:buChar char="−"/>
              <a:defRPr sz="21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0" name="Google Shape;70;p57"/>
          <p:cNvSpPr txBox="1">
            <a:spLocks noGrp="1"/>
          </p:cNvSpPr>
          <p:nvPr>
            <p:ph type="body" idx="2"/>
          </p:nvPr>
        </p:nvSpPr>
        <p:spPr>
          <a:xfrm>
            <a:off x="476844" y="2677888"/>
            <a:ext cx="11241915" cy="1505492"/>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4731233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ulti Image/Content" preserve="1">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4" y="473247"/>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24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7" name="Google Shape;77;p58"/>
          <p:cNvSpPr txBox="1">
            <a:spLocks noGrp="1"/>
          </p:cNvSpPr>
          <p:nvPr>
            <p:ph type="body" idx="1"/>
          </p:nvPr>
        </p:nvSpPr>
        <p:spPr>
          <a:xfrm>
            <a:off x="480447"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8" name="Google Shape;78;p58"/>
          <p:cNvSpPr txBox="1">
            <a:spLocks noGrp="1"/>
          </p:cNvSpPr>
          <p:nvPr>
            <p:ph type="body" idx="2"/>
          </p:nvPr>
        </p:nvSpPr>
        <p:spPr>
          <a:xfrm>
            <a:off x="3386091" y="1176279"/>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79" name="Google Shape;79;p58"/>
          <p:cNvSpPr txBox="1">
            <a:spLocks noGrp="1"/>
          </p:cNvSpPr>
          <p:nvPr>
            <p:ph type="body" idx="3"/>
          </p:nvPr>
        </p:nvSpPr>
        <p:spPr>
          <a:xfrm>
            <a:off x="628549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0" name="Google Shape;80;p58"/>
          <p:cNvSpPr txBox="1">
            <a:spLocks noGrp="1"/>
          </p:cNvSpPr>
          <p:nvPr>
            <p:ph type="body" idx="4"/>
          </p:nvPr>
        </p:nvSpPr>
        <p:spPr>
          <a:xfrm>
            <a:off x="9155519" y="1185185"/>
            <a:ext cx="2563240"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1" name="Google Shape;81;p58"/>
          <p:cNvSpPr txBox="1">
            <a:spLocks noGrp="1"/>
          </p:cNvSpPr>
          <p:nvPr>
            <p:ph type="body" idx="5"/>
          </p:nvPr>
        </p:nvSpPr>
        <p:spPr>
          <a:xfrm>
            <a:off x="480446"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2" name="Google Shape;82;p58"/>
          <p:cNvSpPr txBox="1">
            <a:spLocks noGrp="1"/>
          </p:cNvSpPr>
          <p:nvPr>
            <p:ph type="body" idx="6"/>
          </p:nvPr>
        </p:nvSpPr>
        <p:spPr>
          <a:xfrm>
            <a:off x="3386090" y="3359963"/>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3" name="Google Shape;83;p58"/>
          <p:cNvSpPr txBox="1">
            <a:spLocks noGrp="1"/>
          </p:cNvSpPr>
          <p:nvPr>
            <p:ph type="body" idx="7"/>
          </p:nvPr>
        </p:nvSpPr>
        <p:spPr>
          <a:xfrm>
            <a:off x="628549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4" name="Google Shape;84;p58"/>
          <p:cNvSpPr txBox="1">
            <a:spLocks noGrp="1"/>
          </p:cNvSpPr>
          <p:nvPr>
            <p:ph type="body" idx="8"/>
          </p:nvPr>
        </p:nvSpPr>
        <p:spPr>
          <a:xfrm>
            <a:off x="9155518" y="3368869"/>
            <a:ext cx="2563241" cy="2024480"/>
          </a:xfrm>
          <a:prstGeom prst="rect">
            <a:avLst/>
          </a:prstGeom>
          <a:noFill/>
          <a:ln>
            <a:noFill/>
          </a:ln>
        </p:spPr>
        <p:txBody>
          <a:bodyPr spcFirstLastPara="1" wrap="square" lIns="91425" tIns="45700" rIns="91425" bIns="45700" anchor="t" anchorCtr="0">
            <a:noAutofit/>
          </a:bodyPr>
          <a:lstStyle>
            <a:lvl1pPr marL="342900" lvl="0" indent="-171450" algn="ctr">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5" name="Google Shape;85;p58"/>
          <p:cNvSpPr txBox="1">
            <a:spLocks noGrp="1"/>
          </p:cNvSpPr>
          <p:nvPr>
            <p:ph type="body" idx="9"/>
          </p:nvPr>
        </p:nvSpPr>
        <p:spPr>
          <a:xfrm>
            <a:off x="741362" y="5549902"/>
            <a:ext cx="1909763"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6" name="Google Shape;86;p58"/>
          <p:cNvSpPr txBox="1">
            <a:spLocks noGrp="1"/>
          </p:cNvSpPr>
          <p:nvPr>
            <p:ph type="body" idx="13"/>
          </p:nvPr>
        </p:nvSpPr>
        <p:spPr>
          <a:xfrm>
            <a:off x="3305177" y="5549902"/>
            <a:ext cx="2562225" cy="430213"/>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7" name="Google Shape;87;p58"/>
          <p:cNvSpPr txBox="1">
            <a:spLocks noGrp="1"/>
          </p:cNvSpPr>
          <p:nvPr>
            <p:ph type="body" idx="14"/>
          </p:nvPr>
        </p:nvSpPr>
        <p:spPr>
          <a:xfrm>
            <a:off x="6181726" y="554355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88" name="Google Shape;88;p58"/>
          <p:cNvSpPr txBox="1">
            <a:spLocks noGrp="1"/>
          </p:cNvSpPr>
          <p:nvPr>
            <p:ph type="body" idx="15"/>
          </p:nvPr>
        </p:nvSpPr>
        <p:spPr>
          <a:xfrm>
            <a:off x="9156534" y="5549900"/>
            <a:ext cx="2562225" cy="514350"/>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257175" algn="l">
              <a:lnSpc>
                <a:spcPct val="100000"/>
              </a:lnSpc>
              <a:spcBef>
                <a:spcPts val="600"/>
              </a:spcBef>
              <a:spcAft>
                <a:spcPts val="0"/>
              </a:spcAft>
              <a:buSzPts val="1800"/>
              <a:buChar char="−"/>
              <a:defRPr/>
            </a:lvl2pPr>
            <a:lvl3pPr marL="1028700" lvl="2" indent="-240029" algn="l">
              <a:lnSpc>
                <a:spcPct val="100000"/>
              </a:lnSpc>
              <a:spcBef>
                <a:spcPts val="600"/>
              </a:spcBef>
              <a:spcAft>
                <a:spcPts val="0"/>
              </a:spcAft>
              <a:buSzPts val="1440"/>
              <a:buChar char="▪"/>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4250796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wo Image/One Content" preserve="1">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1" name="Google Shape;91;p59"/>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2" name="Google Shape;92;p59"/>
          <p:cNvSpPr txBox="1">
            <a:spLocks noGrp="1"/>
          </p:cNvSpPr>
          <p:nvPr>
            <p:ph type="body" idx="2"/>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7134600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wo Image/Two Content" preserve="1">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96" name="Google Shape;96;p60"/>
          <p:cNvSpPr txBox="1">
            <a:spLocks noGrp="1"/>
          </p:cNvSpPr>
          <p:nvPr>
            <p:ph type="body" idx="1"/>
          </p:nvPr>
        </p:nvSpPr>
        <p:spPr>
          <a:xfrm>
            <a:off x="476844" y="1825628"/>
            <a:ext cx="2875957" cy="2045728"/>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8" name="Google Shape;98;p60"/>
          <p:cNvSpPr txBox="1">
            <a:spLocks noGrp="1"/>
          </p:cNvSpPr>
          <p:nvPr>
            <p:ph type="body" idx="3"/>
          </p:nvPr>
        </p:nvSpPr>
        <p:spPr>
          <a:xfrm>
            <a:off x="476844" y="4132560"/>
            <a:ext cx="2875957" cy="204572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99" name="Google Shape;99;p60"/>
          <p:cNvSpPr txBox="1">
            <a:spLocks noGrp="1"/>
          </p:cNvSpPr>
          <p:nvPr>
            <p:ph type="body" idx="4"/>
          </p:nvPr>
        </p:nvSpPr>
        <p:spPr>
          <a:xfrm>
            <a:off x="3624200" y="4136860"/>
            <a:ext cx="8090957" cy="2045728"/>
          </a:xfrm>
          <a:prstGeom prst="rect">
            <a:avLst/>
          </a:prstGeom>
          <a:noFill/>
          <a:ln>
            <a:noFill/>
          </a:ln>
        </p:spPr>
        <p:txBody>
          <a:bodyPr spcFirstLastPara="1" wrap="square" lIns="91425" tIns="45700" rIns="91425" bIns="45700" anchor="t" anchorCtr="0">
            <a:noAutofit/>
          </a:bodyPr>
          <a:lstStyle>
            <a:lvl1pPr marL="342900" lvl="0" indent="-285750" algn="l">
              <a:lnSpc>
                <a:spcPct val="100000"/>
              </a:lnSpc>
              <a:spcBef>
                <a:spcPts val="750"/>
              </a:spcBef>
              <a:spcAft>
                <a:spcPts val="0"/>
              </a:spcAft>
              <a:buSzPts val="2400"/>
              <a:buChar char="•"/>
              <a:defRPr sz="1800" b="0"/>
            </a:lvl1pPr>
            <a:lvl2pPr marL="685800" lvl="1" indent="-285750" algn="l">
              <a:lnSpc>
                <a:spcPct val="100000"/>
              </a:lnSpc>
              <a:spcBef>
                <a:spcPts val="600"/>
              </a:spcBef>
              <a:spcAft>
                <a:spcPts val="0"/>
              </a:spcAft>
              <a:buSzPts val="2400"/>
              <a:buChar char="−"/>
              <a:defRPr sz="1800" b="0"/>
            </a:lvl2pPr>
            <a:lvl3pPr marL="1028700" lvl="2" indent="-262889" algn="l">
              <a:lnSpc>
                <a:spcPct val="100000"/>
              </a:lnSpc>
              <a:spcBef>
                <a:spcPts val="600"/>
              </a:spcBef>
              <a:spcAft>
                <a:spcPts val="0"/>
              </a:spcAft>
              <a:buSzPts val="1920"/>
              <a:buChar char="▪"/>
              <a:defRPr sz="1800" b="0"/>
            </a:lvl3pPr>
            <a:lvl4pPr marL="1371600" marR="0" lvl="3" indent="-171450" algn="l">
              <a:lnSpc>
                <a:spcPct val="90000"/>
              </a:lnSpc>
              <a:spcBef>
                <a:spcPts val="600"/>
              </a:spcBef>
              <a:spcAft>
                <a:spcPts val="0"/>
              </a:spcAft>
              <a:buClr>
                <a:schemeClr val="dk1"/>
              </a:buClr>
              <a:buSzPts val="2400"/>
              <a:buFont typeface="Arial"/>
              <a:buNone/>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784624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hree Image/Three Content" preserve="1">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02" name="Google Shape;102;p61"/>
          <p:cNvSpPr txBox="1">
            <a:spLocks noGrp="1"/>
          </p:cNvSpPr>
          <p:nvPr>
            <p:ph type="body" idx="1"/>
          </p:nvPr>
        </p:nvSpPr>
        <p:spPr>
          <a:xfrm>
            <a:off x="476844" y="1825630"/>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4" name="Google Shape;104;p61"/>
          <p:cNvSpPr txBox="1">
            <a:spLocks noGrp="1"/>
          </p:cNvSpPr>
          <p:nvPr>
            <p:ph type="body" idx="3"/>
          </p:nvPr>
        </p:nvSpPr>
        <p:spPr>
          <a:xfrm>
            <a:off x="479344" y="3207221"/>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6" name="Google Shape;106;p61"/>
          <p:cNvSpPr txBox="1">
            <a:spLocks noGrp="1"/>
          </p:cNvSpPr>
          <p:nvPr>
            <p:ph type="body" idx="5"/>
          </p:nvPr>
        </p:nvSpPr>
        <p:spPr>
          <a:xfrm>
            <a:off x="479344" y="4631284"/>
            <a:ext cx="2875957" cy="1217447"/>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272019520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Four Image/Four Content" preserve="1">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10" name="Google Shape;110;p62"/>
          <p:cNvSpPr txBox="1">
            <a:spLocks noGrp="1"/>
          </p:cNvSpPr>
          <p:nvPr>
            <p:ph type="body" idx="1"/>
          </p:nvPr>
        </p:nvSpPr>
        <p:spPr>
          <a:xfrm>
            <a:off x="476844" y="182562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1" name="Google Shape;111;p62"/>
          <p:cNvSpPr txBox="1">
            <a:spLocks noGrp="1"/>
          </p:cNvSpPr>
          <p:nvPr>
            <p:ph type="body" idx="2"/>
          </p:nvPr>
        </p:nvSpPr>
        <p:spPr>
          <a:xfrm>
            <a:off x="3624200" y="182562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2" name="Google Shape;112;p62"/>
          <p:cNvSpPr txBox="1">
            <a:spLocks noGrp="1"/>
          </p:cNvSpPr>
          <p:nvPr>
            <p:ph type="body" idx="3"/>
          </p:nvPr>
        </p:nvSpPr>
        <p:spPr>
          <a:xfrm>
            <a:off x="476844" y="2941438"/>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3" name="Google Shape;113;p62"/>
          <p:cNvSpPr txBox="1">
            <a:spLocks noGrp="1"/>
          </p:cNvSpPr>
          <p:nvPr>
            <p:ph type="body" idx="4"/>
          </p:nvPr>
        </p:nvSpPr>
        <p:spPr>
          <a:xfrm>
            <a:off x="3624200" y="2941437"/>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5" name="Google Shape;115;p62"/>
          <p:cNvSpPr txBox="1">
            <a:spLocks noGrp="1"/>
          </p:cNvSpPr>
          <p:nvPr>
            <p:ph type="body" idx="6"/>
          </p:nvPr>
        </p:nvSpPr>
        <p:spPr>
          <a:xfrm>
            <a:off x="3627802" y="406596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342900" lvl="0" indent="-171450" algn="l">
              <a:lnSpc>
                <a:spcPct val="100000"/>
              </a:lnSpc>
              <a:spcBef>
                <a:spcPts val="750"/>
              </a:spcBef>
              <a:spcAft>
                <a:spcPts val="0"/>
              </a:spcAft>
              <a:buSzPts val="2400"/>
              <a:buNone/>
              <a:defRPr/>
            </a:lvl1pPr>
            <a:lvl2pPr marL="685800" lvl="1" indent="-171450" algn="l">
              <a:lnSpc>
                <a:spcPct val="100000"/>
              </a:lnSpc>
              <a:spcBef>
                <a:spcPts val="600"/>
              </a:spcBef>
              <a:spcAft>
                <a:spcPts val="0"/>
              </a:spcAft>
              <a:buSzPts val="2400"/>
              <a:buNone/>
              <a:defRPr/>
            </a:lvl2pPr>
            <a:lvl3pPr marL="1028700" lvl="2" indent="-171450" algn="l">
              <a:lnSpc>
                <a:spcPct val="100000"/>
              </a:lnSpc>
              <a:spcBef>
                <a:spcPts val="600"/>
              </a:spcBef>
              <a:spcAft>
                <a:spcPts val="0"/>
              </a:spcAft>
              <a:buSzPts val="1920"/>
              <a:buNone/>
              <a:defRPr/>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
        <p:nvSpPr>
          <p:cNvPr id="117" name="Google Shape;117;p62"/>
          <p:cNvSpPr txBox="1">
            <a:spLocks noGrp="1"/>
          </p:cNvSpPr>
          <p:nvPr>
            <p:ph type="body" idx="8"/>
          </p:nvPr>
        </p:nvSpPr>
        <p:spPr>
          <a:xfrm>
            <a:off x="3627802" y="5181770"/>
            <a:ext cx="8090957" cy="895515"/>
          </a:xfrm>
          <a:prstGeom prst="rect">
            <a:avLst/>
          </a:prstGeom>
          <a:noFill/>
          <a:ln>
            <a:noFill/>
          </a:ln>
        </p:spPr>
        <p:txBody>
          <a:bodyPr spcFirstLastPara="1" wrap="square" lIns="91425" tIns="45700" rIns="91425" bIns="45700" anchor="t" anchorCtr="0">
            <a:noAutofit/>
          </a:bodyPr>
          <a:lstStyle>
            <a:lvl1pPr marL="342900" lvl="0" indent="-257175" algn="l">
              <a:lnSpc>
                <a:spcPct val="100000"/>
              </a:lnSpc>
              <a:spcBef>
                <a:spcPts val="750"/>
              </a:spcBef>
              <a:spcAft>
                <a:spcPts val="0"/>
              </a:spcAft>
              <a:buSzPts val="1800"/>
              <a:buChar char="•"/>
              <a:defRPr sz="1350" b="0"/>
            </a:lvl1pPr>
            <a:lvl2pPr marL="685800" lvl="1" indent="-257175" algn="l">
              <a:lnSpc>
                <a:spcPct val="100000"/>
              </a:lnSpc>
              <a:spcBef>
                <a:spcPts val="600"/>
              </a:spcBef>
              <a:spcAft>
                <a:spcPts val="0"/>
              </a:spcAft>
              <a:buSzPts val="1800"/>
              <a:buChar char="−"/>
              <a:defRPr sz="1350" b="0"/>
            </a:lvl2pPr>
            <a:lvl3pPr marL="1028700" lvl="2" indent="-240029" algn="l">
              <a:lnSpc>
                <a:spcPct val="100000"/>
              </a:lnSpc>
              <a:spcBef>
                <a:spcPts val="600"/>
              </a:spcBef>
              <a:spcAft>
                <a:spcPts val="0"/>
              </a:spcAft>
              <a:buSzPts val="1440"/>
              <a:buChar char="▪"/>
              <a:defRPr sz="1350" b="0"/>
            </a:lvl3pPr>
            <a:lvl4pPr marL="1371600" lvl="3" indent="-257175" algn="l">
              <a:lnSpc>
                <a:spcPct val="90000"/>
              </a:lnSpc>
              <a:spcBef>
                <a:spcPts val="600"/>
              </a:spcBef>
              <a:spcAft>
                <a:spcPts val="0"/>
              </a:spcAft>
              <a:buSzPts val="1800"/>
              <a:buChar char="•"/>
              <a:defRPr/>
            </a:lvl4pPr>
            <a:lvl5pPr marL="1714500" lvl="4" indent="-257175" algn="l">
              <a:lnSpc>
                <a:spcPct val="90000"/>
              </a:lnSpc>
              <a:spcBef>
                <a:spcPts val="375"/>
              </a:spcBef>
              <a:spcAft>
                <a:spcPts val="0"/>
              </a:spcAft>
              <a:buClr>
                <a:schemeClr val="accent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pPr lvl="0"/>
            <a:r>
              <a:rPr lang="en-US"/>
              <a:t>Click to edit Master text styles</a:t>
            </a:r>
          </a:p>
        </p:txBody>
      </p:sp>
    </p:spTree>
    <p:extLst>
      <p:ext uri="{BB962C8B-B14F-4D97-AF65-F5344CB8AC3E}">
        <p14:creationId xmlns:p14="http://schemas.microsoft.com/office/powerpoint/2010/main" val="13100900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384832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B94EA-E0FC-45F7-8A06-3CE9694ED2AD}"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E4ECC14-25A4-4E96-A863-D89966B2F4B2}" type="slidenum">
              <a:rPr lang="en-US" smtClean="0"/>
              <a:pPr/>
              <a:t>‹#›</a:t>
            </a:fld>
            <a:endParaRPr lang="en-US"/>
          </a:p>
        </p:txBody>
      </p:sp>
      <p:sp>
        <p:nvSpPr>
          <p:cNvPr id="5" name="Title 1"/>
          <p:cNvSpPr>
            <a:spLocks noGrp="1"/>
          </p:cNvSpPr>
          <p:nvPr>
            <p:ph type="title"/>
          </p:nvPr>
        </p:nvSpPr>
        <p:spPr>
          <a:xfrm>
            <a:off x="609600" y="274638"/>
            <a:ext cx="10972800" cy="1143000"/>
          </a:xfrm>
        </p:spPr>
        <p:txBody>
          <a:bodyPr/>
          <a:lstStyle/>
          <a:p>
            <a:r>
              <a:rPr lang="en-US"/>
              <a:t>Click to edit Master title style</a:t>
            </a:r>
          </a:p>
        </p:txBody>
      </p:sp>
      <p:sp>
        <p:nvSpPr>
          <p:cNvPr id="7" name="Content Placeholder 6"/>
          <p:cNvSpPr>
            <a:spLocks noGrp="1"/>
          </p:cNvSpPr>
          <p:nvPr>
            <p:ph sz="quarter" idx="13"/>
          </p:nvPr>
        </p:nvSpPr>
        <p:spPr>
          <a:xfrm>
            <a:off x="609600" y="1654176"/>
            <a:ext cx="10972800" cy="122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p:cNvSpPr>
            <a:spLocks noGrp="1"/>
          </p:cNvSpPr>
          <p:nvPr>
            <p:ph type="pic" sz="quarter" idx="14"/>
          </p:nvPr>
        </p:nvSpPr>
        <p:spPr>
          <a:xfrm>
            <a:off x="3012017" y="3468689"/>
            <a:ext cx="1363133" cy="1277937"/>
          </a:xfrm>
        </p:spPr>
        <p:txBody>
          <a:bodyPr/>
          <a:lstStyle/>
          <a:p>
            <a:r>
              <a:rPr lang="en-US"/>
              <a:t>Click icon to add picture</a:t>
            </a:r>
          </a:p>
        </p:txBody>
      </p:sp>
      <p:sp>
        <p:nvSpPr>
          <p:cNvPr id="11" name="Picture Placeholder 10"/>
          <p:cNvSpPr>
            <a:spLocks noGrp="1"/>
          </p:cNvSpPr>
          <p:nvPr>
            <p:ph type="pic" sz="quarter" idx="15"/>
          </p:nvPr>
        </p:nvSpPr>
        <p:spPr>
          <a:xfrm>
            <a:off x="6794501" y="3281363"/>
            <a:ext cx="1231900" cy="1585912"/>
          </a:xfrm>
        </p:spPr>
        <p:txBody>
          <a:bodyPr/>
          <a:lstStyle/>
          <a:p>
            <a:r>
              <a:rPr lang="en-US"/>
              <a:t>Click icon to add picture</a:t>
            </a:r>
          </a:p>
        </p:txBody>
      </p:sp>
      <p:sp>
        <p:nvSpPr>
          <p:cNvPr id="13" name="Content Placeholder 12"/>
          <p:cNvSpPr>
            <a:spLocks noGrp="1"/>
          </p:cNvSpPr>
          <p:nvPr>
            <p:ph sz="quarter" idx="16"/>
          </p:nvPr>
        </p:nvSpPr>
        <p:spPr>
          <a:xfrm>
            <a:off x="609600" y="5068888"/>
            <a:ext cx="10972800" cy="887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73316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0B94EA-E0FC-45F7-8A06-3CE9694ED2AD}"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E4ECC14-25A4-4E96-A863-D89966B2F4B2}" type="slidenum">
              <a:rPr lang="en-US" smtClean="0"/>
              <a:pPr/>
              <a:t>‹#›</a:t>
            </a:fld>
            <a:endParaRPr lang="en-US"/>
          </a:p>
        </p:txBody>
      </p:sp>
    </p:spTree>
    <p:extLst>
      <p:ext uri="{BB962C8B-B14F-4D97-AF65-F5344CB8AC3E}">
        <p14:creationId xmlns:p14="http://schemas.microsoft.com/office/powerpoint/2010/main" val="4135684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image" Target="../media/image1.png"/><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theme" Target="../theme/theme2.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1">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dirty="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92429F0C-08A1-7F69-4084-BC3D2CDF840A}"/>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83578450"/>
      </p:ext>
    </p:extLst>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7" r:id="rId16"/>
    <p:sldLayoutId id="2147483717" r:id="rId17"/>
    <p:sldLayoutId id="2147483718" r:id="rId18"/>
    <p:sldLayoutId id="2147483719" r:id="rId19"/>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4" y="473247"/>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4"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20">
            <a:alphaModFix/>
          </a:blip>
          <a:srcRect/>
          <a:stretch/>
        </p:blipFill>
        <p:spPr>
          <a:xfrm>
            <a:off x="183089" y="6223887"/>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b="0" i="0" u="none" strike="noStrike" cap="none">
                <a:solidFill>
                  <a:schemeClr val="lt1"/>
                </a:solidFill>
                <a:latin typeface="Work Sans"/>
                <a:ea typeface="Work Sans"/>
                <a:cs typeface="Work Sans"/>
                <a:sym typeface="Work Sans"/>
              </a:rPr>
              <a:pPr marL="0" marR="0" lvl="0" indent="0" algn="r" rtl="0">
                <a:spcBef>
                  <a:spcPts val="0"/>
                </a:spcBef>
                <a:spcAft>
                  <a:spcPts val="0"/>
                </a:spcAft>
                <a:buNone/>
              </a:pPr>
              <a:t>‹#›</a:t>
            </a:fld>
            <a:endParaRPr sz="825" b="0" i="0" u="none" strike="noStrike" cap="none">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356623C4-417E-1011-84C3-B1BCCBC4E005}"/>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186739697"/>
      </p:ext>
    </p:extLst>
  </p:cSld>
  <p:clrMap bg1="lt1" tx1="dk1" bg2="dk2"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19.xml"/><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9.xml"/><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0.xml"/><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2.xml"/><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46: Suspension Systems</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78170-DD4B-C473-5C7B-BBDD9E15F8F8}"/>
              </a:ext>
            </a:extLst>
          </p:cNvPr>
          <p:cNvSpPr>
            <a:spLocks noGrp="1"/>
          </p:cNvSpPr>
          <p:nvPr>
            <p:ph type="title"/>
          </p:nvPr>
        </p:nvSpPr>
        <p:spPr/>
        <p:txBody>
          <a:bodyPr/>
          <a:lstStyle/>
          <a:p>
            <a:r>
              <a:rPr lang="en-US" dirty="0"/>
              <a:t>Chapter Objectives (1 of 2)</a:t>
            </a:r>
          </a:p>
        </p:txBody>
      </p:sp>
      <p:sp>
        <p:nvSpPr>
          <p:cNvPr id="3" name="Text Placeholder 2">
            <a:extLst>
              <a:ext uri="{FF2B5EF4-FFF2-40B4-BE49-F238E27FC236}">
                <a16:creationId xmlns:a16="http://schemas.microsoft.com/office/drawing/2014/main" id="{34BABEE8-23FB-D69B-5AF6-FA915CA9153F}"/>
              </a:ext>
            </a:extLst>
          </p:cNvPr>
          <p:cNvSpPr>
            <a:spLocks noGrp="1"/>
          </p:cNvSpPr>
          <p:nvPr>
            <p:ph type="body" idx="1"/>
          </p:nvPr>
        </p:nvSpPr>
        <p:spPr/>
        <p:txBody>
          <a:bodyPr/>
          <a:lstStyle/>
          <a:p>
            <a:pPr marL="358775" indent="-358775"/>
            <a:r>
              <a:rPr lang="en-US" sz="2600" dirty="0">
                <a:solidFill>
                  <a:schemeClr val="tx1"/>
                </a:solidFill>
                <a:latin typeface="Work Sans" pitchFamily="2" charset="0"/>
              </a:rPr>
              <a:t>46.01 Describe types of vehicle construction and how it relates to the suspension system.</a:t>
            </a:r>
          </a:p>
          <a:p>
            <a:pPr marL="358775" indent="-358775"/>
            <a:r>
              <a:rPr lang="en-US" sz="2600" dirty="0">
                <a:solidFill>
                  <a:schemeClr val="tx1"/>
                </a:solidFill>
                <a:latin typeface="Work Sans" pitchFamily="2" charset="0"/>
              </a:rPr>
              <a:t>46.02 Identify common suspension components.</a:t>
            </a:r>
          </a:p>
          <a:p>
            <a:pPr marL="358775" indent="-358775"/>
            <a:r>
              <a:rPr lang="en-US" sz="2600" dirty="0">
                <a:solidFill>
                  <a:schemeClr val="tx1"/>
                </a:solidFill>
                <a:latin typeface="Work Sans" pitchFamily="2" charset="0"/>
              </a:rPr>
              <a:t>46.03 Identify types of independent and non-independent suspension systems.</a:t>
            </a:r>
          </a:p>
          <a:p>
            <a:pPr marL="358775" indent="-358775"/>
            <a:r>
              <a:rPr lang="en-US" sz="2600" dirty="0">
                <a:solidFill>
                  <a:schemeClr val="tx1"/>
                </a:solidFill>
                <a:latin typeface="Work Sans" pitchFamily="2" charset="0"/>
              </a:rPr>
              <a:t>46.04 Perform a general front-suspension inspection.</a:t>
            </a:r>
          </a:p>
          <a:p>
            <a:pPr marL="358775" indent="-358775"/>
            <a:r>
              <a:rPr lang="en-US" sz="2600" dirty="0">
                <a:solidFill>
                  <a:schemeClr val="tx1"/>
                </a:solidFill>
                <a:latin typeface="Work Sans" pitchFamily="2" charset="0"/>
              </a:rPr>
              <a:t>46.05 Diagnose common suspension concerns, such as excessive bounce, body roll, and noises.</a:t>
            </a:r>
          </a:p>
        </p:txBody>
      </p:sp>
    </p:spTree>
    <p:extLst>
      <p:ext uri="{BB962C8B-B14F-4D97-AF65-F5344CB8AC3E}">
        <p14:creationId xmlns:p14="http://schemas.microsoft.com/office/powerpoint/2010/main" val="3179096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78170-DD4B-C473-5C7B-BBDD9E15F8F8}"/>
              </a:ext>
            </a:extLst>
          </p:cNvPr>
          <p:cNvSpPr>
            <a:spLocks noGrp="1"/>
          </p:cNvSpPr>
          <p:nvPr>
            <p:ph type="title"/>
          </p:nvPr>
        </p:nvSpPr>
        <p:spPr/>
        <p:txBody>
          <a:bodyPr/>
          <a:lstStyle/>
          <a:p>
            <a:r>
              <a:rPr lang="en-US" dirty="0"/>
              <a:t>Chapter Objectives (2 of 2)</a:t>
            </a:r>
          </a:p>
        </p:txBody>
      </p:sp>
      <p:sp>
        <p:nvSpPr>
          <p:cNvPr id="3" name="Text Placeholder 2">
            <a:extLst>
              <a:ext uri="{FF2B5EF4-FFF2-40B4-BE49-F238E27FC236}">
                <a16:creationId xmlns:a16="http://schemas.microsoft.com/office/drawing/2014/main" id="{34BABEE8-23FB-D69B-5AF6-FA915CA9153F}"/>
              </a:ext>
            </a:extLst>
          </p:cNvPr>
          <p:cNvSpPr>
            <a:spLocks noGrp="1"/>
          </p:cNvSpPr>
          <p:nvPr>
            <p:ph type="body" idx="1"/>
          </p:nvPr>
        </p:nvSpPr>
        <p:spPr/>
        <p:txBody>
          <a:bodyPr/>
          <a:lstStyle/>
          <a:p>
            <a:pPr marL="358775" indent="-358775"/>
            <a:r>
              <a:rPr lang="en-US" sz="2600" dirty="0">
                <a:solidFill>
                  <a:schemeClr val="tx1"/>
                </a:solidFill>
                <a:latin typeface="Work Sans" pitchFamily="2" charset="0"/>
              </a:rPr>
              <a:t>46.06 Identify how to service and repair front suspension components.</a:t>
            </a:r>
          </a:p>
          <a:p>
            <a:pPr marL="358775" indent="-358775"/>
            <a:r>
              <a:rPr lang="en-US" sz="2600" dirty="0">
                <a:solidFill>
                  <a:schemeClr val="tx1"/>
                </a:solidFill>
                <a:latin typeface="Work Sans" pitchFamily="2" charset="0"/>
              </a:rPr>
              <a:t>46.07 Identify the three basic types of rear suspensions and know their effects on traction and tire wear.</a:t>
            </a:r>
          </a:p>
          <a:p>
            <a:pPr marL="358775" indent="-358775"/>
            <a:r>
              <a:rPr lang="en-US" dirty="0">
                <a:solidFill>
                  <a:schemeClr val="tx1"/>
                </a:solidFill>
                <a:latin typeface="Work Sans" pitchFamily="2" charset="0"/>
              </a:rPr>
              <a:t>46.08 Perform repairs on rear suspension systems.</a:t>
            </a:r>
          </a:p>
          <a:p>
            <a:pPr marL="358775" indent="-358775"/>
            <a:r>
              <a:rPr lang="en-US" dirty="0">
                <a:solidFill>
                  <a:schemeClr val="tx1"/>
                </a:solidFill>
                <a:latin typeface="Work Sans" pitchFamily="2" charset="0"/>
              </a:rPr>
              <a:t>46.09 Describe the advantages and operation of the three basic electronically controlled suspension systems: level control, adaptive, and active.</a:t>
            </a:r>
          </a:p>
        </p:txBody>
      </p:sp>
    </p:spTree>
    <p:extLst>
      <p:ext uri="{BB962C8B-B14F-4D97-AF65-F5344CB8AC3E}">
        <p14:creationId xmlns:p14="http://schemas.microsoft.com/office/powerpoint/2010/main" val="2102618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Frame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Frames </a:t>
            </a:r>
          </a:p>
        </p:txBody>
      </p:sp>
      <p:sp>
        <p:nvSpPr>
          <p:cNvPr id="2" name="Content Placeholder 3"/>
          <p:cNvSpPr txBox="1">
            <a:spLocks noGrp="1"/>
          </p:cNvSpPr>
          <p:nvPr>
            <p:ph type="body" idx="1"/>
          </p:nvPr>
        </p:nvSpPr>
        <p:spPr>
          <a:xfrm>
            <a:off x="476844" y="1371601"/>
            <a:ext cx="11241915" cy="48006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Clr>
                <a:schemeClr val="tx1"/>
              </a:buClr>
              <a:buSzPct val="100000"/>
              <a:buNone/>
            </a:pPr>
            <a:r>
              <a:rPr lang="en-US" sz="2800" b="1" dirty="0">
                <a:solidFill>
                  <a:schemeClr val="accent1"/>
                </a:solidFill>
                <a:latin typeface="Work Sans" pitchFamily="2" charset="0"/>
              </a:rPr>
              <a:t>4</a:t>
            </a:r>
            <a:r>
              <a:rPr lang="en-US" sz="2800" b="1" i="0" u="none" strike="noStrike" baseline="0" dirty="0">
                <a:solidFill>
                  <a:schemeClr val="accent1"/>
                </a:solidFill>
                <a:latin typeface="Work Sans" pitchFamily="2" charset="0"/>
              </a:rPr>
              <a:t>6.01 Describe types of vehicle construction and how it relates to the suspension system.</a:t>
            </a: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cs typeface="Arial" pitchFamily="34" charset="0"/>
              </a:rPr>
              <a:t>Body Over Frame</a:t>
            </a:r>
          </a:p>
          <a:p>
            <a:pPr marL="719138" lvl="1" indent="-360363">
              <a:spcBef>
                <a:spcPts val="624"/>
              </a:spcBef>
              <a:spcAft>
                <a:spcPts val="600"/>
              </a:spcAft>
              <a:buClr>
                <a:schemeClr val="tx1"/>
              </a:buClr>
              <a:buSzPct val="100000"/>
              <a:buFont typeface="Arial" panose="020B0604020202020204" pitchFamily="34" charset="0"/>
              <a:buChar char="–"/>
            </a:pPr>
            <a:r>
              <a:rPr lang="en-US" dirty="0">
                <a:solidFill>
                  <a:schemeClr val="tx1"/>
                </a:solidFill>
                <a:latin typeface="Work Sans" pitchFamily="2" charset="0"/>
                <a:cs typeface="Arial" pitchFamily="34" charset="0"/>
              </a:rPr>
              <a:t>The body and all major parts are bolted to the frame.</a:t>
            </a:r>
          </a:p>
          <a:p>
            <a:pPr marL="719138" lvl="1" indent="-360363">
              <a:spcBef>
                <a:spcPts val="624"/>
              </a:spcBef>
              <a:spcAft>
                <a:spcPts val="600"/>
              </a:spcAft>
              <a:buClr>
                <a:schemeClr val="tx1"/>
              </a:buClr>
              <a:buSzPct val="100000"/>
              <a:buFont typeface="Arial" panose="020B0604020202020204" pitchFamily="34" charset="0"/>
              <a:buChar char="–"/>
            </a:pPr>
            <a:r>
              <a:rPr lang="en-US" dirty="0">
                <a:solidFill>
                  <a:schemeClr val="tx1"/>
                </a:solidFill>
                <a:latin typeface="Work Sans" pitchFamily="2" charset="0"/>
                <a:cs typeface="Arial" pitchFamily="34" charset="0"/>
              </a:rPr>
              <a:t>Currently only used on trucks and SUVs.</a:t>
            </a:r>
            <a:endParaRPr lang="en-US" sz="2200" dirty="0">
              <a:solidFill>
                <a:schemeClr val="tx1"/>
              </a:solidFill>
              <a:latin typeface="Work Sans" pitchFamily="2" charset="0"/>
              <a:cs typeface="Arial" pitchFamily="34" charset="0"/>
            </a:endParaRPr>
          </a:p>
          <a:p>
            <a:pPr marL="358775" indent="-358775">
              <a:spcBef>
                <a:spcPts val="624"/>
              </a:spcBef>
              <a:spcAft>
                <a:spcPts val="600"/>
              </a:spcAft>
              <a:buClr>
                <a:schemeClr val="tx1"/>
              </a:buClr>
              <a:buSzPct val="100000"/>
              <a:buFont typeface="Arial" panose="020B0604020202020204" pitchFamily="34" charset="0"/>
              <a:buChar char="•"/>
            </a:pPr>
            <a:r>
              <a:rPr lang="en-US" sz="2600" dirty="0">
                <a:solidFill>
                  <a:schemeClr val="tx1"/>
                </a:solidFill>
                <a:latin typeface="Work Sans" pitchFamily="2" charset="0"/>
                <a:cs typeface="Arial" pitchFamily="34" charset="0"/>
              </a:rPr>
              <a:t>Unitized Body</a:t>
            </a:r>
          </a:p>
          <a:p>
            <a:pPr marL="719138" lvl="1" indent="-360363">
              <a:spcBef>
                <a:spcPts val="624"/>
              </a:spcBef>
              <a:spcAft>
                <a:spcPts val="600"/>
              </a:spcAft>
              <a:buClr>
                <a:schemeClr val="tx1"/>
              </a:buClr>
              <a:buSzPct val="100000"/>
              <a:buFont typeface="Arial" panose="020B0604020202020204" pitchFamily="34" charset="0"/>
              <a:buChar char="–"/>
            </a:pPr>
            <a:r>
              <a:rPr lang="en-US" dirty="0">
                <a:solidFill>
                  <a:schemeClr val="tx1"/>
                </a:solidFill>
                <a:latin typeface="Work Sans" pitchFamily="2" charset="0"/>
                <a:cs typeface="Arial" pitchFamily="34" charset="0"/>
              </a:rPr>
              <a:t>Tends to be more tightly structured.</a:t>
            </a:r>
          </a:p>
          <a:p>
            <a:pPr marL="719138" lvl="1" indent="-360363">
              <a:spcBef>
                <a:spcPts val="624"/>
              </a:spcBef>
              <a:spcAft>
                <a:spcPts val="600"/>
              </a:spcAft>
              <a:buClr>
                <a:schemeClr val="tx1"/>
              </a:buClr>
              <a:buSzPct val="100000"/>
              <a:buFont typeface="Arial" panose="020B0604020202020204" pitchFamily="34" charset="0"/>
              <a:buChar char="–"/>
            </a:pPr>
            <a:r>
              <a:rPr lang="en-US" dirty="0">
                <a:solidFill>
                  <a:schemeClr val="tx1"/>
                </a:solidFill>
                <a:latin typeface="Work Sans" pitchFamily="2" charset="0"/>
                <a:cs typeface="Arial" pitchFamily="34" charset="0"/>
              </a:rPr>
              <a:t>Is designed to transmit impact energy throughout the vehicle.</a:t>
            </a:r>
          </a:p>
          <a:p>
            <a:pPr marL="719138" lvl="1" indent="-360363">
              <a:spcBef>
                <a:spcPts val="624"/>
              </a:spcBef>
              <a:spcAft>
                <a:spcPts val="600"/>
              </a:spcAft>
              <a:buClr>
                <a:schemeClr val="tx1"/>
              </a:buClr>
              <a:buSzPct val="100000"/>
              <a:buFont typeface="Arial" panose="020B0604020202020204" pitchFamily="34" charset="0"/>
              <a:buChar char="–"/>
            </a:pPr>
            <a:r>
              <a:rPr lang="en-US" dirty="0">
                <a:solidFill>
                  <a:schemeClr val="tx1"/>
                </a:solidFill>
                <a:latin typeface="Work Sans" pitchFamily="2" charset="0"/>
                <a:cs typeface="Arial" pitchFamily="34" charset="0"/>
              </a:rPr>
              <a:t>Is significantly lower in weight.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Frames (Cont.)">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Conventional and Unibody </a:t>
            </a:r>
          </a:p>
        </p:txBody>
      </p:sp>
      <p:pic>
        <p:nvPicPr>
          <p:cNvPr id="12" name="Picture Placeholder 7" descr="A Ford car with its body placed above the frame with engine, tires, and associated components.">
            <a:extLst>
              <a:ext uri="{FF2B5EF4-FFF2-40B4-BE49-F238E27FC236}">
                <a16:creationId xmlns:a16="http://schemas.microsoft.com/office/drawing/2014/main" id="{8BCFF4A6-7128-B2F2-988A-9504D0C407A6}"/>
              </a:ext>
            </a:extLst>
          </p:cNvPr>
          <p:cNvPicPr>
            <a:picLocks noGrp="1" noChangeAspect="1"/>
          </p:cNvPicPr>
          <p:nvPr>
            <p:ph type="pic" sz="quarter" idx="11"/>
          </p:nvPr>
        </p:nvPicPr>
        <p:blipFill rotWithShape="1">
          <a:blip r:embed="rId3"/>
          <a:srcRect b="5664"/>
          <a:stretch/>
        </p:blipFill>
        <p:spPr>
          <a:xfrm>
            <a:off x="2209800" y="1679550"/>
            <a:ext cx="3281901" cy="4091868"/>
          </a:xfrm>
          <a:prstGeom prst="rect">
            <a:avLst/>
          </a:prstGeom>
        </p:spPr>
      </p:pic>
      <p:pic>
        <p:nvPicPr>
          <p:cNvPr id="13" name="Picture Placeholder 12" descr="A car frame depicts a unibody construction frame method.">
            <a:extLst>
              <a:ext uri="{FF2B5EF4-FFF2-40B4-BE49-F238E27FC236}">
                <a16:creationId xmlns:a16="http://schemas.microsoft.com/office/drawing/2014/main" id="{97CB2D69-6F09-F727-0294-C680B5658BF3}"/>
              </a:ext>
            </a:extLst>
          </p:cNvPr>
          <p:cNvPicPr>
            <a:picLocks noGrp="1" noChangeAspect="1"/>
          </p:cNvPicPr>
          <p:nvPr>
            <p:ph type="pic" sz="quarter" idx="12"/>
          </p:nvPr>
        </p:nvPicPr>
        <p:blipFill rotWithShape="1">
          <a:blip r:embed="rId4"/>
          <a:srcRect b="14624"/>
          <a:stretch/>
        </p:blipFill>
        <p:spPr>
          <a:xfrm>
            <a:off x="6138043" y="1838932"/>
            <a:ext cx="5173715" cy="311406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pring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Springs</a:t>
            </a:r>
          </a:p>
        </p:txBody>
      </p:sp>
      <p:sp>
        <p:nvSpPr>
          <p:cNvPr id="2" name="Content Placeholder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SzPct val="100000"/>
              <a:buNone/>
            </a:pPr>
            <a:r>
              <a:rPr lang="en-US" sz="2600" b="1" dirty="0">
                <a:solidFill>
                  <a:schemeClr val="tx1"/>
                </a:solidFill>
                <a:latin typeface="Work Sans" pitchFamily="2" charset="0"/>
                <a:cs typeface="Arial" pitchFamily="34" charset="0"/>
              </a:rPr>
              <a:t>46.02 Identify common suspension components.</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Carry vehicle weight.</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Absorb road shock forces.</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Maintain correct ride height.</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The amount the compress under load is called spring rate.</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Spring compression is called jounce.</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Spring extension is called rebound.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Coil Spring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Coil Springs </a:t>
            </a:r>
          </a:p>
        </p:txBody>
      </p:sp>
      <p:pic>
        <p:nvPicPr>
          <p:cNvPr id="9" name="Picture Placeholder 8" descr="Three types of coil springs.">
            <a:extLst>
              <a:ext uri="{FF2B5EF4-FFF2-40B4-BE49-F238E27FC236}">
                <a16:creationId xmlns:a16="http://schemas.microsoft.com/office/drawing/2014/main" id="{7945591F-7A3A-87AA-151B-0A01B2948F5C}"/>
              </a:ext>
            </a:extLst>
          </p:cNvPr>
          <p:cNvPicPr>
            <a:picLocks noGrp="1" noChangeAspect="1"/>
          </p:cNvPicPr>
          <p:nvPr>
            <p:ph type="pic" sz="quarter" idx="12"/>
          </p:nvPr>
        </p:nvPicPr>
        <p:blipFill rotWithShape="1">
          <a:blip r:embed="rId3"/>
          <a:srcRect b="9811"/>
          <a:stretch/>
        </p:blipFill>
        <p:spPr>
          <a:xfrm>
            <a:off x="2351941" y="1528953"/>
            <a:ext cx="7488119" cy="43334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Leaf Springs">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Leaf Springs </a:t>
            </a:r>
          </a:p>
        </p:txBody>
      </p:sp>
      <p:sp>
        <p:nvSpPr>
          <p:cNvPr id="3" name="Content Placeholder 4"/>
          <p:cNvSpPr txBox="1">
            <a:spLocks noGrp="1"/>
          </p:cNvSpPr>
          <p:nvPr>
            <p:ph type="body" idx="1"/>
          </p:nvPr>
        </p:nvSpPr>
        <p:spPr>
          <a:xfrm>
            <a:off x="476844" y="1558861"/>
            <a:ext cx="11241915" cy="727139"/>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Found mostly on trucks and vans.</a:t>
            </a:r>
          </a:p>
        </p:txBody>
      </p:sp>
      <p:pic>
        <p:nvPicPr>
          <p:cNvPr id="9" name="Picture Placeholder 8" descr="Longitudinal leaf springs mounted on an axle, support and locate the drive axle.">
            <a:extLst>
              <a:ext uri="{FF2B5EF4-FFF2-40B4-BE49-F238E27FC236}">
                <a16:creationId xmlns:a16="http://schemas.microsoft.com/office/drawing/2014/main" id="{A2A036CC-D2E8-DC23-F6B9-0EF2530D768A}"/>
              </a:ext>
            </a:extLst>
          </p:cNvPr>
          <p:cNvPicPr>
            <a:picLocks noGrp="1" noChangeAspect="1"/>
          </p:cNvPicPr>
          <p:nvPr>
            <p:ph type="pic" sz="quarter" idx="12"/>
          </p:nvPr>
        </p:nvPicPr>
        <p:blipFill rotWithShape="1">
          <a:blip r:embed="rId3"/>
          <a:srcRect b="7423"/>
          <a:stretch/>
        </p:blipFill>
        <p:spPr>
          <a:xfrm>
            <a:off x="2921318" y="2355048"/>
            <a:ext cx="6349365" cy="336029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Air Springs">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Air Springs and Torsion Bars</a:t>
            </a:r>
          </a:p>
        </p:txBody>
      </p:sp>
      <p:pic>
        <p:nvPicPr>
          <p:cNvPr id="10" name="Picture Placeholder 9" descr="A rear-suspension setup with air springs and their associated components.">
            <a:extLst>
              <a:ext uri="{FF2B5EF4-FFF2-40B4-BE49-F238E27FC236}">
                <a16:creationId xmlns:a16="http://schemas.microsoft.com/office/drawing/2014/main" id="{00E107DD-7B0B-5597-BA95-09E5A32FED61}"/>
              </a:ext>
            </a:extLst>
          </p:cNvPr>
          <p:cNvPicPr>
            <a:picLocks noGrp="1" noChangeAspect="1"/>
          </p:cNvPicPr>
          <p:nvPr>
            <p:ph type="pic" sz="quarter" idx="11"/>
          </p:nvPr>
        </p:nvPicPr>
        <p:blipFill rotWithShape="1">
          <a:blip r:embed="rId3"/>
          <a:srcRect b="5434"/>
          <a:stretch/>
        </p:blipFill>
        <p:spPr>
          <a:xfrm>
            <a:off x="3091611" y="1748202"/>
            <a:ext cx="2709650" cy="3890598"/>
          </a:xfrm>
          <a:prstGeom prst="rect">
            <a:avLst/>
          </a:prstGeom>
        </p:spPr>
      </p:pic>
      <p:pic>
        <p:nvPicPr>
          <p:cNvPr id="11" name="Picture Placeholder 10" descr="A torsion bar setup with the labeled parts as follows: crossmember, torsion bar adjuster nut, torsion bar, and lower control arm.">
            <a:extLst>
              <a:ext uri="{FF2B5EF4-FFF2-40B4-BE49-F238E27FC236}">
                <a16:creationId xmlns:a16="http://schemas.microsoft.com/office/drawing/2014/main" id="{696E15B1-FE8D-6149-89F4-3BC72AC47D61}"/>
              </a:ext>
            </a:extLst>
          </p:cNvPr>
          <p:cNvPicPr>
            <a:picLocks noGrp="1" noChangeAspect="1"/>
          </p:cNvPicPr>
          <p:nvPr>
            <p:ph type="pic" sz="quarter" idx="12"/>
          </p:nvPr>
        </p:nvPicPr>
        <p:blipFill rotWithShape="1">
          <a:blip r:embed="rId4"/>
          <a:srcRect b="8044"/>
          <a:stretch/>
        </p:blipFill>
        <p:spPr>
          <a:xfrm>
            <a:off x="6781800" y="1925619"/>
            <a:ext cx="4156543" cy="348458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Torsion Bar Suspension Systems">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Torsion Bar Suspension Systems</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457200" indent="-457200">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Torsion bars perform like a coil spring.</a:t>
            </a:r>
          </a:p>
          <a:p>
            <a:pPr marL="457200" indent="-457200">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Instead of compressing, a torsion bar twists.</a:t>
            </a:r>
          </a:p>
          <a:p>
            <a:pPr marL="457200" indent="-457200">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Due to prestressing, they are directional.</a:t>
            </a:r>
          </a:p>
          <a:p>
            <a:pPr marL="457200" indent="-457200">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Many late model trucks and SUVs use torsion bars.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hock Absorber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Shock Absorbers </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Dampen spring movement.</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The faster a shock moves, the more resistance it has to movement.</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Typically has more resistance to extension than compression.</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Gas charged shocks are effective at limiting fluid foaming.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Types of Shock Absorber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Types of Shock Absorbers</a:t>
            </a:r>
          </a:p>
        </p:txBody>
      </p:sp>
      <p:sp>
        <p:nvSpPr>
          <p:cNvPr id="2" name="Content Placeholder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1200"/>
              </a:spcAft>
              <a:buSzPct val="100000"/>
              <a:buFont typeface="Arial" panose="020B0604020202020204" pitchFamily="34" charset="0"/>
              <a:buChar char="•"/>
            </a:pPr>
            <a:r>
              <a:rPr lang="en-US" sz="2600" dirty="0">
                <a:solidFill>
                  <a:schemeClr val="tx1"/>
                </a:solidFill>
                <a:latin typeface="Work Sans" pitchFamily="2" charset="0"/>
                <a:cs typeface="Arial" pitchFamily="34" charset="0"/>
              </a:rPr>
              <a:t>Hydraulic</a:t>
            </a:r>
          </a:p>
          <a:p>
            <a:pPr marL="715963" lvl="1" indent="-357188">
              <a:spcBef>
                <a:spcPts val="624"/>
              </a:spcBef>
              <a:spcAft>
                <a:spcPts val="1200"/>
              </a:spcAft>
              <a:buSzPct val="100000"/>
              <a:buFont typeface="Arial" panose="020B0604020202020204" pitchFamily="34" charset="0"/>
              <a:buChar char="–"/>
            </a:pPr>
            <a:r>
              <a:rPr lang="en-US" dirty="0">
                <a:solidFill>
                  <a:schemeClr val="tx1"/>
                </a:solidFill>
                <a:latin typeface="Work Sans" pitchFamily="2" charset="0"/>
                <a:cs typeface="Arial" pitchFamily="34" charset="0"/>
              </a:rPr>
              <a:t>Uses hydraulic oil moved between two chambers.</a:t>
            </a:r>
          </a:p>
          <a:p>
            <a:pPr marL="358775" indent="-358775">
              <a:spcBef>
                <a:spcPts val="624"/>
              </a:spcBef>
              <a:spcAft>
                <a:spcPts val="1200"/>
              </a:spcAft>
              <a:buSzPct val="100000"/>
              <a:buFont typeface="Arial" panose="020B0604020202020204" pitchFamily="34" charset="0"/>
              <a:buChar char="•"/>
            </a:pPr>
            <a:r>
              <a:rPr lang="en-US" sz="2600" dirty="0">
                <a:solidFill>
                  <a:schemeClr val="tx1"/>
                </a:solidFill>
                <a:latin typeface="Work Sans" pitchFamily="2" charset="0"/>
                <a:cs typeface="Arial" pitchFamily="34" charset="0"/>
              </a:rPr>
              <a:t>Gas-charged</a:t>
            </a:r>
          </a:p>
          <a:p>
            <a:pPr marL="715963" lvl="1" indent="-357188">
              <a:spcBef>
                <a:spcPts val="624"/>
              </a:spcBef>
              <a:spcAft>
                <a:spcPts val="1200"/>
              </a:spcAft>
              <a:buSzPct val="100000"/>
              <a:buFont typeface="Arial" panose="020B0604020202020204" pitchFamily="34" charset="0"/>
              <a:buChar char="–"/>
            </a:pPr>
            <a:r>
              <a:rPr lang="en-US" dirty="0">
                <a:solidFill>
                  <a:schemeClr val="tx1"/>
                </a:solidFill>
                <a:latin typeface="Work Sans" pitchFamily="2" charset="0"/>
                <a:cs typeface="Arial" pitchFamily="34" charset="0"/>
              </a:rPr>
              <a:t>Uses nitrogen gas as well as oil.</a:t>
            </a:r>
          </a:p>
          <a:p>
            <a:pPr marL="358775" indent="-358775">
              <a:spcBef>
                <a:spcPts val="624"/>
              </a:spcBef>
              <a:spcAft>
                <a:spcPts val="1200"/>
              </a:spcAft>
              <a:buSzPct val="100000"/>
              <a:buFont typeface="Arial" panose="020B0604020202020204" pitchFamily="34" charset="0"/>
              <a:buChar char="•"/>
            </a:pPr>
            <a:r>
              <a:rPr lang="en-US" sz="2600" dirty="0">
                <a:solidFill>
                  <a:schemeClr val="tx1"/>
                </a:solidFill>
                <a:latin typeface="Work Sans" pitchFamily="2" charset="0"/>
                <a:cs typeface="Arial" pitchFamily="34" charset="0"/>
              </a:rPr>
              <a:t>Air</a:t>
            </a:r>
          </a:p>
          <a:p>
            <a:pPr marL="715963" lvl="1" indent="-357188">
              <a:spcBef>
                <a:spcPts val="624"/>
              </a:spcBef>
              <a:spcAft>
                <a:spcPts val="1200"/>
              </a:spcAft>
              <a:buSzPct val="100000"/>
              <a:buFont typeface="Arial" panose="020B0604020202020204" pitchFamily="34" charset="0"/>
              <a:buChar char="–"/>
            </a:pPr>
            <a:r>
              <a:rPr lang="en-US" dirty="0">
                <a:solidFill>
                  <a:schemeClr val="tx1"/>
                </a:solidFill>
                <a:latin typeface="Work Sans" pitchFamily="2" charset="0"/>
                <a:cs typeface="Arial" pitchFamily="34" charset="0"/>
              </a:rPr>
              <a:t>Uses air chambers to control the height of the shock.</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Hydraulic Shocks">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Hydraulic Shocks</a:t>
            </a:r>
          </a:p>
        </p:txBody>
      </p:sp>
      <p:pic>
        <p:nvPicPr>
          <p:cNvPr id="10" name="Picture Placeholder 9" descr="A cross section of a conventional shock absorber which is a velocity-sensitive hydraulic damping device, and works on the principle of fluid displacement on both its compression and extension cycles. The labeled parts are as follows: upper mounting, fluid seal, piston rod bearing, piston rod, reserve tube, piston, piston skirt, piston valving, pressure tube, base valve, and lower mounting.">
            <a:extLst>
              <a:ext uri="{FF2B5EF4-FFF2-40B4-BE49-F238E27FC236}">
                <a16:creationId xmlns:a16="http://schemas.microsoft.com/office/drawing/2014/main" id="{3C186064-2605-6B68-E34E-354129818B53}"/>
              </a:ext>
            </a:extLst>
          </p:cNvPr>
          <p:cNvPicPr>
            <a:picLocks noGrp="1" noChangeAspect="1"/>
          </p:cNvPicPr>
          <p:nvPr>
            <p:ph type="pic" sz="quarter" idx="11"/>
          </p:nvPr>
        </p:nvPicPr>
        <p:blipFill rotWithShape="1">
          <a:blip r:embed="rId3"/>
          <a:srcRect b="4352"/>
          <a:stretch/>
        </p:blipFill>
        <p:spPr>
          <a:xfrm>
            <a:off x="2743200" y="1676401"/>
            <a:ext cx="2438400" cy="4232826"/>
          </a:xfrm>
          <a:prstGeom prst="rect">
            <a:avLst/>
          </a:prstGeom>
        </p:spPr>
      </p:pic>
      <p:pic>
        <p:nvPicPr>
          <p:cNvPr id="11" name="Picture Placeholder 10" descr="A typical gas-charged shock absorber. The gas-pressure damped shocks operate like conventional oil-filled shocks, and the gas is used to keep oil pressurized. The gas-charged shock absorber operates on the same hydraulic fluid principle as conventional shocks. It uses a piston and oil chamber similar to other shock absorbers. It consists of a dividing piston that separates the oil chamber from the gas chamber. The oil chamber contains a special hydraulic oil, and the gas chamber contains nitrogen gas under pressure equal to approximately 25 times atmospheric pressure. As the piston rod moves downward in the shock absorber, oil is displaced, just as it is in a double-tube shock. The parts labeled along with the operations read as follows: upper mounting, dust shield, rod guide, rising rate valve system dampens all bumps, working piston with valves and rebound rubber, single-tube design prevents excessive heat buildup, dividing piston with O-ring separates oil and nitrogen gas to eliminate foaming, nitrogen gas-pressure principle gives better control, and lower mounting.">
            <a:extLst>
              <a:ext uri="{FF2B5EF4-FFF2-40B4-BE49-F238E27FC236}">
                <a16:creationId xmlns:a16="http://schemas.microsoft.com/office/drawing/2014/main" id="{C6F7A8DF-3EA3-CBBC-75FD-D9FFC519B878}"/>
              </a:ext>
            </a:extLst>
          </p:cNvPr>
          <p:cNvPicPr>
            <a:picLocks noGrp="1" noChangeAspect="1"/>
          </p:cNvPicPr>
          <p:nvPr>
            <p:ph type="pic" sz="quarter" idx="12"/>
          </p:nvPr>
        </p:nvPicPr>
        <p:blipFill rotWithShape="1">
          <a:blip r:embed="rId4"/>
          <a:srcRect b="10139"/>
          <a:stretch/>
        </p:blipFill>
        <p:spPr>
          <a:xfrm>
            <a:off x="6464001" y="1804750"/>
            <a:ext cx="2164783" cy="41389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tabilizer Bars">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Stabilizer Bars (1 of 2)</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Also called a sway bar or antisway bar.</a:t>
            </a:r>
          </a:p>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Reduces body roll or lean.</a:t>
            </a:r>
          </a:p>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Typically a one-piece U-shaped steel bar.</a:t>
            </a:r>
          </a:p>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Held to the control arms or strut with links.</a:t>
            </a:r>
          </a:p>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Used on the front and rear suspensions.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page25">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Work Sans" pitchFamily="2" charset="0"/>
                <a:cs typeface="Arial" pitchFamily="34" charset="0"/>
              </a:rPr>
              <a:t>Stabilizer Bars (2 of 2) </a:t>
            </a:r>
          </a:p>
        </p:txBody>
      </p:sp>
      <p:pic>
        <p:nvPicPr>
          <p:cNvPr id="9" name="Picture Placeholder 8" descr="A stabilizer bar with the labeled parts as follows: Lower control arms, mounting bushings, and Crossmember.">
            <a:extLst>
              <a:ext uri="{FF2B5EF4-FFF2-40B4-BE49-F238E27FC236}">
                <a16:creationId xmlns:a16="http://schemas.microsoft.com/office/drawing/2014/main" id="{4FFDF940-4DBC-BB7F-097B-FB0747AB9696}"/>
              </a:ext>
            </a:extLst>
          </p:cNvPr>
          <p:cNvPicPr>
            <a:picLocks noGrp="1" noChangeAspect="1"/>
          </p:cNvPicPr>
          <p:nvPr>
            <p:ph type="pic" sz="quarter" idx="12"/>
          </p:nvPr>
        </p:nvPicPr>
        <p:blipFill rotWithShape="1">
          <a:blip r:embed="rId3"/>
          <a:srcRect b="6564"/>
          <a:stretch/>
        </p:blipFill>
        <p:spPr>
          <a:xfrm>
            <a:off x="2711850" y="1810211"/>
            <a:ext cx="6768300" cy="348875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Bushings">
    <p:spTree>
      <p:nvGrpSpPr>
        <p:cNvPr id="1" name=""/>
        <p:cNvGrpSpPr/>
        <p:nvPr/>
      </p:nvGrpSpPr>
      <p:grpSpPr>
        <a:xfrm>
          <a:off x="0" y="0"/>
          <a:ext cx="0" cy="0"/>
          <a:chOff x="0" y="0"/>
          <a:chExt cx="0" cy="0"/>
        </a:xfrm>
      </p:grpSpPr>
      <p:sp>
        <p:nvSpPr>
          <p:cNvPr id="2" name="Title 5"/>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Bushings</a:t>
            </a:r>
          </a:p>
        </p:txBody>
      </p:sp>
      <p:sp>
        <p:nvSpPr>
          <p:cNvPr id="3" name="Content Placeholder 6"/>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Used on stabilizer bars, controls arms, radius arms, and strut rods.</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Good for pivots, minimizing lubrication points, and allow for slight misalignments.</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Allow movement between components.</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Bushing movement produces heat.</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Worn bushings allow suspension movement.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Knowledge Check">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Knowledge Check (1 of 4)</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Technician A says the springs carry the weight of the vehicle and absorb bumps in the road. Technician B says the shock absorbers are used to carry the weight of the vehicle.</a:t>
            </a:r>
          </a:p>
          <a:p>
            <a:pPr marL="0" indent="0">
              <a:spcBef>
                <a:spcPts val="624"/>
              </a:spcBef>
              <a:spcAft>
                <a:spcPts val="600"/>
              </a:spcAft>
              <a:buSzPct val="100000"/>
              <a:buNone/>
            </a:pPr>
            <a:r>
              <a:rPr lang="en-US" sz="2600" dirty="0">
                <a:solidFill>
                  <a:schemeClr val="tx1"/>
                </a:solidFill>
                <a:latin typeface="Work Sans" pitchFamily="2" charset="0"/>
                <a:cs typeface="Arial" pitchFamily="34" charset="0"/>
              </a:rPr>
              <a:t>Who is correct?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Knowledge Check Answer (1 of 4)</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Technician A says the springs carry the weight of the vehicle and absorb bumps in the road. Technician B says the shock absorbers are used to carry the weight of the vehicle. </a:t>
            </a:r>
          </a:p>
          <a:p>
            <a:pPr marL="0" indent="0">
              <a:spcBef>
                <a:spcPts val="624"/>
              </a:spcBef>
              <a:spcAft>
                <a:spcPts val="600"/>
              </a:spcAft>
              <a:buSzPct val="100000"/>
              <a:buNone/>
            </a:pPr>
            <a:r>
              <a:rPr lang="en-US" sz="2600" dirty="0">
                <a:solidFill>
                  <a:schemeClr val="tx1"/>
                </a:solidFill>
                <a:latin typeface="Work Sans" pitchFamily="2" charset="0"/>
                <a:cs typeface="Arial" pitchFamily="34" charset="0"/>
              </a:rPr>
              <a:t>Who is correct?</a:t>
            </a:r>
          </a:p>
          <a:p>
            <a:pPr marL="715963" indent="0">
              <a:spcBef>
                <a:spcPts val="624"/>
              </a:spcBef>
              <a:spcAft>
                <a:spcPts val="600"/>
              </a:spcAft>
              <a:buSzPct val="100000"/>
              <a:buNone/>
            </a:pPr>
            <a:r>
              <a:rPr lang="en-US" sz="2600" b="1" dirty="0">
                <a:solidFill>
                  <a:schemeClr val="tx1"/>
                </a:solidFill>
                <a:latin typeface="Work Sans" pitchFamily="2" charset="0"/>
                <a:cs typeface="Arial" pitchFamily="34" charset="0"/>
              </a:rPr>
              <a:t>Answer: </a:t>
            </a:r>
            <a:r>
              <a:rPr lang="en-US" sz="2600" dirty="0">
                <a:solidFill>
                  <a:schemeClr val="tx1"/>
                </a:solidFill>
                <a:latin typeface="Work Sans" pitchFamily="2" charset="0"/>
                <a:cs typeface="Arial" pitchFamily="34" charset="0"/>
              </a:rPr>
              <a:t>Technician A only</a:t>
            </a:r>
          </a:p>
        </p:txBody>
      </p:sp>
    </p:spTree>
    <p:extLst>
      <p:ext uri="{BB962C8B-B14F-4D97-AF65-F5344CB8AC3E}">
        <p14:creationId xmlns:p14="http://schemas.microsoft.com/office/powerpoint/2010/main" val="1894589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MacPherson Strut Suspensions">
    <p:spTree>
      <p:nvGrpSpPr>
        <p:cNvPr id="1" name=""/>
        <p:cNvGrpSpPr/>
        <p:nvPr/>
      </p:nvGrpSpPr>
      <p:grpSpPr>
        <a:xfrm>
          <a:off x="0" y="0"/>
          <a:ext cx="0" cy="0"/>
          <a:chOff x="0" y="0"/>
          <a:chExt cx="0" cy="0"/>
        </a:xfrm>
      </p:grpSpPr>
      <p:sp>
        <p:nvSpPr>
          <p:cNvPr id="4" name="Title 4"/>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MacPherson Strut Suspensions</a:t>
            </a:r>
          </a:p>
        </p:txBody>
      </p:sp>
      <p:sp>
        <p:nvSpPr>
          <p:cNvPr id="2" name="Content Placeholder 3"/>
          <p:cNvSpPr txBox="1">
            <a:spLocks noGrp="1"/>
          </p:cNvSpPr>
          <p:nvPr>
            <p:ph sz="quarter" idx="10"/>
          </p:nvPr>
        </p:nvSpPr>
        <p:spPr>
          <a:xfrm>
            <a:off x="609601" y="1752600"/>
            <a:ext cx="6858000" cy="404066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None/>
            </a:pPr>
            <a:r>
              <a:rPr lang="en-US" sz="2600" b="1" dirty="0">
                <a:solidFill>
                  <a:schemeClr val="tx1"/>
                </a:solidFill>
                <a:latin typeface="Work Sans" pitchFamily="2" charset="0"/>
              </a:rPr>
              <a:t>46.03 Identify types of independent and non independent suspension systems.</a:t>
            </a:r>
            <a:endParaRPr lang="en-US" sz="2600" dirty="0">
              <a:solidFill>
                <a:schemeClr val="tx1"/>
              </a:solidFill>
              <a:latin typeface="Work Sans" pitchFamily="2" charset="0"/>
              <a:cs typeface="Arial" pitchFamily="34" charset="0"/>
            </a:endParaRP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Spring.</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Shock absorber.</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Upper suspension locator and steering pivot.</a:t>
            </a:r>
          </a:p>
        </p:txBody>
      </p:sp>
      <p:pic>
        <p:nvPicPr>
          <p:cNvPr id="10" name="Picture Placeholder 9" descr="A complete assembly of MacPherson strut front suspension which is one of the most common types of front suspension systems. It has a compact design and is well suited to work with F W D configurations. The labeled parts are as follows: nut, strut to mount, strut mount, Jounce bumper, front spring upper insulator, spring, front spring lower insulator, front strut, lower control arm, and steering knuckle.">
            <a:extLst>
              <a:ext uri="{FF2B5EF4-FFF2-40B4-BE49-F238E27FC236}">
                <a16:creationId xmlns:a16="http://schemas.microsoft.com/office/drawing/2014/main" id="{2E3801CF-397D-AD0D-1E71-8B950E521365}"/>
              </a:ext>
            </a:extLst>
          </p:cNvPr>
          <p:cNvPicPr>
            <a:picLocks noGrp="1" noChangeAspect="1"/>
          </p:cNvPicPr>
          <p:nvPr>
            <p:ph type="pic" sz="quarter" idx="12"/>
          </p:nvPr>
        </p:nvPicPr>
        <p:blipFill rotWithShape="1">
          <a:blip r:embed="rId3"/>
          <a:srcRect b="3933"/>
          <a:stretch/>
        </p:blipFill>
        <p:spPr>
          <a:xfrm>
            <a:off x="8145424" y="1992829"/>
            <a:ext cx="2903576" cy="392835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trut Mounts">
    <p:spTree>
      <p:nvGrpSpPr>
        <p:cNvPr id="1" name=""/>
        <p:cNvGrpSpPr/>
        <p:nvPr/>
      </p:nvGrpSpPr>
      <p:grpSpPr>
        <a:xfrm>
          <a:off x="0" y="0"/>
          <a:ext cx="0" cy="0"/>
          <a:chOff x="0" y="0"/>
          <a:chExt cx="0" cy="0"/>
        </a:xfrm>
      </p:grpSpPr>
      <p:sp>
        <p:nvSpPr>
          <p:cNvPr id="2"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Strut Mounts</a:t>
            </a:r>
          </a:p>
        </p:txBody>
      </p:sp>
      <p:sp>
        <p:nvSpPr>
          <p:cNvPr id="3" name="Content Placeholder 4"/>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Dampen vibrations.</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Secure the strut in position.</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Include a bearing or bushing.</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Worn mounts can cause noise, poor handling, and damage to the strut.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Lower Suspension Component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Lower Suspension Components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457200" indent="-457200">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Lower strut suspension mounts to the frame.</a:t>
            </a:r>
          </a:p>
          <a:p>
            <a:pPr marL="457200" indent="-457200">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A lower control arm and ball joint are used.</a:t>
            </a:r>
          </a:p>
          <a:p>
            <a:pPr marL="457200" indent="-457200">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The lower ball joint is a friction joint.</a:t>
            </a:r>
          </a:p>
          <a:p>
            <a:pPr marL="715963" lvl="1" indent="-357188">
              <a:spcBef>
                <a:spcPts val="624"/>
              </a:spcBef>
              <a:spcAft>
                <a:spcPts val="1200"/>
              </a:spcAft>
              <a:buSzPct val="100000"/>
            </a:pPr>
            <a:r>
              <a:rPr lang="en-US" dirty="0">
                <a:solidFill>
                  <a:schemeClr val="tx1"/>
                </a:solidFill>
                <a:latin typeface="Work Sans" pitchFamily="2" charset="0"/>
                <a:cs typeface="Arial" pitchFamily="34" charset="0"/>
              </a:rPr>
              <a:t>Used to stabilize the steering and retard shimmy.</a:t>
            </a:r>
          </a:p>
          <a:p>
            <a:pPr marL="457200" indent="-457200">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Sway bars are retained in strut suspensions.</a:t>
            </a:r>
          </a:p>
          <a:p>
            <a:pPr marL="457200" indent="-457200">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Coil springs are used in all strut suspensions.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hort-Long Arm Suspension">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Short-Long Arm Suspension</a:t>
            </a:r>
          </a:p>
        </p:txBody>
      </p:sp>
      <p:sp>
        <p:nvSpPr>
          <p:cNvPr id="3" name="Content Placeholder 2"/>
          <p:cNvSpPr txBox="1">
            <a:spLocks noGrp="1"/>
          </p:cNvSpPr>
          <p:nvPr>
            <p:ph type="body" idx="1"/>
          </p:nvPr>
        </p:nvSpPr>
        <p:spPr>
          <a:xfrm>
            <a:off x="476845" y="1558861"/>
            <a:ext cx="5923955" cy="4003739"/>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Each wheel is connected independently to the frame.</a:t>
            </a:r>
          </a:p>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The upper arm pivots in a shorter arc.</a:t>
            </a:r>
          </a:p>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The top of the wheel moves slightly, but tire’s contact with the road remains constant.</a:t>
            </a:r>
          </a:p>
        </p:txBody>
      </p:sp>
      <p:pic>
        <p:nvPicPr>
          <p:cNvPr id="9" name="Picture Placeholder 8" descr="The ball joint locations in an S L A suspension with the parts labeled as follows: upper control arm bushings, lower control arm bushings, lower control arm, lower ball joint, and upper ball joint.">
            <a:extLst>
              <a:ext uri="{FF2B5EF4-FFF2-40B4-BE49-F238E27FC236}">
                <a16:creationId xmlns:a16="http://schemas.microsoft.com/office/drawing/2014/main" id="{5915C2FF-F463-C830-A4F2-F1C35D08BB67}"/>
              </a:ext>
            </a:extLst>
          </p:cNvPr>
          <p:cNvPicPr>
            <a:picLocks noGrp="1" noChangeAspect="1"/>
          </p:cNvPicPr>
          <p:nvPr>
            <p:ph type="pic" sz="quarter" idx="12"/>
          </p:nvPr>
        </p:nvPicPr>
        <p:blipFill rotWithShape="1">
          <a:blip r:embed="rId3"/>
          <a:srcRect b="5966"/>
          <a:stretch/>
        </p:blipFill>
        <p:spPr>
          <a:xfrm>
            <a:off x="6632327" y="1958688"/>
            <a:ext cx="5121934" cy="314671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Ball Joint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Ball Joints </a:t>
            </a:r>
          </a:p>
        </p:txBody>
      </p:sp>
      <p:sp>
        <p:nvSpPr>
          <p:cNvPr id="3" name="Content Placeholder 2"/>
          <p:cNvSpPr txBox="1">
            <a:spLocks noGrp="1"/>
          </p:cNvSpPr>
          <p:nvPr>
            <p:ph type="body" idx="1"/>
          </p:nvPr>
        </p:nvSpPr>
        <p:spPr>
          <a:xfrm>
            <a:off x="476845" y="1558861"/>
            <a:ext cx="6990756" cy="4232339"/>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38"/>
              </a:spcBef>
              <a:buSzPct val="100000"/>
              <a:buFont typeface="Arial" pitchFamily="34" charset="0"/>
              <a:buChar char="•"/>
            </a:pPr>
            <a:r>
              <a:rPr lang="en-US" sz="2600" dirty="0">
                <a:solidFill>
                  <a:schemeClr val="tx1"/>
                </a:solidFill>
                <a:latin typeface="Work Sans" pitchFamily="2" charset="0"/>
                <a:cs typeface="Arial" pitchFamily="34" charset="0"/>
              </a:rPr>
              <a:t>Connects the steering knuckle to the control arms.</a:t>
            </a:r>
          </a:p>
          <a:p>
            <a:pPr marL="358775" indent="-358775">
              <a:spcBef>
                <a:spcPts val="638"/>
              </a:spcBef>
              <a:buSzPct val="100000"/>
              <a:buFont typeface="Arial" pitchFamily="34" charset="0"/>
              <a:buChar char="•"/>
            </a:pPr>
            <a:r>
              <a:rPr lang="en-US" sz="2600" dirty="0">
                <a:solidFill>
                  <a:schemeClr val="tx1"/>
                </a:solidFill>
                <a:latin typeface="Work Sans" pitchFamily="2" charset="0"/>
                <a:cs typeface="Arial" pitchFamily="34" charset="0"/>
              </a:rPr>
              <a:t>Are either load carrying or are followers</a:t>
            </a:r>
          </a:p>
          <a:p>
            <a:pPr marL="715963" lvl="1" indent="-357188">
              <a:spcBef>
                <a:spcPts val="558"/>
              </a:spcBef>
              <a:spcAft>
                <a:spcPts val="1417"/>
              </a:spcAft>
              <a:buSzPct val="100000"/>
              <a:buFont typeface="Arial" panose="020B0604020202020204" pitchFamily="34" charset="0"/>
              <a:buChar char="–"/>
            </a:pPr>
            <a:r>
              <a:rPr lang="en-US" dirty="0">
                <a:solidFill>
                  <a:schemeClr val="tx1"/>
                </a:solidFill>
                <a:latin typeface="Work Sans" pitchFamily="2" charset="0"/>
                <a:cs typeface="Arial" pitchFamily="34" charset="0"/>
              </a:rPr>
              <a:t>Load carrying joints support the vehicle’s weight.</a:t>
            </a:r>
          </a:p>
          <a:p>
            <a:pPr marL="715963" lvl="1" indent="-357188">
              <a:spcBef>
                <a:spcPts val="558"/>
              </a:spcBef>
              <a:spcAft>
                <a:spcPts val="1417"/>
              </a:spcAft>
              <a:buSzPct val="100000"/>
              <a:buFont typeface="Arial" panose="020B0604020202020204" pitchFamily="34" charset="0"/>
              <a:buChar char="–"/>
            </a:pPr>
            <a:r>
              <a:rPr lang="en-US" dirty="0">
                <a:solidFill>
                  <a:schemeClr val="tx1"/>
                </a:solidFill>
                <a:latin typeface="Work Sans" pitchFamily="2" charset="0"/>
                <a:cs typeface="Arial" pitchFamily="34" charset="0"/>
              </a:rPr>
              <a:t>Following or friction joints a steering pivot.</a:t>
            </a:r>
          </a:p>
        </p:txBody>
      </p:sp>
      <p:pic>
        <p:nvPicPr>
          <p:cNvPr id="10" name="Picture Placeholder 9" descr="Two basic types of load-carrying ball joints: Compression-loaded ball joint and Tension-loaded ball joint. Each of the ball joints consists of a control arm and a steering knuckle.">
            <a:extLst>
              <a:ext uri="{FF2B5EF4-FFF2-40B4-BE49-F238E27FC236}">
                <a16:creationId xmlns:a16="http://schemas.microsoft.com/office/drawing/2014/main" id="{54333A9D-C087-BE16-F01D-F8073E9A8491}"/>
              </a:ext>
            </a:extLst>
          </p:cNvPr>
          <p:cNvPicPr>
            <a:picLocks noGrp="1" noChangeAspect="1"/>
          </p:cNvPicPr>
          <p:nvPr>
            <p:ph type="pic" sz="quarter" idx="12"/>
          </p:nvPr>
        </p:nvPicPr>
        <p:blipFill rotWithShape="1">
          <a:blip r:embed="rId3"/>
          <a:srcRect b="4741"/>
          <a:stretch/>
        </p:blipFill>
        <p:spPr>
          <a:xfrm>
            <a:off x="7772995" y="1676400"/>
            <a:ext cx="3293202" cy="4114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Four-Link or Multilink Front Suspension">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Four-Link or Multilink Front Suspension</a:t>
            </a:r>
          </a:p>
        </p:txBody>
      </p:sp>
      <p:sp>
        <p:nvSpPr>
          <p:cNvPr id="3" name="Content Placeholder 2"/>
          <p:cNvSpPr txBox="1">
            <a:spLocks noGrp="1"/>
          </p:cNvSpPr>
          <p:nvPr>
            <p:ph sz="quarter" idx="10"/>
          </p:nvPr>
        </p:nvSpPr>
        <p:spPr>
          <a:xfrm>
            <a:off x="990600" y="1905000"/>
            <a:ext cx="6019800" cy="21336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This style optimizes ride quality and movement.</a:t>
            </a:r>
          </a:p>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The influence of drive forces on the steering is minimal.</a:t>
            </a:r>
          </a:p>
        </p:txBody>
      </p:sp>
      <p:pic>
        <p:nvPicPr>
          <p:cNvPr id="9" name="Picture Placeholder 8" descr="A setup depicts the four-link front suspension system and its associated components.">
            <a:extLst>
              <a:ext uri="{FF2B5EF4-FFF2-40B4-BE49-F238E27FC236}">
                <a16:creationId xmlns:a16="http://schemas.microsoft.com/office/drawing/2014/main" id="{21FA03AF-2224-DF35-BD1B-A50691BC5FA3}"/>
              </a:ext>
            </a:extLst>
          </p:cNvPr>
          <p:cNvPicPr>
            <a:picLocks noGrp="1" noChangeAspect="1"/>
          </p:cNvPicPr>
          <p:nvPr>
            <p:ph type="pic" sz="quarter" idx="12"/>
          </p:nvPr>
        </p:nvPicPr>
        <p:blipFill rotWithShape="1">
          <a:blip r:embed="rId3"/>
          <a:srcRect b="5651"/>
          <a:stretch/>
        </p:blipFill>
        <p:spPr>
          <a:xfrm>
            <a:off x="7268268" y="1670201"/>
            <a:ext cx="3247332" cy="427910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Knowledge Check">
    <p:spTree>
      <p:nvGrpSpPr>
        <p:cNvPr id="1" name=""/>
        <p:cNvGrpSpPr/>
        <p:nvPr/>
      </p:nvGrpSpPr>
      <p:grpSpPr>
        <a:xfrm>
          <a:off x="0" y="0"/>
          <a:ext cx="0" cy="0"/>
          <a:chOff x="0" y="0"/>
          <a:chExt cx="0" cy="0"/>
        </a:xfrm>
      </p:grpSpPr>
      <p:sp>
        <p:nvSpPr>
          <p:cNvPr id="2" name="Title 4"/>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Knowledge Check (2 of 4)  </a:t>
            </a:r>
          </a:p>
        </p:txBody>
      </p:sp>
      <p:sp>
        <p:nvSpPr>
          <p:cNvPr id="3" name="Content Placeholder 5"/>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1200"/>
              </a:spcAft>
              <a:buSzPct val="100000"/>
              <a:buNone/>
            </a:pPr>
            <a:r>
              <a:rPr lang="en-US" sz="2600" dirty="0">
                <a:solidFill>
                  <a:schemeClr val="tx1"/>
                </a:solidFill>
                <a:latin typeface="Work Sans" pitchFamily="2" charset="0"/>
                <a:cs typeface="Arial" pitchFamily="34" charset="0"/>
              </a:rPr>
              <a:t>Technician A says the ball joint located on the control arm with the spring is the friction joint.</a:t>
            </a:r>
          </a:p>
          <a:p>
            <a:pPr marL="0" indent="0">
              <a:spcBef>
                <a:spcPts val="624"/>
              </a:spcBef>
              <a:spcAft>
                <a:spcPts val="1200"/>
              </a:spcAft>
              <a:buSzPct val="100000"/>
              <a:buNone/>
            </a:pPr>
            <a:r>
              <a:rPr lang="en-US" sz="2600" dirty="0">
                <a:solidFill>
                  <a:schemeClr val="tx1"/>
                </a:solidFill>
                <a:latin typeface="Work Sans" pitchFamily="2" charset="0"/>
                <a:cs typeface="Arial" pitchFamily="34" charset="0"/>
              </a:rPr>
              <a:t>Technician B says the ball joint on MacPherson strut suspensions is a load-carrying joint.</a:t>
            </a:r>
          </a:p>
          <a:p>
            <a:pPr marL="0" indent="0">
              <a:spcBef>
                <a:spcPts val="624"/>
              </a:spcBef>
              <a:spcAft>
                <a:spcPts val="1200"/>
              </a:spcAft>
              <a:buSzPct val="100000"/>
              <a:buNone/>
            </a:pPr>
            <a:r>
              <a:rPr lang="en-US" sz="2600" dirty="0">
                <a:solidFill>
                  <a:schemeClr val="tx1"/>
                </a:solidFill>
                <a:latin typeface="Work Sans" pitchFamily="2" charset="0"/>
                <a:cs typeface="Arial" pitchFamily="34" charset="0"/>
              </a:rPr>
              <a:t>Who is correct?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Knowledge Check Answer (2 of 4)</a:t>
            </a:r>
          </a:p>
        </p:txBody>
      </p:sp>
      <p:sp>
        <p:nvSpPr>
          <p:cNvPr id="3" name="Content Placeholder 5"/>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SzPct val="100000"/>
              <a:buNone/>
            </a:pPr>
            <a:r>
              <a:rPr lang="en-US" sz="2600" dirty="0">
                <a:solidFill>
                  <a:schemeClr val="tx1"/>
                </a:solidFill>
                <a:latin typeface="Work Sans" pitchFamily="2" charset="0"/>
                <a:cs typeface="Arial" pitchFamily="34" charset="0"/>
              </a:rPr>
              <a:t>Technician A says the ball joint located on the control arm with the spring is the friction joint.  </a:t>
            </a:r>
          </a:p>
          <a:p>
            <a:pPr marL="0" indent="0">
              <a:spcBef>
                <a:spcPts val="624"/>
              </a:spcBef>
              <a:spcAft>
                <a:spcPts val="600"/>
              </a:spcAft>
              <a:buSzPct val="100000"/>
              <a:buNone/>
            </a:pPr>
            <a:r>
              <a:rPr lang="en-US" sz="2600" dirty="0">
                <a:solidFill>
                  <a:schemeClr val="tx1"/>
                </a:solidFill>
                <a:latin typeface="Work Sans" pitchFamily="2" charset="0"/>
                <a:cs typeface="Arial" pitchFamily="34" charset="0"/>
              </a:rPr>
              <a:t>Technician B says the ball joint on MacPherson strut suspensions is a load-carrying joint. </a:t>
            </a:r>
          </a:p>
          <a:p>
            <a:pPr marL="0" indent="0">
              <a:spcBef>
                <a:spcPts val="624"/>
              </a:spcBef>
              <a:spcAft>
                <a:spcPts val="600"/>
              </a:spcAft>
              <a:buSzPct val="100000"/>
              <a:buNone/>
            </a:pPr>
            <a:r>
              <a:rPr lang="en-US" sz="2600" dirty="0">
                <a:solidFill>
                  <a:schemeClr val="tx1"/>
                </a:solidFill>
                <a:latin typeface="Work Sans" pitchFamily="2" charset="0"/>
                <a:cs typeface="Arial" pitchFamily="34" charset="0"/>
              </a:rPr>
              <a:t>Who is correct?</a:t>
            </a:r>
          </a:p>
          <a:p>
            <a:pPr marL="0" indent="0">
              <a:spcBef>
                <a:spcPts val="624"/>
              </a:spcBef>
              <a:spcAft>
                <a:spcPts val="600"/>
              </a:spcAft>
              <a:buSzPct val="100000"/>
              <a:buNone/>
            </a:pPr>
            <a:r>
              <a:rPr lang="en-US" sz="2600" b="1" dirty="0">
                <a:solidFill>
                  <a:schemeClr val="tx1"/>
                </a:solidFill>
                <a:latin typeface="Work Sans" pitchFamily="2" charset="0"/>
                <a:cs typeface="Arial" pitchFamily="34" charset="0"/>
              </a:rPr>
              <a:t>Answer: </a:t>
            </a:r>
            <a:r>
              <a:rPr lang="en-US" sz="2600" dirty="0">
                <a:solidFill>
                  <a:schemeClr val="tx1"/>
                </a:solidFill>
                <a:latin typeface="Work Sans" pitchFamily="2" charset="0"/>
                <a:cs typeface="Arial" pitchFamily="34" charset="0"/>
              </a:rPr>
              <a:t>Neither Technician A nor B</a:t>
            </a:r>
          </a:p>
        </p:txBody>
      </p:sp>
    </p:spTree>
    <p:extLst>
      <p:ext uri="{BB962C8B-B14F-4D97-AF65-F5344CB8AC3E}">
        <p14:creationId xmlns:p14="http://schemas.microsoft.com/office/powerpoint/2010/main" val="32156222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Basic Front-Suspension Diagnosi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Basic Front-Suspension Diagnosis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SzPct val="100000"/>
              <a:buNone/>
            </a:pPr>
            <a:r>
              <a:rPr lang="en-US" sz="2600" b="1" dirty="0">
                <a:solidFill>
                  <a:schemeClr val="tx1"/>
                </a:solidFill>
                <a:latin typeface="Work Sans" pitchFamily="2" charset="0"/>
              </a:rPr>
              <a:t>46.04 Perform a general front-suspension inspection.</a:t>
            </a:r>
            <a:endParaRPr lang="en-US" sz="2600" dirty="0">
              <a:solidFill>
                <a:schemeClr val="tx1"/>
              </a:solidFill>
              <a:latin typeface="Work Sans" pitchFamily="2" charset="0"/>
              <a:cs typeface="Arial" pitchFamily="34" charset="0"/>
            </a:endParaRP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Test drive to verify the customer complaint.</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Inspect the tires, chassis, and underbody.</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Check for aftermarket modifications.</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Check for signs of overloading or sagging.</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Inspect wheel bearings, front and rear suspension parts, shocks, and bushings.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hock/Strut Bounce Test">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Shock/Strut Bounce Test</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SzPct val="100000"/>
              <a:buNone/>
            </a:pPr>
            <a:r>
              <a:rPr lang="en-US" sz="2600" b="1" dirty="0">
                <a:solidFill>
                  <a:schemeClr val="tx1"/>
                </a:solidFill>
                <a:latin typeface="Work Sans" pitchFamily="2" charset="0"/>
                <a:cs typeface="Arial" pitchFamily="34" charset="0"/>
              </a:rPr>
              <a:t>46.05 Diagnose common suspension concerns, such as excessive bounce, body roll, and noises.</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Push the bumper down two or three times.</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The vehicle should oscillate about one and a half times then settle.</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Excessive bounce indicates the shocks are worn and need replaced.</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Listen for noises while testing.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igns of Shock Failure">
    <p:spTree>
      <p:nvGrpSpPr>
        <p:cNvPr id="1" name=""/>
        <p:cNvGrpSpPr/>
        <p:nvPr/>
      </p:nvGrpSpPr>
      <p:grpSpPr>
        <a:xfrm>
          <a:off x="0" y="0"/>
          <a:ext cx="0" cy="0"/>
          <a:chOff x="0" y="0"/>
          <a:chExt cx="0" cy="0"/>
        </a:xfrm>
      </p:grpSpPr>
      <p:sp>
        <p:nvSpPr>
          <p:cNvPr id="4" name="Title 4"/>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Signs of Shock Failure</a:t>
            </a:r>
          </a:p>
        </p:txBody>
      </p:sp>
      <p:sp>
        <p:nvSpPr>
          <p:cNvPr id="2" name="Content Placeholder 3"/>
          <p:cNvSpPr txBox="1">
            <a:spLocks noGrp="1"/>
          </p:cNvSpPr>
          <p:nvPr>
            <p:ph sz="quarter" idx="10"/>
          </p:nvPr>
        </p:nvSpPr>
        <p:spPr>
          <a:xfrm>
            <a:off x="685801" y="1752600"/>
            <a:ext cx="6705600" cy="37338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More difficult steering and handling.</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Rough braking.</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Excessive bouncing after stops.</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Unusual tire wear patterns.</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Bottoming out springs.</a:t>
            </a:r>
          </a:p>
        </p:txBody>
      </p:sp>
      <p:pic>
        <p:nvPicPr>
          <p:cNvPr id="9" name="Picture Placeholder 8" descr="The shock absorber with the fluid leakage.">
            <a:extLst>
              <a:ext uri="{FF2B5EF4-FFF2-40B4-BE49-F238E27FC236}">
                <a16:creationId xmlns:a16="http://schemas.microsoft.com/office/drawing/2014/main" id="{B3F418ED-7A48-6BE7-D1BA-7614AFE0FFF9}"/>
              </a:ext>
            </a:extLst>
          </p:cNvPr>
          <p:cNvPicPr>
            <a:picLocks noGrp="1" noChangeAspect="1"/>
          </p:cNvPicPr>
          <p:nvPr>
            <p:ph type="pic" sz="quarter" idx="12"/>
          </p:nvPr>
        </p:nvPicPr>
        <p:blipFill rotWithShape="1">
          <a:blip r:embed="rId3"/>
          <a:srcRect b="7800"/>
          <a:stretch/>
        </p:blipFill>
        <p:spPr>
          <a:xfrm>
            <a:off x="7467600" y="1654763"/>
            <a:ext cx="3352800" cy="4219611"/>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Excessive Body Roll">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Excessive Body Roll</a:t>
            </a:r>
          </a:p>
        </p:txBody>
      </p:sp>
      <p:sp>
        <p:nvSpPr>
          <p:cNvPr id="3" name="Content Placeholder 3"/>
          <p:cNvSpPr txBox="1">
            <a:spLocks noGrp="1"/>
          </p:cNvSpPr>
          <p:nvPr>
            <p:ph sz="quarter" idx="10"/>
          </p:nvPr>
        </p:nvSpPr>
        <p:spPr>
          <a:xfrm>
            <a:off x="685800" y="1600200"/>
            <a:ext cx="6400800" cy="2162432"/>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Can be caused by worn out shocks.</a:t>
            </a:r>
          </a:p>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Broken sway bar links allow excessive body roll.</a:t>
            </a:r>
          </a:p>
        </p:txBody>
      </p:sp>
      <p:pic>
        <p:nvPicPr>
          <p:cNvPr id="9" name="Picture Placeholder 8" descr="A damaged ball socket sway bar link.">
            <a:extLst>
              <a:ext uri="{FF2B5EF4-FFF2-40B4-BE49-F238E27FC236}">
                <a16:creationId xmlns:a16="http://schemas.microsoft.com/office/drawing/2014/main" id="{F14C4092-0DC3-8002-01D3-B95F7C09BE05}"/>
              </a:ext>
            </a:extLst>
          </p:cNvPr>
          <p:cNvPicPr>
            <a:picLocks noGrp="1" noChangeAspect="1"/>
          </p:cNvPicPr>
          <p:nvPr>
            <p:ph type="pic" sz="quarter" idx="12"/>
          </p:nvPr>
        </p:nvPicPr>
        <p:blipFill rotWithShape="1">
          <a:blip r:embed="rId3"/>
          <a:srcRect b="6216"/>
          <a:stretch/>
        </p:blipFill>
        <p:spPr>
          <a:xfrm>
            <a:off x="7620000" y="1828800"/>
            <a:ext cx="3282454" cy="41148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Noise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Noises</a:t>
            </a:r>
          </a:p>
        </p:txBody>
      </p:sp>
      <p:sp>
        <p:nvSpPr>
          <p:cNvPr id="3" name="Content Placeholder 2"/>
          <p:cNvSpPr txBox="1">
            <a:spLocks noGrp="1"/>
          </p:cNvSpPr>
          <p:nvPr>
            <p:ph sz="quarter" idx="10"/>
          </p:nvPr>
        </p:nvSpPr>
        <p:spPr>
          <a:xfrm>
            <a:off x="609600" y="1504950"/>
            <a:ext cx="6172200" cy="360045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Abnormal noises can be caused by</a:t>
            </a:r>
          </a:p>
          <a:p>
            <a:pPr marL="715963" lvl="1" indent="-357188">
              <a:spcBef>
                <a:spcPts val="624"/>
              </a:spcBef>
              <a:spcAft>
                <a:spcPts val="600"/>
              </a:spcAft>
              <a:buSzPct val="100000"/>
            </a:pPr>
            <a:r>
              <a:rPr lang="en-US" dirty="0">
                <a:solidFill>
                  <a:schemeClr val="tx1"/>
                </a:solidFill>
                <a:latin typeface="Work Sans" pitchFamily="2" charset="0"/>
                <a:cs typeface="Arial" pitchFamily="34" charset="0"/>
              </a:rPr>
              <a:t>Tires</a:t>
            </a:r>
          </a:p>
          <a:p>
            <a:pPr marL="715963" lvl="1" indent="-357188">
              <a:spcBef>
                <a:spcPts val="624"/>
              </a:spcBef>
              <a:spcAft>
                <a:spcPts val="600"/>
              </a:spcAft>
              <a:buSzPct val="100000"/>
            </a:pPr>
            <a:r>
              <a:rPr lang="en-US" dirty="0">
                <a:solidFill>
                  <a:schemeClr val="tx1"/>
                </a:solidFill>
                <a:latin typeface="Work Sans" pitchFamily="2" charset="0"/>
                <a:cs typeface="Arial" pitchFamily="34" charset="0"/>
              </a:rPr>
              <a:t>Shocks</a:t>
            </a:r>
          </a:p>
          <a:p>
            <a:pPr marL="715963" lvl="1" indent="-357188">
              <a:spcBef>
                <a:spcPts val="624"/>
              </a:spcBef>
              <a:spcAft>
                <a:spcPts val="600"/>
              </a:spcAft>
              <a:buSzPct val="100000"/>
            </a:pPr>
            <a:r>
              <a:rPr lang="en-US" dirty="0">
                <a:solidFill>
                  <a:schemeClr val="tx1"/>
                </a:solidFill>
                <a:latin typeface="Work Sans" pitchFamily="2" charset="0"/>
                <a:cs typeface="Arial" pitchFamily="34" charset="0"/>
              </a:rPr>
              <a:t>Bushings</a:t>
            </a:r>
          </a:p>
          <a:p>
            <a:pPr marL="715963" lvl="1" indent="-357188">
              <a:spcBef>
                <a:spcPts val="624"/>
              </a:spcBef>
              <a:spcAft>
                <a:spcPts val="600"/>
              </a:spcAft>
              <a:buSzPct val="100000"/>
            </a:pPr>
            <a:r>
              <a:rPr lang="en-US" dirty="0">
                <a:solidFill>
                  <a:schemeClr val="tx1"/>
                </a:solidFill>
                <a:latin typeface="Work Sans" pitchFamily="2" charset="0"/>
                <a:cs typeface="Arial" pitchFamily="34" charset="0"/>
              </a:rPr>
              <a:t>Strut mounts</a:t>
            </a:r>
          </a:p>
          <a:p>
            <a:pPr marL="715963" lvl="1" indent="-357188">
              <a:spcBef>
                <a:spcPts val="624"/>
              </a:spcBef>
              <a:spcAft>
                <a:spcPts val="600"/>
              </a:spcAft>
              <a:buSzPct val="100000"/>
            </a:pPr>
            <a:r>
              <a:rPr lang="en-US" dirty="0">
                <a:solidFill>
                  <a:schemeClr val="tx1"/>
                </a:solidFill>
                <a:latin typeface="Work Sans" pitchFamily="2" charset="0"/>
                <a:cs typeface="Arial" pitchFamily="34" charset="0"/>
              </a:rPr>
              <a:t>Ball joints</a:t>
            </a:r>
          </a:p>
        </p:txBody>
      </p:sp>
      <p:pic>
        <p:nvPicPr>
          <p:cNvPr id="9" name="Picture Placeholder 8" descr="A typical coil spring connected to strut tower interference. The tower is a symmetrical tower with a spring at the right end. Sharp turns are caused by the interference between the coil spring and strut tower or between the coil spring and upper mount. Upper strut mounts are worn causing binding and poor steering. The spring and tower are marked and labeled.">
            <a:extLst>
              <a:ext uri="{FF2B5EF4-FFF2-40B4-BE49-F238E27FC236}">
                <a16:creationId xmlns:a16="http://schemas.microsoft.com/office/drawing/2014/main" id="{79B1DCE0-0DB3-4BD7-3BD8-F66B45DC929C}"/>
              </a:ext>
            </a:extLst>
          </p:cNvPr>
          <p:cNvPicPr>
            <a:picLocks noGrp="1" noChangeAspect="1"/>
          </p:cNvPicPr>
          <p:nvPr>
            <p:ph type="pic" sz="quarter" idx="12"/>
          </p:nvPr>
        </p:nvPicPr>
        <p:blipFill rotWithShape="1">
          <a:blip r:embed="rId3"/>
          <a:srcRect b="6414"/>
          <a:stretch/>
        </p:blipFill>
        <p:spPr>
          <a:xfrm>
            <a:off x="7010400" y="1922619"/>
            <a:ext cx="4701301" cy="360044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Chassis Height Specification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Chassis Height Specifications</a:t>
            </a:r>
          </a:p>
        </p:txBody>
      </p:sp>
      <p:sp>
        <p:nvSpPr>
          <p:cNvPr id="3" name="Content Placeholder 2"/>
          <p:cNvSpPr txBox="1">
            <a:spLocks noGrp="1"/>
          </p:cNvSpPr>
          <p:nvPr>
            <p:ph sz="quarter" idx="10"/>
          </p:nvPr>
        </p:nvSpPr>
        <p:spPr>
          <a:xfrm>
            <a:off x="609600" y="1752600"/>
            <a:ext cx="6477000" cy="25908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Inspect for sag, damaged or worn bumpers, or shiny spring coils.</a:t>
            </a:r>
          </a:p>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Measure height at specific locations.</a:t>
            </a:r>
          </a:p>
        </p:txBody>
      </p:sp>
      <p:pic>
        <p:nvPicPr>
          <p:cNvPr id="9" name="Picture Placeholder 8" descr="A measuring tape is placed vertically adjacent to the rear wheel of the car tire, from the ground to the chassis of the car.">
            <a:extLst>
              <a:ext uri="{FF2B5EF4-FFF2-40B4-BE49-F238E27FC236}">
                <a16:creationId xmlns:a16="http://schemas.microsoft.com/office/drawing/2014/main" id="{4D864810-66AA-E0E7-F9EA-C0E7B7596755}"/>
              </a:ext>
            </a:extLst>
          </p:cNvPr>
          <p:cNvPicPr>
            <a:picLocks noGrp="1" noChangeAspect="1"/>
          </p:cNvPicPr>
          <p:nvPr>
            <p:ph type="pic" sz="quarter" idx="12"/>
          </p:nvPr>
        </p:nvPicPr>
        <p:blipFill rotWithShape="1">
          <a:blip r:embed="rId3"/>
          <a:srcRect b="5856"/>
          <a:stretch/>
        </p:blipFill>
        <p:spPr>
          <a:xfrm>
            <a:off x="7543799" y="1752600"/>
            <a:ext cx="3757475" cy="40386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Front-Suspension&#10;Component Servicing">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Front-Suspension Component Servicing</a:t>
            </a:r>
          </a:p>
        </p:txBody>
      </p:sp>
      <p:sp>
        <p:nvSpPr>
          <p:cNvPr id="2"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SzPct val="100000"/>
              <a:buNone/>
            </a:pPr>
            <a:r>
              <a:rPr lang="en-US" sz="2600" b="1" dirty="0">
                <a:solidFill>
                  <a:schemeClr val="tx1"/>
                </a:solidFill>
                <a:latin typeface="Work Sans" pitchFamily="2" charset="0"/>
                <a:cs typeface="Arial" pitchFamily="34" charset="0"/>
              </a:rPr>
              <a:t>46.06 Identify how to service and repair front suspension components.</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Coil Springs</a:t>
            </a:r>
          </a:p>
          <a:p>
            <a:pPr marL="715963" lvl="1" indent="-357188">
              <a:spcBef>
                <a:spcPts val="624"/>
              </a:spcBef>
              <a:spcAft>
                <a:spcPts val="600"/>
              </a:spcAft>
              <a:buSzPct val="100000"/>
            </a:pPr>
            <a:r>
              <a:rPr lang="en-US" dirty="0">
                <a:solidFill>
                  <a:schemeClr val="tx1"/>
                </a:solidFill>
                <a:latin typeface="Work Sans" pitchFamily="2" charset="0"/>
                <a:cs typeface="Arial" pitchFamily="34" charset="0"/>
              </a:rPr>
              <a:t>Require no adjustment.</a:t>
            </a:r>
          </a:p>
          <a:p>
            <a:pPr marL="715963" lvl="1" indent="-357188">
              <a:spcBef>
                <a:spcPts val="624"/>
              </a:spcBef>
              <a:spcAft>
                <a:spcPts val="600"/>
              </a:spcAft>
              <a:buSzPct val="100000"/>
            </a:pPr>
            <a:r>
              <a:rPr lang="en-US" dirty="0">
                <a:solidFill>
                  <a:schemeClr val="tx1"/>
                </a:solidFill>
                <a:latin typeface="Work Sans" pitchFamily="2" charset="0"/>
                <a:cs typeface="Arial" pitchFamily="34" charset="0"/>
              </a:rPr>
              <a:t>Weak springs sag and affect ride height.</a:t>
            </a:r>
          </a:p>
          <a:p>
            <a:pPr marL="715963" lvl="1" indent="-357188">
              <a:spcBef>
                <a:spcPts val="624"/>
              </a:spcBef>
              <a:spcAft>
                <a:spcPts val="600"/>
              </a:spcAft>
              <a:buSzPct val="100000"/>
            </a:pPr>
            <a:r>
              <a:rPr lang="en-US" dirty="0">
                <a:solidFill>
                  <a:schemeClr val="tx1"/>
                </a:solidFill>
                <a:latin typeface="Work Sans" pitchFamily="2" charset="0"/>
                <a:cs typeface="Arial" pitchFamily="34" charset="0"/>
              </a:rPr>
              <a:t>Can break from overloading.</a:t>
            </a:r>
          </a:p>
          <a:p>
            <a:pPr marL="715963" lvl="1" indent="-357188">
              <a:spcBef>
                <a:spcPts val="624"/>
              </a:spcBef>
              <a:spcAft>
                <a:spcPts val="600"/>
              </a:spcAft>
              <a:buSzPct val="100000"/>
            </a:pPr>
            <a:r>
              <a:rPr lang="en-US" dirty="0">
                <a:solidFill>
                  <a:schemeClr val="tx1"/>
                </a:solidFill>
                <a:latin typeface="Work Sans" pitchFamily="2" charset="0"/>
                <a:cs typeface="Arial" pitchFamily="34" charset="0"/>
              </a:rPr>
              <a:t>To replace, support the lower control arm and  attach a spring compressor to safely handle the spring.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Ball Joint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Ball Joints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Check wear indicator if applicable.</a:t>
            </a:r>
          </a:p>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Check for wear with a dial indicator</a:t>
            </a:r>
          </a:p>
          <a:p>
            <a:pPr marL="715963" lvl="1" indent="-357188">
              <a:spcBef>
                <a:spcPts val="624"/>
              </a:spcBef>
              <a:spcAft>
                <a:spcPts val="1200"/>
              </a:spcAft>
              <a:buSzPct val="100000"/>
              <a:buFont typeface="Arial" panose="020B0604020202020204" pitchFamily="34" charset="0"/>
              <a:buChar char="–"/>
            </a:pPr>
            <a:r>
              <a:rPr lang="en-US" dirty="0">
                <a:solidFill>
                  <a:schemeClr val="tx1"/>
                </a:solidFill>
                <a:latin typeface="Work Sans" pitchFamily="2" charset="0"/>
                <a:cs typeface="Arial" pitchFamily="34" charset="0"/>
              </a:rPr>
              <a:t>Most joints should have no slop or play.</a:t>
            </a:r>
          </a:p>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Load-carrying joint is on same control arm as the spring.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Checking Ball Joint Wear">
    <p:spTree>
      <p:nvGrpSpPr>
        <p:cNvPr id="1" name=""/>
        <p:cNvGrpSpPr/>
        <p:nvPr/>
      </p:nvGrpSpPr>
      <p:grpSpPr>
        <a:xfrm>
          <a:off x="0" y="0"/>
          <a:ext cx="0" cy="0"/>
          <a:chOff x="0" y="0"/>
          <a:chExt cx="0" cy="0"/>
        </a:xfrm>
      </p:grpSpPr>
      <p:sp>
        <p:nvSpPr>
          <p:cNvPr id="2" name="Title 2"/>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Checking Ball Joint Wear</a:t>
            </a:r>
          </a:p>
        </p:txBody>
      </p:sp>
      <p:pic>
        <p:nvPicPr>
          <p:cNvPr id="10" name="Picture Placeholder 9" descr="A technician does the radial check of a car tire with a dial indicator fixed on the car tire, and mounting it on a support.">
            <a:extLst>
              <a:ext uri="{FF2B5EF4-FFF2-40B4-BE49-F238E27FC236}">
                <a16:creationId xmlns:a16="http://schemas.microsoft.com/office/drawing/2014/main" id="{46336251-CAB1-BEC2-5AAD-02DD3F12E1B5}"/>
              </a:ext>
            </a:extLst>
          </p:cNvPr>
          <p:cNvPicPr>
            <a:picLocks noGrp="1" noChangeAspect="1"/>
          </p:cNvPicPr>
          <p:nvPr>
            <p:ph type="pic" sz="quarter" idx="11"/>
          </p:nvPr>
        </p:nvPicPr>
        <p:blipFill rotWithShape="1">
          <a:blip r:embed="rId3"/>
          <a:srcRect b="8858"/>
          <a:stretch/>
        </p:blipFill>
        <p:spPr>
          <a:xfrm>
            <a:off x="1447799" y="1740659"/>
            <a:ext cx="4140575" cy="4050541"/>
          </a:xfrm>
          <a:prstGeom prst="rect">
            <a:avLst/>
          </a:prstGeom>
        </p:spPr>
      </p:pic>
      <p:pic>
        <p:nvPicPr>
          <p:cNvPr id="11" name="Picture Placeholder 10" descr="A setup depicts the axial check of a car wheel with a dial indicator fixed to the wheel of the car, and mounting it on a support.">
            <a:extLst>
              <a:ext uri="{FF2B5EF4-FFF2-40B4-BE49-F238E27FC236}">
                <a16:creationId xmlns:a16="http://schemas.microsoft.com/office/drawing/2014/main" id="{3D9FBDBE-E42C-536B-DD11-2026878D67B8}"/>
              </a:ext>
            </a:extLst>
          </p:cNvPr>
          <p:cNvPicPr>
            <a:picLocks noGrp="1" noChangeAspect="1"/>
          </p:cNvPicPr>
          <p:nvPr>
            <p:ph type="pic" sz="quarter" idx="12"/>
          </p:nvPr>
        </p:nvPicPr>
        <p:blipFill rotWithShape="1">
          <a:blip r:embed="rId4"/>
          <a:srcRect b="9697"/>
          <a:stretch/>
        </p:blipFill>
        <p:spPr>
          <a:xfrm>
            <a:off x="6069228" y="1600201"/>
            <a:ext cx="4768200" cy="4191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Replacing Ball Joint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Replacing Ball Joints</a:t>
            </a:r>
          </a:p>
        </p:txBody>
      </p:sp>
      <p:sp>
        <p:nvSpPr>
          <p:cNvPr id="3" name="Content Placeholder 2"/>
          <p:cNvSpPr txBox="1">
            <a:spLocks noGrp="1"/>
          </p:cNvSpPr>
          <p:nvPr>
            <p:ph sz="quarter" idx="10"/>
          </p:nvPr>
        </p:nvSpPr>
        <p:spPr>
          <a:xfrm>
            <a:off x="685800" y="1524000"/>
            <a:ext cx="5562600" cy="35814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Ball joints may be press fit, riveted, bolted, or threaded to the control arm.</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Rivets are removed and replaced with bolts and nuts.</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Press fit joints require a press for installation.</a:t>
            </a:r>
          </a:p>
        </p:txBody>
      </p:sp>
      <p:pic>
        <p:nvPicPr>
          <p:cNvPr id="9" name="Picture Placeholder 8" descr="A person presses a new ball joint with a steering knuckle. The pressing tool and lower control arm are labeled.">
            <a:extLst>
              <a:ext uri="{FF2B5EF4-FFF2-40B4-BE49-F238E27FC236}">
                <a16:creationId xmlns:a16="http://schemas.microsoft.com/office/drawing/2014/main" id="{59493CAF-6831-5722-1E0D-3D237F3FDF0D}"/>
              </a:ext>
            </a:extLst>
          </p:cNvPr>
          <p:cNvPicPr>
            <a:picLocks noGrp="1" noChangeAspect="1"/>
          </p:cNvPicPr>
          <p:nvPr>
            <p:ph type="pic" sz="quarter" idx="12"/>
          </p:nvPr>
        </p:nvPicPr>
        <p:blipFill rotWithShape="1">
          <a:blip r:embed="rId3"/>
          <a:srcRect b="6661"/>
          <a:stretch/>
        </p:blipFill>
        <p:spPr>
          <a:xfrm>
            <a:off x="6781800" y="1875963"/>
            <a:ext cx="4412254" cy="3610437"/>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way Bar Bushing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Sway Bar Bushings</a:t>
            </a:r>
          </a:p>
        </p:txBody>
      </p:sp>
      <p:sp>
        <p:nvSpPr>
          <p:cNvPr id="3" name="Content Placeholder 2"/>
          <p:cNvSpPr txBox="1">
            <a:spLocks noGrp="1"/>
          </p:cNvSpPr>
          <p:nvPr>
            <p:ph sz="quarter" idx="10"/>
          </p:nvPr>
        </p:nvSpPr>
        <p:spPr>
          <a:xfrm>
            <a:off x="685800" y="1524000"/>
            <a:ext cx="5105400" cy="29718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Broken links allow excessive body roll.</a:t>
            </a:r>
          </a:p>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Worn bushings can allow sway bar to knock.</a:t>
            </a:r>
          </a:p>
        </p:txBody>
      </p:sp>
      <p:pic>
        <p:nvPicPr>
          <p:cNvPr id="9" name="Picture Placeholder 8" descr="A damaged sway bar bushing.">
            <a:extLst>
              <a:ext uri="{FF2B5EF4-FFF2-40B4-BE49-F238E27FC236}">
                <a16:creationId xmlns:a16="http://schemas.microsoft.com/office/drawing/2014/main" id="{B5FDAF9D-8354-74F1-BD8D-2A8896A0C138}"/>
              </a:ext>
            </a:extLst>
          </p:cNvPr>
          <p:cNvPicPr>
            <a:picLocks noGrp="1" noChangeAspect="1"/>
          </p:cNvPicPr>
          <p:nvPr>
            <p:ph type="pic" sz="quarter" idx="12"/>
          </p:nvPr>
        </p:nvPicPr>
        <p:blipFill rotWithShape="1">
          <a:blip r:embed="rId3"/>
          <a:srcRect b="7584"/>
          <a:stretch/>
        </p:blipFill>
        <p:spPr>
          <a:xfrm>
            <a:off x="5988169" y="1524000"/>
            <a:ext cx="5225452" cy="396797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hock Absorber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Shock Absorbers   </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Will gradually wear and change vehicle stability, handling, and rideability.</a:t>
            </a:r>
          </a:p>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Common problems are</a:t>
            </a:r>
          </a:p>
          <a:p>
            <a:pPr marL="715963" lvl="1" indent="-357188">
              <a:spcBef>
                <a:spcPts val="624"/>
              </a:spcBef>
              <a:spcAft>
                <a:spcPts val="1200"/>
              </a:spcAft>
              <a:buSzPct val="100000"/>
            </a:pPr>
            <a:r>
              <a:rPr lang="en-US" dirty="0">
                <a:solidFill>
                  <a:schemeClr val="tx1"/>
                </a:solidFill>
                <a:latin typeface="Work Sans" pitchFamily="2" charset="0"/>
                <a:cs typeface="Arial" pitchFamily="34" charset="0"/>
              </a:rPr>
              <a:t>Steering and handling are more difficult.</a:t>
            </a:r>
          </a:p>
          <a:p>
            <a:pPr marL="715963" lvl="1" indent="-357188">
              <a:spcBef>
                <a:spcPts val="624"/>
              </a:spcBef>
              <a:spcAft>
                <a:spcPts val="1200"/>
              </a:spcAft>
              <a:buSzPct val="100000"/>
            </a:pPr>
            <a:r>
              <a:rPr lang="en-US" dirty="0">
                <a:solidFill>
                  <a:schemeClr val="tx1"/>
                </a:solidFill>
                <a:latin typeface="Work Sans" pitchFamily="2" charset="0"/>
                <a:cs typeface="Arial" pitchFamily="34" charset="0"/>
              </a:rPr>
              <a:t>Braking is not smooth.</a:t>
            </a:r>
          </a:p>
          <a:p>
            <a:pPr marL="715963" lvl="1" indent="-357188">
              <a:spcBef>
                <a:spcPts val="624"/>
              </a:spcBef>
              <a:spcAft>
                <a:spcPts val="1200"/>
              </a:spcAft>
              <a:buSzPct val="100000"/>
            </a:pPr>
            <a:r>
              <a:rPr lang="en-US" dirty="0">
                <a:solidFill>
                  <a:schemeClr val="tx1"/>
                </a:solidFill>
                <a:latin typeface="Work Sans" pitchFamily="2" charset="0"/>
                <a:cs typeface="Arial" pitchFamily="34" charset="0"/>
              </a:rPr>
              <a:t>Bouncing is excessive after bumps and stops.</a:t>
            </a:r>
          </a:p>
          <a:p>
            <a:pPr marL="715963" lvl="1" indent="-357188">
              <a:spcBef>
                <a:spcPts val="624"/>
              </a:spcBef>
              <a:spcAft>
                <a:spcPts val="1200"/>
              </a:spcAft>
              <a:buSzPct val="100000"/>
            </a:pPr>
            <a:r>
              <a:rPr lang="en-US" dirty="0">
                <a:solidFill>
                  <a:schemeClr val="tx1"/>
                </a:solidFill>
                <a:latin typeface="Work Sans" pitchFamily="2" charset="0"/>
                <a:cs typeface="Arial" pitchFamily="34" charset="0"/>
              </a:rPr>
              <a:t>Tire wear patterns are unusual, especially cupping.</a:t>
            </a:r>
          </a:p>
          <a:p>
            <a:pPr marL="715963" lvl="1" indent="-357188">
              <a:spcBef>
                <a:spcPts val="624"/>
              </a:spcBef>
              <a:spcAft>
                <a:spcPts val="1200"/>
              </a:spcAft>
              <a:buSzPct val="100000"/>
            </a:pPr>
            <a:r>
              <a:rPr lang="en-US" dirty="0">
                <a:solidFill>
                  <a:schemeClr val="tx1"/>
                </a:solidFill>
                <a:latin typeface="Work Sans" pitchFamily="2" charset="0"/>
                <a:cs typeface="Arial" pitchFamily="34" charset="0"/>
              </a:rPr>
              <a:t>Springs are bottoming out.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MacPherson Strut Suspension">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MacPherson Strut Suspension</a:t>
            </a:r>
          </a:p>
        </p:txBody>
      </p:sp>
      <p:sp>
        <p:nvSpPr>
          <p:cNvPr id="3" name="Content Placeholder 2"/>
          <p:cNvSpPr txBox="1">
            <a:spLocks noGrp="1"/>
          </p:cNvSpPr>
          <p:nvPr>
            <p:ph type="body" idx="1"/>
          </p:nvPr>
        </p:nvSpPr>
        <p:spPr>
          <a:xfrm>
            <a:off x="476845" y="1558861"/>
            <a:ext cx="6304956" cy="3317939"/>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The strut receives a large amount of vertical and horizontal force.</a:t>
            </a:r>
          </a:p>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Check closely for leaks, bent shaft, and poor damping.</a:t>
            </a:r>
          </a:p>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During replacement, check the strut pivot bearing.</a:t>
            </a:r>
          </a:p>
        </p:txBody>
      </p:sp>
      <p:pic>
        <p:nvPicPr>
          <p:cNvPr id="9" name="Picture Placeholder 8" descr="The process of disconnecting strut’s pivot bearing with following parts labeled: bearing, upper spring seat, and coil spring.">
            <a:extLst>
              <a:ext uri="{FF2B5EF4-FFF2-40B4-BE49-F238E27FC236}">
                <a16:creationId xmlns:a16="http://schemas.microsoft.com/office/drawing/2014/main" id="{F1D4E934-44D1-7E2B-E9E5-D0AD2B639B93}"/>
              </a:ext>
            </a:extLst>
          </p:cNvPr>
          <p:cNvPicPr>
            <a:picLocks noGrp="1" noChangeAspect="1"/>
          </p:cNvPicPr>
          <p:nvPr>
            <p:ph type="pic" sz="quarter" idx="12"/>
          </p:nvPr>
        </p:nvPicPr>
        <p:blipFill rotWithShape="1">
          <a:blip r:embed="rId3"/>
          <a:srcRect b="11612"/>
          <a:stretch/>
        </p:blipFill>
        <p:spPr>
          <a:xfrm>
            <a:off x="7086599" y="1848034"/>
            <a:ext cx="4668143" cy="356216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Knowledge Check">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Knowledge Check (3 of 4)   </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108000" indent="0">
              <a:spcBef>
                <a:spcPts val="624"/>
              </a:spcBef>
              <a:spcAft>
                <a:spcPts val="600"/>
              </a:spcAft>
              <a:buNone/>
            </a:pPr>
            <a:r>
              <a:rPr lang="en-US" sz="2600" dirty="0">
                <a:solidFill>
                  <a:schemeClr val="tx1"/>
                </a:solidFill>
                <a:latin typeface="Work Sans" pitchFamily="2" charset="0"/>
              </a:rPr>
              <a:t>While conducting a bounce test: Technician A says that the bumper should be pushed two or three times downward with considerable weight applied on each corner of the vehicle.</a:t>
            </a:r>
          </a:p>
          <a:p>
            <a:pPr marL="108000" indent="0">
              <a:spcBef>
                <a:spcPts val="624"/>
              </a:spcBef>
              <a:spcAft>
                <a:spcPts val="600"/>
              </a:spcAft>
              <a:buNone/>
            </a:pPr>
            <a:r>
              <a:rPr lang="en-US" sz="2600" dirty="0">
                <a:solidFill>
                  <a:schemeClr val="tx1"/>
                </a:solidFill>
                <a:latin typeface="Work Sans" pitchFamily="2" charset="0"/>
              </a:rPr>
              <a:t>Technician B says that one free upward bounce should stop the vertical chassis movement if the shock absorber or strut provides proper spring control.</a:t>
            </a:r>
          </a:p>
          <a:p>
            <a:pPr marL="108000" indent="0">
              <a:spcBef>
                <a:spcPts val="624"/>
              </a:spcBef>
              <a:spcAft>
                <a:spcPts val="600"/>
              </a:spcAft>
              <a:buNone/>
            </a:pPr>
            <a:r>
              <a:rPr lang="en-US" sz="2600" dirty="0">
                <a:solidFill>
                  <a:schemeClr val="tx1"/>
                </a:solidFill>
                <a:latin typeface="Work Sans" pitchFamily="2" charset="0"/>
              </a:rPr>
              <a:t>Who is correct?</a:t>
            </a:r>
            <a:endParaRPr lang="en-US" sz="2600" dirty="0">
              <a:solidFill>
                <a:schemeClr val="tx1"/>
              </a:solidFill>
              <a:latin typeface="Work Sans" pitchFamily="2" charset="0"/>
              <a:cs typeface="Arial"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Knowledge Check Answer (3 of 4)</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108000" indent="0">
              <a:spcBef>
                <a:spcPts val="624"/>
              </a:spcBef>
              <a:spcAft>
                <a:spcPts val="600"/>
              </a:spcAft>
              <a:buNone/>
            </a:pPr>
            <a:r>
              <a:rPr lang="en-US" sz="2600" dirty="0">
                <a:solidFill>
                  <a:schemeClr val="tx1"/>
                </a:solidFill>
                <a:latin typeface="Work Sans" pitchFamily="2" charset="0"/>
              </a:rPr>
              <a:t>While conducting a bounce test: Technician A says that the bumper should be pushed two or three times downward with considerable weight applied on each corner of the vehicle.</a:t>
            </a:r>
          </a:p>
          <a:p>
            <a:pPr marL="108000" indent="0">
              <a:spcBef>
                <a:spcPts val="624"/>
              </a:spcBef>
              <a:spcAft>
                <a:spcPts val="600"/>
              </a:spcAft>
              <a:buNone/>
            </a:pPr>
            <a:r>
              <a:rPr lang="en-US" sz="2600" dirty="0">
                <a:solidFill>
                  <a:schemeClr val="tx1"/>
                </a:solidFill>
                <a:latin typeface="Work Sans" pitchFamily="2" charset="0"/>
              </a:rPr>
              <a:t>Technician B says that one free upward bounce should stop the vertical chassis movement if the shock absorber or strut provides proper spring control. </a:t>
            </a:r>
          </a:p>
          <a:p>
            <a:pPr marL="108000" indent="0">
              <a:spcBef>
                <a:spcPts val="624"/>
              </a:spcBef>
              <a:spcAft>
                <a:spcPts val="600"/>
              </a:spcAft>
              <a:buNone/>
            </a:pPr>
            <a:r>
              <a:rPr lang="en-US" sz="2600" dirty="0">
                <a:solidFill>
                  <a:schemeClr val="tx1"/>
                </a:solidFill>
                <a:latin typeface="Work Sans" pitchFamily="2" charset="0"/>
              </a:rPr>
              <a:t>Who is correct?</a:t>
            </a:r>
          </a:p>
          <a:p>
            <a:pPr marL="108000" indent="0">
              <a:spcBef>
                <a:spcPts val="624"/>
              </a:spcBef>
              <a:spcAft>
                <a:spcPts val="600"/>
              </a:spcAft>
              <a:buNone/>
            </a:pPr>
            <a:r>
              <a:rPr lang="en-US" sz="2600" b="1" dirty="0">
                <a:solidFill>
                  <a:schemeClr val="tx1"/>
                </a:solidFill>
                <a:latin typeface="Work Sans" pitchFamily="2" charset="0"/>
                <a:cs typeface="Arial" pitchFamily="34" charset="0"/>
              </a:rPr>
              <a:t>Answer: </a:t>
            </a:r>
            <a:r>
              <a:rPr lang="en-US" sz="2600" dirty="0">
                <a:solidFill>
                  <a:schemeClr val="tx1"/>
                </a:solidFill>
                <a:latin typeface="Work Sans" pitchFamily="2" charset="0"/>
                <a:cs typeface="Arial" pitchFamily="34" charset="0"/>
              </a:rPr>
              <a:t>Both Technicians A and B </a:t>
            </a:r>
          </a:p>
        </p:txBody>
      </p:sp>
    </p:spTree>
    <p:extLst>
      <p:ext uri="{BB962C8B-B14F-4D97-AF65-F5344CB8AC3E}">
        <p14:creationId xmlns:p14="http://schemas.microsoft.com/office/powerpoint/2010/main" val="14300526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Rear-Suspension System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Rear-Suspension Systems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108000" indent="0">
              <a:buNone/>
            </a:pPr>
            <a:r>
              <a:rPr lang="en-US" sz="2800" b="1" i="0" u="none" strike="noStrike" baseline="0" dirty="0">
                <a:solidFill>
                  <a:schemeClr val="accent1"/>
                </a:solidFill>
                <a:latin typeface="Work Sans" pitchFamily="2" charset="0"/>
              </a:rPr>
              <a:t>46.07 Identify the three basic types of rear suspensions and know their effects on traction and tire wear.</a:t>
            </a:r>
          </a:p>
          <a:p>
            <a:pPr marL="358775" indent="-358775">
              <a:spcBef>
                <a:spcPts val="624"/>
              </a:spcBef>
              <a:spcAft>
                <a:spcPts val="1200"/>
              </a:spcAft>
              <a:buSzPct val="100000"/>
              <a:buFont typeface="Arial" pitchFamily="34" charset="0"/>
              <a:buChar char="•"/>
            </a:pPr>
            <a:r>
              <a:rPr lang="en-US" sz="2600" dirty="0">
                <a:solidFill>
                  <a:schemeClr val="accent1"/>
                </a:solidFill>
                <a:latin typeface="Work Sans" pitchFamily="2" charset="0"/>
                <a:cs typeface="Arial" pitchFamily="34" charset="0"/>
              </a:rPr>
              <a:t>Three basic types</a:t>
            </a:r>
          </a:p>
          <a:p>
            <a:pPr marL="715963" lvl="1" indent="-357188">
              <a:spcBef>
                <a:spcPts val="624"/>
              </a:spcBef>
              <a:spcAft>
                <a:spcPts val="1200"/>
              </a:spcAft>
              <a:buSzPct val="100000"/>
            </a:pPr>
            <a:r>
              <a:rPr lang="en-US" dirty="0">
                <a:solidFill>
                  <a:schemeClr val="accent1"/>
                </a:solidFill>
                <a:latin typeface="Work Sans" pitchFamily="2" charset="0"/>
                <a:cs typeface="Arial" pitchFamily="34" charset="0"/>
              </a:rPr>
              <a:t>Live axle</a:t>
            </a:r>
          </a:p>
          <a:p>
            <a:pPr marL="715963" lvl="1" indent="-357188">
              <a:spcBef>
                <a:spcPts val="624"/>
              </a:spcBef>
              <a:spcAft>
                <a:spcPts val="1200"/>
              </a:spcAft>
              <a:buSzPct val="100000"/>
            </a:pPr>
            <a:r>
              <a:rPr lang="en-US" dirty="0">
                <a:solidFill>
                  <a:schemeClr val="accent1"/>
                </a:solidFill>
                <a:latin typeface="Work Sans" pitchFamily="2" charset="0"/>
                <a:cs typeface="Arial" pitchFamily="34" charset="0"/>
              </a:rPr>
              <a:t>Semi-independent</a:t>
            </a:r>
          </a:p>
          <a:p>
            <a:pPr marL="715963" lvl="1" indent="-357188">
              <a:spcBef>
                <a:spcPts val="624"/>
              </a:spcBef>
              <a:spcAft>
                <a:spcPts val="1200"/>
              </a:spcAft>
              <a:buSzPct val="100000"/>
            </a:pPr>
            <a:r>
              <a:rPr lang="en-US" dirty="0">
                <a:solidFill>
                  <a:schemeClr val="accent1"/>
                </a:solidFill>
                <a:latin typeface="Work Sans" pitchFamily="2" charset="0"/>
                <a:cs typeface="Arial" pitchFamily="34" charset="0"/>
              </a:rPr>
              <a:t>Independent</a:t>
            </a:r>
          </a:p>
          <a:p>
            <a:pPr marL="371475" indent="-371475">
              <a:spcBef>
                <a:spcPts val="624"/>
              </a:spcBef>
              <a:spcAft>
                <a:spcPts val="1200"/>
              </a:spcAft>
              <a:buSzPct val="100000"/>
              <a:buFont typeface="Arial" pitchFamily="34" charset="0"/>
              <a:buChar char="•"/>
            </a:pPr>
            <a:r>
              <a:rPr lang="en-US" sz="2600" dirty="0">
                <a:solidFill>
                  <a:schemeClr val="accent1"/>
                </a:solidFill>
                <a:latin typeface="Work Sans" pitchFamily="2" charset="0"/>
                <a:cs typeface="Arial" pitchFamily="34" charset="0"/>
              </a:rPr>
              <a:t>There are many variations within the three basic types.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Live-Axle Rear Suspensions">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Live-Axle Rear Suspensions</a:t>
            </a:r>
          </a:p>
        </p:txBody>
      </p:sp>
      <p:sp>
        <p:nvSpPr>
          <p:cNvPr id="2"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Leaf spring live-axle</a:t>
            </a:r>
          </a:p>
          <a:p>
            <a:pPr marL="914400" lvl="1" indent="-457200">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Leaf spring mounted at right angle to the axle.</a:t>
            </a:r>
          </a:p>
          <a:p>
            <a:pPr marL="914400" lvl="1" indent="-457200">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Large amount of </a:t>
            </a:r>
            <a:r>
              <a:rPr lang="en-US" dirty="0" err="1">
                <a:solidFill>
                  <a:schemeClr val="tx1"/>
                </a:solidFill>
                <a:latin typeface="Work Sans" pitchFamily="2" charset="0"/>
                <a:cs typeface="Arial" pitchFamily="34" charset="0"/>
              </a:rPr>
              <a:t>unsprung</a:t>
            </a:r>
            <a:r>
              <a:rPr lang="en-US" dirty="0">
                <a:solidFill>
                  <a:schemeClr val="tx1"/>
                </a:solidFill>
                <a:latin typeface="Work Sans" pitchFamily="2" charset="0"/>
                <a:cs typeface="Arial" pitchFamily="34" charset="0"/>
              </a:rPr>
              <a:t> weight.</a:t>
            </a:r>
          </a:p>
          <a:p>
            <a:pPr marL="914400" lvl="1" indent="-457200">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Axle tramp possible under hard acceleration.</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Coil spring live-axle</a:t>
            </a:r>
          </a:p>
          <a:p>
            <a:pPr marL="914400" lvl="1" indent="-457200">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Used with forward and lateral control arms.</a:t>
            </a:r>
          </a:p>
          <a:p>
            <a:pPr marL="914400" lvl="1" indent="-457200">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Some vehicles use a track bar and a torque tube.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Independent Suspension">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Independent Suspension</a:t>
            </a:r>
          </a:p>
        </p:txBody>
      </p:sp>
      <p:sp>
        <p:nvSpPr>
          <p:cNvPr id="3" name="Content Placeholder 2"/>
          <p:cNvSpPr txBox="1">
            <a:spLocks noGrp="1"/>
          </p:cNvSpPr>
          <p:nvPr>
            <p:ph type="body" idx="1"/>
          </p:nvPr>
        </p:nvSpPr>
        <p:spPr>
          <a:xfrm>
            <a:off x="476845" y="1558861"/>
            <a:ext cx="6990756" cy="3013139"/>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Found on many FWD and RWD models.</a:t>
            </a:r>
          </a:p>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Improves ride and traction.</a:t>
            </a:r>
          </a:p>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Many variations with control arms and types of springs.</a:t>
            </a:r>
          </a:p>
          <a:p>
            <a:pPr marL="358775" indent="-358775">
              <a:spcBef>
                <a:spcPts val="624"/>
              </a:spcBef>
              <a:spcAft>
                <a:spcPts val="1200"/>
              </a:spcAft>
              <a:buSzPct val="100000"/>
              <a:buFont typeface="Arial" pitchFamily="34" charset="0"/>
              <a:buChar char="•"/>
            </a:pPr>
            <a:r>
              <a:rPr lang="en-US" sz="2600" dirty="0">
                <a:solidFill>
                  <a:schemeClr val="tx1"/>
                </a:solidFill>
                <a:latin typeface="Work Sans" pitchFamily="2" charset="0"/>
                <a:cs typeface="Arial" pitchFamily="34" charset="0"/>
              </a:rPr>
              <a:t>Commonly used with rear struts.</a:t>
            </a:r>
          </a:p>
        </p:txBody>
      </p:sp>
      <p:pic>
        <p:nvPicPr>
          <p:cNvPr id="9" name="Picture Placeholder 8" descr="A setup depicts an independent rear suspension of a wheel, that uses the control arms.">
            <a:extLst>
              <a:ext uri="{FF2B5EF4-FFF2-40B4-BE49-F238E27FC236}">
                <a16:creationId xmlns:a16="http://schemas.microsoft.com/office/drawing/2014/main" id="{FFFF2F0D-50D4-9AC7-A3E4-CC0E9395A1AD}"/>
              </a:ext>
            </a:extLst>
          </p:cNvPr>
          <p:cNvPicPr>
            <a:picLocks noGrp="1" noChangeAspect="1"/>
          </p:cNvPicPr>
          <p:nvPr>
            <p:ph type="pic" sz="quarter" idx="12"/>
          </p:nvPr>
        </p:nvPicPr>
        <p:blipFill rotWithShape="1">
          <a:blip r:embed="rId3"/>
          <a:srcRect b="7758"/>
          <a:stretch/>
        </p:blipFill>
        <p:spPr>
          <a:xfrm>
            <a:off x="8001689" y="1633821"/>
            <a:ext cx="2894911" cy="4303667"/>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Multilink Rear Suspension">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Multilink Rear Suspension</a:t>
            </a:r>
          </a:p>
        </p:txBody>
      </p:sp>
      <p:sp>
        <p:nvSpPr>
          <p:cNvPr id="3" name="Content Placeholder 2"/>
          <p:cNvSpPr txBox="1">
            <a:spLocks noGrp="1"/>
          </p:cNvSpPr>
          <p:nvPr>
            <p:ph type="body" idx="1"/>
          </p:nvPr>
        </p:nvSpPr>
        <p:spPr>
          <a:xfrm>
            <a:off x="476845" y="1558861"/>
            <a:ext cx="5923955" cy="3927539"/>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Uses several control arms to guide the wheel.</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Types vary by manufacturer and desired ride and handling qualities.</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May use double-wishbone, trailing-link double-wishbone, and trapezoidal-link rear suspensions.</a:t>
            </a:r>
          </a:p>
        </p:txBody>
      </p:sp>
      <p:pic>
        <p:nvPicPr>
          <p:cNvPr id="9" name="Picture Placeholder 8" descr="A setup depicts a multilink rear suspension on an All Wheel Drive electric vehicle.">
            <a:extLst>
              <a:ext uri="{FF2B5EF4-FFF2-40B4-BE49-F238E27FC236}">
                <a16:creationId xmlns:a16="http://schemas.microsoft.com/office/drawing/2014/main" id="{8AAFA884-93BB-2584-EF56-B4842E7F8D03}"/>
              </a:ext>
            </a:extLst>
          </p:cNvPr>
          <p:cNvPicPr>
            <a:picLocks noGrp="1" noChangeAspect="1"/>
          </p:cNvPicPr>
          <p:nvPr>
            <p:ph type="pic" sz="quarter" idx="12"/>
          </p:nvPr>
        </p:nvPicPr>
        <p:blipFill rotWithShape="1">
          <a:blip r:embed="rId3"/>
          <a:srcRect b="7219"/>
          <a:stretch/>
        </p:blipFill>
        <p:spPr>
          <a:xfrm>
            <a:off x="6598330" y="1981200"/>
            <a:ext cx="5116825" cy="35052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ervicing Rear Coil Spring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Servicing Independent Suspension Systems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108000" indent="0">
              <a:spcBef>
                <a:spcPts val="624"/>
              </a:spcBef>
              <a:spcAft>
                <a:spcPts val="600"/>
              </a:spcAft>
              <a:buNone/>
            </a:pPr>
            <a:r>
              <a:rPr lang="en-US" sz="2600" b="1" dirty="0">
                <a:solidFill>
                  <a:schemeClr val="tx1"/>
                </a:solidFill>
                <a:latin typeface="Work Sans" pitchFamily="2" charset="0"/>
              </a:rPr>
              <a:t>46.08 Perform repairs on rear suspension systems.</a:t>
            </a:r>
          </a:p>
          <a:p>
            <a:pPr marL="358775" indent="-358775"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Most of the servicing techniques for rear independent suspension systems—except coil, control arm, and strut removal and installation—are similar to other front- and rear-suspension parts.</a:t>
            </a:r>
          </a:p>
          <a:p>
            <a:pPr marL="358775" indent="-358775"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the service information for all inspection and repair techniques of the vehicle’s independent rear system.</a:t>
            </a:r>
            <a:endParaRPr lang="en-US" sz="2600" dirty="0">
              <a:solidFill>
                <a:schemeClr val="tx1"/>
              </a:solidFill>
              <a:latin typeface="Work Sans" pitchFamily="2" charset="0"/>
              <a:cs typeface="Arial"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Knowledge Check">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Knowledge Check (4 of 4)    </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1200"/>
              </a:spcAft>
              <a:buSzPct val="100000"/>
              <a:buNone/>
            </a:pPr>
            <a:r>
              <a:rPr lang="en-US" sz="2600" dirty="0">
                <a:solidFill>
                  <a:schemeClr val="tx1"/>
                </a:solidFill>
                <a:latin typeface="Work Sans" pitchFamily="2" charset="0"/>
                <a:cs typeface="Arial" pitchFamily="34" charset="0"/>
              </a:rPr>
              <a:t>Technician A says a live axle is a type of independent rear suspension.</a:t>
            </a:r>
          </a:p>
          <a:p>
            <a:pPr marL="0" indent="0">
              <a:spcBef>
                <a:spcPts val="624"/>
              </a:spcBef>
              <a:spcAft>
                <a:spcPts val="1200"/>
              </a:spcAft>
              <a:buSzPct val="100000"/>
              <a:buNone/>
            </a:pPr>
            <a:r>
              <a:rPr lang="en-US" sz="2600" dirty="0">
                <a:solidFill>
                  <a:schemeClr val="tx1"/>
                </a:solidFill>
                <a:latin typeface="Work Sans" pitchFamily="2" charset="0"/>
                <a:cs typeface="Arial" pitchFamily="34" charset="0"/>
              </a:rPr>
              <a:t>Technician B says FWD vehicles have live axles as part of the rear suspension.</a:t>
            </a:r>
          </a:p>
          <a:p>
            <a:pPr marL="0" indent="0">
              <a:spcBef>
                <a:spcPts val="624"/>
              </a:spcBef>
              <a:spcAft>
                <a:spcPts val="1200"/>
              </a:spcAft>
              <a:buSzPct val="100000"/>
              <a:buNone/>
            </a:pPr>
            <a:r>
              <a:rPr lang="en-US" sz="2600" dirty="0">
                <a:solidFill>
                  <a:schemeClr val="tx1"/>
                </a:solidFill>
                <a:latin typeface="Work Sans" pitchFamily="2" charset="0"/>
                <a:cs typeface="Arial" pitchFamily="34" charset="0"/>
              </a:rPr>
              <a:t>Who is correct?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Knowledge Check Answer (4 of 4)</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38"/>
              </a:spcBef>
              <a:buSzPct val="100000"/>
              <a:buNone/>
            </a:pPr>
            <a:r>
              <a:rPr lang="en-US" sz="2600" dirty="0">
                <a:solidFill>
                  <a:schemeClr val="tx1"/>
                </a:solidFill>
                <a:latin typeface="Work Sans" pitchFamily="2" charset="0"/>
                <a:cs typeface="Arial" pitchFamily="34" charset="0"/>
              </a:rPr>
              <a:t>Technician A says a live axle is a type of independent rear suspension.</a:t>
            </a:r>
          </a:p>
          <a:p>
            <a:pPr marL="0" indent="0">
              <a:spcBef>
                <a:spcPts val="638"/>
              </a:spcBef>
              <a:buSzPct val="100000"/>
              <a:buNone/>
            </a:pPr>
            <a:r>
              <a:rPr lang="en-US" sz="2600" dirty="0">
                <a:solidFill>
                  <a:schemeClr val="tx1"/>
                </a:solidFill>
                <a:latin typeface="Work Sans" pitchFamily="2" charset="0"/>
                <a:cs typeface="Arial" pitchFamily="34" charset="0"/>
              </a:rPr>
              <a:t>Technician B says FWD vehicles have live axles as part of the rear suspension.</a:t>
            </a:r>
          </a:p>
          <a:p>
            <a:pPr marL="0" indent="0">
              <a:spcBef>
                <a:spcPts val="638"/>
              </a:spcBef>
              <a:buSzPct val="100000"/>
              <a:buNone/>
            </a:pPr>
            <a:r>
              <a:rPr lang="en-US" sz="2600" dirty="0">
                <a:solidFill>
                  <a:schemeClr val="tx1"/>
                </a:solidFill>
                <a:latin typeface="Work Sans" pitchFamily="2" charset="0"/>
                <a:cs typeface="Arial" pitchFamily="34" charset="0"/>
              </a:rPr>
              <a:t>Who is correct?</a:t>
            </a:r>
          </a:p>
          <a:p>
            <a:pPr marL="0" indent="0">
              <a:spcBef>
                <a:spcPts val="638"/>
              </a:spcBef>
              <a:buSzPct val="100000"/>
              <a:buNone/>
            </a:pPr>
            <a:r>
              <a:rPr lang="en-US" sz="2600" b="1" dirty="0">
                <a:solidFill>
                  <a:schemeClr val="tx1"/>
                </a:solidFill>
                <a:latin typeface="Work Sans" pitchFamily="2" charset="0"/>
                <a:cs typeface="Arial" pitchFamily="34" charset="0"/>
              </a:rPr>
              <a:t>Answer: </a:t>
            </a:r>
            <a:r>
              <a:rPr lang="en-US" sz="2600" dirty="0">
                <a:solidFill>
                  <a:schemeClr val="tx1"/>
                </a:solidFill>
                <a:latin typeface="Work Sans" pitchFamily="2" charset="0"/>
                <a:cs typeface="Arial" pitchFamily="34" charset="0"/>
              </a:rPr>
              <a:t>Neither Technician A nor B</a:t>
            </a:r>
          </a:p>
        </p:txBody>
      </p:sp>
    </p:spTree>
    <p:extLst>
      <p:ext uri="{BB962C8B-B14F-4D97-AF65-F5344CB8AC3E}">
        <p14:creationId xmlns:p14="http://schemas.microsoft.com/office/powerpoint/2010/main" val="25761714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Types of Electronic Suspensions ">
    <p:spTree>
      <p:nvGrpSpPr>
        <p:cNvPr id="1" name=""/>
        <p:cNvGrpSpPr/>
        <p:nvPr/>
      </p:nvGrpSpPr>
      <p:grpSpPr>
        <a:xfrm>
          <a:off x="0" y="0"/>
          <a:ext cx="0" cy="0"/>
          <a:chOff x="0" y="0"/>
          <a:chExt cx="0" cy="0"/>
        </a:xfrm>
      </p:grpSpPr>
      <p:sp>
        <p:nvSpPr>
          <p:cNvPr id="3" name="Title 3"/>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Types of Electronic Suspensions</a:t>
            </a:r>
          </a:p>
        </p:txBody>
      </p:sp>
      <p:sp>
        <p:nvSpPr>
          <p:cNvPr id="2" name="Content Placeholder 3"/>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0" indent="0">
              <a:spcBef>
                <a:spcPts val="624"/>
              </a:spcBef>
              <a:spcAft>
                <a:spcPts val="600"/>
              </a:spcAft>
              <a:buSzPct val="100000"/>
              <a:buNone/>
            </a:pPr>
            <a:r>
              <a:rPr lang="en-US" sz="2600" b="1" dirty="0">
                <a:solidFill>
                  <a:schemeClr val="tx1"/>
                </a:solidFill>
                <a:latin typeface="Work Sans" pitchFamily="2" charset="0"/>
                <a:cs typeface="Arial" pitchFamily="34" charset="0"/>
              </a:rPr>
              <a:t>46.09 Describe the advantages and operation of the three basic electronically controlled suspension systems: level control, adaptive, and active.</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Adaptive Systems</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Typically use electronic shocks with variable valving.</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Load-Leveling Systems</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Use air shocks in the rear to compensate for vehicle load.</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Fully Active Systems</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Use hydraulic actuators as both spring and shock absorber.</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A Ride Control Sensor">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A Ride Control Sensor</a:t>
            </a:r>
          </a:p>
        </p:txBody>
      </p:sp>
      <p:pic>
        <p:nvPicPr>
          <p:cNvPr id="9" name="Picture Placeholder 8" descr="A sensor is fixed to an engine control system for the ride and stability control. The sensor is encircled.">
            <a:extLst>
              <a:ext uri="{FF2B5EF4-FFF2-40B4-BE49-F238E27FC236}">
                <a16:creationId xmlns:a16="http://schemas.microsoft.com/office/drawing/2014/main" id="{0A713AA1-FAE6-AB77-D88C-58EC177751E1}"/>
              </a:ext>
            </a:extLst>
          </p:cNvPr>
          <p:cNvPicPr>
            <a:picLocks noGrp="1" noChangeAspect="1"/>
          </p:cNvPicPr>
          <p:nvPr>
            <p:ph type="pic" sz="quarter" idx="12"/>
          </p:nvPr>
        </p:nvPicPr>
        <p:blipFill rotWithShape="1">
          <a:blip r:embed="rId3"/>
          <a:srcRect b="15316"/>
          <a:stretch/>
        </p:blipFill>
        <p:spPr>
          <a:xfrm>
            <a:off x="2952750" y="1699260"/>
            <a:ext cx="6286500" cy="393954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Adjustable Pneumatic Suspen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FB8EE-76D6-D1D5-D049-E3657768072C}"/>
              </a:ext>
            </a:extLst>
          </p:cNvPr>
          <p:cNvSpPr>
            <a:spLocks noGrp="1"/>
          </p:cNvSpPr>
          <p:nvPr>
            <p:ph type="title"/>
          </p:nvPr>
        </p:nvSpPr>
        <p:spPr/>
        <p:txBody>
          <a:bodyPr/>
          <a:lstStyle/>
          <a:p>
            <a:r>
              <a:rPr lang="en-IN" dirty="0"/>
              <a:t>Computer Command Ride Strut</a:t>
            </a:r>
          </a:p>
        </p:txBody>
      </p:sp>
      <p:pic>
        <p:nvPicPr>
          <p:cNvPr id="9" name="Picture Placeholder 8" descr="A computer commanded ride strut. The parts of the strut are labeled as follows: Hollow piston rod, Piston, Actuator motor, and selector variable orifice. Upward arrows represent the fluid movement through the selector variable orifice. Based on input from the computer, the valving selector shifts the variable by-pass orifice to a comfort, normal, or firm setting.">
            <a:extLst>
              <a:ext uri="{FF2B5EF4-FFF2-40B4-BE49-F238E27FC236}">
                <a16:creationId xmlns:a16="http://schemas.microsoft.com/office/drawing/2014/main" id="{95ED5F7F-2242-5B86-20D4-E97FCBD623DE}"/>
              </a:ext>
            </a:extLst>
          </p:cNvPr>
          <p:cNvPicPr>
            <a:picLocks noGrp="1" noChangeAspect="1"/>
          </p:cNvPicPr>
          <p:nvPr>
            <p:ph type="pic" sz="quarter" idx="12"/>
          </p:nvPr>
        </p:nvPicPr>
        <p:blipFill rotWithShape="1">
          <a:blip r:embed="rId3"/>
          <a:srcRect b="22070"/>
          <a:stretch/>
        </p:blipFill>
        <p:spPr>
          <a:xfrm>
            <a:off x="3498273" y="1593274"/>
            <a:ext cx="5195455" cy="443345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MagneRide">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err="1">
                <a:latin typeface="Work Sans" pitchFamily="2" charset="0"/>
                <a:cs typeface="Arial" pitchFamily="34" charset="0"/>
              </a:rPr>
              <a:t>MagneRide</a:t>
            </a:r>
            <a:endParaRPr lang="en-US" dirty="0">
              <a:latin typeface="Work Sans" pitchFamily="2" charset="0"/>
              <a:cs typeface="Arial" pitchFamily="34" charset="0"/>
            </a:endParaRPr>
          </a:p>
        </p:txBody>
      </p:sp>
      <p:sp>
        <p:nvSpPr>
          <p:cNvPr id="3" name="Content Placeholder 2"/>
          <p:cNvSpPr txBox="1">
            <a:spLocks noGrp="1"/>
          </p:cNvSpPr>
          <p:nvPr>
            <p:ph sz="quarter" idx="10"/>
          </p:nvPr>
        </p:nvSpPr>
        <p:spPr>
          <a:xfrm>
            <a:off x="609600" y="1752600"/>
            <a:ext cx="6172200" cy="3657600"/>
          </a:xfrm>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Regulates fluid flow by a variable magnetic field produced by a coil in the shock.</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Shocks filled with a magneto-rheological fluid.</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Current flow changes the fluid’s viscosity.</a:t>
            </a:r>
          </a:p>
        </p:txBody>
      </p:sp>
      <p:pic>
        <p:nvPicPr>
          <p:cNvPr id="9" name="Picture Placeholder 8" descr="A typical magneto-rheological fluid-based strut and its components.">
            <a:extLst>
              <a:ext uri="{FF2B5EF4-FFF2-40B4-BE49-F238E27FC236}">
                <a16:creationId xmlns:a16="http://schemas.microsoft.com/office/drawing/2014/main" id="{6EB904F8-4635-726D-8028-C1AF0C5937FA}"/>
              </a:ext>
            </a:extLst>
          </p:cNvPr>
          <p:cNvPicPr>
            <a:picLocks noGrp="1" noChangeAspect="1"/>
          </p:cNvPicPr>
          <p:nvPr>
            <p:ph type="pic" sz="quarter" idx="12"/>
          </p:nvPr>
        </p:nvPicPr>
        <p:blipFill rotWithShape="1">
          <a:blip r:embed="rId3"/>
          <a:srcRect b="5208"/>
          <a:stretch/>
        </p:blipFill>
        <p:spPr>
          <a:xfrm>
            <a:off x="7286731" y="1828799"/>
            <a:ext cx="3228869" cy="406053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Diagnosi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Diagnosis</a:t>
            </a:r>
          </a:p>
        </p:txBody>
      </p:sp>
      <p:sp>
        <p:nvSpPr>
          <p:cNvPr id="3" name="Content Placeholder 2"/>
          <p:cNvSpPr txBox="1">
            <a:spLocks noGrp="1"/>
          </p:cNvSpPr>
          <p:nvPr>
            <p:ph type="body" idx="1"/>
          </p:nvPr>
        </p:nvSpPr>
        <p:spPr/>
        <p:txBody>
          <a:bodyPr/>
          <a:lstStyle>
            <a:defPPr marL="432000" lvl="0" indent="-324000" algn="l" rtl="0" hangingPunct="1">
              <a:spcBef>
                <a:spcPts val="0"/>
              </a:spcBef>
              <a:spcAft>
                <a:spcPts val="1417"/>
              </a:spcAft>
              <a:buSzPct val="45000"/>
              <a:buFont typeface="StarSymbol"/>
              <a:buNone/>
              <a:defRPr lang="en-US" sz="3200" b="0" i="0" u="none" strike="noStrike" kern="1200" spc="0">
                <a:ln>
                  <a:noFill/>
                </a:ln>
                <a:solidFill>
                  <a:srgbClr val="000000"/>
                </a:solidFill>
                <a:latin typeface="Calibri"/>
                <a:ea typeface="Microsoft YaHei" pitchFamily="2"/>
                <a:cs typeface="Mangal" pitchFamily="2"/>
              </a:defRPr>
            </a:defPPr>
            <a:lvl1pPr marL="432000" lvl="0" indent="-324000" algn="l" rtl="0" hangingPunct="1">
              <a:spcBef>
                <a:spcPts val="0"/>
              </a:spcBef>
              <a:spcAft>
                <a:spcPts val="1417"/>
              </a:spcAft>
              <a:buSzPct val="45000"/>
              <a:buFont typeface="StarSymbol"/>
              <a:buChar char="●"/>
              <a:defRPr lang="en-US" sz="3200" b="0" i="0" u="none" strike="noStrike" kern="1200" spc="0">
                <a:ln>
                  <a:noFill/>
                </a:ln>
                <a:solidFill>
                  <a:srgbClr val="000000"/>
                </a:solidFill>
                <a:latin typeface="Calibri"/>
                <a:ea typeface="Microsoft YaHei" pitchFamily="2"/>
                <a:cs typeface="Mangal" pitchFamily="2"/>
              </a:defRPr>
            </a:lvl1pPr>
            <a:lvl2pPr marL="864000" lvl="1" indent="-324000" algn="l" rtl="0" hangingPunct="1">
              <a:spcBef>
                <a:spcPts val="0"/>
              </a:spcBef>
              <a:spcAft>
                <a:spcPts val="1134"/>
              </a:spcAft>
              <a:buSzPct val="75000"/>
              <a:buFont typeface="StarSymbol"/>
              <a:buChar char="–"/>
              <a:defRPr lang="en-US" sz="2400" b="0" i="0" u="none" strike="noStrike" kern="1200" spc="0">
                <a:ln>
                  <a:noFill/>
                </a:ln>
                <a:solidFill>
                  <a:srgbClr val="000000"/>
                </a:solidFill>
                <a:latin typeface="Calibri"/>
                <a:ea typeface="Microsoft YaHei" pitchFamily="2"/>
                <a:cs typeface="Mangal" pitchFamily="2"/>
              </a:defRPr>
            </a:lvl2pPr>
            <a:lvl3pPr marL="1295999" lvl="2" indent="-288000" algn="l" rtl="0" hangingPunct="1">
              <a:spcBef>
                <a:spcPts val="0"/>
              </a:spcBef>
              <a:spcAft>
                <a:spcPts val="850"/>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3pPr>
            <a:lvl4pPr marL="1728000" lvl="3" indent="-216000" algn="l" rtl="0" hangingPunct="1">
              <a:spcBef>
                <a:spcPts val="0"/>
              </a:spcBef>
              <a:spcAft>
                <a:spcPts val="567"/>
              </a:spcAft>
              <a:buSzPct val="75000"/>
              <a:buFont typeface="StarSymbol"/>
              <a:buChar char="–"/>
              <a:defRPr lang="en-US" sz="2000" b="0" i="0" u="none" strike="noStrike" kern="1200" spc="0">
                <a:ln>
                  <a:noFill/>
                </a:ln>
                <a:solidFill>
                  <a:srgbClr val="000000"/>
                </a:solidFill>
                <a:latin typeface="Calibri"/>
                <a:ea typeface="Microsoft YaHei" pitchFamily="2"/>
                <a:cs typeface="Mangal" pitchFamily="2"/>
              </a:defRPr>
            </a:lvl4pPr>
            <a:lvl5pPr marL="2160000" lvl="4"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5pPr>
            <a:lvl6pPr marL="2592000" lvl="5"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6pPr>
            <a:lvl7pPr marL="3024000" lvl="6"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7pPr>
            <a:lvl8pPr marL="3456000" lvl="7"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8pPr>
            <a:lvl9pPr marL="3887999" lvl="8" indent="-216000" algn="l" rtl="0" hangingPunct="1">
              <a:spcBef>
                <a:spcPts val="0"/>
              </a:spcBef>
              <a:spcAft>
                <a:spcPts val="283"/>
              </a:spcAft>
              <a:buSzPct val="45000"/>
              <a:buFont typeface="StarSymbol"/>
              <a:buChar char="●"/>
              <a:defRPr lang="en-US" sz="2000" b="0" i="0" u="none" strike="noStrike" kern="1200" spc="0">
                <a:ln>
                  <a:noFill/>
                </a:ln>
                <a:solidFill>
                  <a:srgbClr val="000000"/>
                </a:solidFill>
                <a:latin typeface="Calibri"/>
                <a:ea typeface="Microsoft YaHei" pitchFamily="2"/>
                <a:cs typeface="Mangal" pitchFamily="2"/>
              </a:defRPr>
            </a:lvl9pPr>
          </a:lstStyle>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Scan tools or special testers are used.</a:t>
            </a:r>
          </a:p>
          <a:p>
            <a:pPr marL="358775" indent="-358775">
              <a:spcBef>
                <a:spcPts val="624"/>
              </a:spcBef>
              <a:spcAft>
                <a:spcPts val="600"/>
              </a:spcAft>
              <a:buSzPct val="100000"/>
              <a:buFont typeface="Arial" pitchFamily="34" charset="0"/>
              <a:buChar char="•"/>
            </a:pPr>
            <a:r>
              <a:rPr lang="en-US" sz="2600" dirty="0">
                <a:solidFill>
                  <a:schemeClr val="tx1"/>
                </a:solidFill>
                <a:latin typeface="Work Sans" pitchFamily="2" charset="0"/>
                <a:cs typeface="Arial" pitchFamily="34" charset="0"/>
              </a:rPr>
              <a:t>Check DTCs and basic visual inspection items.</a:t>
            </a:r>
          </a:p>
          <a:p>
            <a:pPr marL="358775" indent="-358775" algn="l">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rPr>
              <a:t>Check the DTC charts to see if the DTCs match the symptoms exhibited by the vehicle</a:t>
            </a:r>
          </a:p>
          <a:p>
            <a:pPr marL="715963" lvl="1" indent="-357188">
              <a:spcBef>
                <a:spcPts val="624"/>
              </a:spcBef>
              <a:spcAft>
                <a:spcPts val="600"/>
              </a:spcAft>
              <a:buSzPct val="100000"/>
              <a:buFont typeface="Arial" panose="020B0604020202020204" pitchFamily="34" charset="0"/>
              <a:buChar char="–"/>
            </a:pPr>
            <a:r>
              <a:rPr lang="en-US" dirty="0">
                <a:solidFill>
                  <a:schemeClr val="tx1"/>
                </a:solidFill>
                <a:latin typeface="Work Sans" pitchFamily="2" charset="0"/>
                <a:cs typeface="Arial" pitchFamily="34" charset="0"/>
              </a:rPr>
              <a:t>Follow the troubleshooting chart for each DTC.</a:t>
            </a:r>
          </a:p>
          <a:p>
            <a:pPr marL="358775" indent="-358775">
              <a:spcBef>
                <a:spcPts val="624"/>
              </a:spcBef>
              <a:spcAft>
                <a:spcPts val="600"/>
              </a:spcAft>
              <a:buSzPct val="100000"/>
              <a:buFont typeface="Arial" panose="020B0604020202020204" pitchFamily="34" charset="0"/>
              <a:buChar char="•"/>
            </a:pPr>
            <a:r>
              <a:rPr lang="en-US" sz="2600" dirty="0">
                <a:solidFill>
                  <a:schemeClr val="tx1"/>
                </a:solidFill>
                <a:latin typeface="Work Sans" pitchFamily="2" charset="0"/>
                <a:cs typeface="Arial" pitchFamily="34" charset="0"/>
              </a:rPr>
              <a:t>Attempt to control system outputs with the scan tool.</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Active Suspension Component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defPPr lvl="0">
              <a:buSzPct val="45000"/>
              <a:buFont typeface="StarSymbol"/>
              <a:buNone/>
            </a:defPPr>
            <a:lvl1pPr lvl="0">
              <a:buSzPct val="45000"/>
              <a:buFont typeface="StarSymbol"/>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pPr lvl="0">
              <a:buNone/>
            </a:pPr>
            <a:r>
              <a:rPr lang="en-US" dirty="0">
                <a:latin typeface="Work Sans" pitchFamily="2" charset="0"/>
                <a:cs typeface="Arial" pitchFamily="34" charset="0"/>
              </a:rPr>
              <a:t>Active Suspension Components</a:t>
            </a:r>
          </a:p>
        </p:txBody>
      </p:sp>
      <p:pic>
        <p:nvPicPr>
          <p:cNvPr id="9" name="Picture Placeholder 8" descr="The components of an active suspension system of a car labeled from 1 to 14 as follows: 1. Body acceleration sensor. 2. Level sensor. 3. Oil-tank. 4. Lateral acceleration sensor. 5. Longitudinal acceleration sensor. 6. Yaw angle sensor. 7. Pressure accumulator. 8. Oil cooler. 9. Valve block. 10. A B C pump. 11. A B C spring strut. 12. Control unit.13. Compact block with a pressure sensor, pulsation damper, and pressure relief valve. 14. Return accumulator.">
            <a:extLst>
              <a:ext uri="{FF2B5EF4-FFF2-40B4-BE49-F238E27FC236}">
                <a16:creationId xmlns:a16="http://schemas.microsoft.com/office/drawing/2014/main" id="{BF1B2F03-5472-7318-8B0C-D043472692C1}"/>
              </a:ext>
            </a:extLst>
          </p:cNvPr>
          <p:cNvPicPr>
            <a:picLocks noGrp="1" noChangeAspect="1"/>
          </p:cNvPicPr>
          <p:nvPr>
            <p:ph type="pic" sz="quarter" idx="12"/>
          </p:nvPr>
        </p:nvPicPr>
        <p:blipFill rotWithShape="1">
          <a:blip r:embed="rId3"/>
          <a:srcRect b="4374"/>
          <a:stretch/>
        </p:blipFill>
        <p:spPr>
          <a:xfrm>
            <a:off x="3047137" y="1719200"/>
            <a:ext cx="6097726" cy="4071999"/>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6BB30-AE78-C4E3-4F80-BABFF60887DC}"/>
              </a:ext>
            </a:extLst>
          </p:cNvPr>
          <p:cNvSpPr>
            <a:spLocks noGrp="1"/>
          </p:cNvSpPr>
          <p:nvPr>
            <p:ph type="title"/>
          </p:nvPr>
        </p:nvSpPr>
        <p:spPr/>
        <p:txBody>
          <a:bodyPr/>
          <a:lstStyle/>
          <a:p>
            <a:r>
              <a:rPr lang="en-US" dirty="0"/>
              <a:t>Chapter Reflection</a:t>
            </a:r>
          </a:p>
        </p:txBody>
      </p:sp>
      <p:sp>
        <p:nvSpPr>
          <p:cNvPr id="3" name="Text Placeholder 2">
            <a:extLst>
              <a:ext uri="{FF2B5EF4-FFF2-40B4-BE49-F238E27FC236}">
                <a16:creationId xmlns:a16="http://schemas.microsoft.com/office/drawing/2014/main" id="{0BE51107-0DC8-2444-E34F-83523A6449DA}"/>
              </a:ext>
            </a:extLst>
          </p:cNvPr>
          <p:cNvSpPr>
            <a:spLocks noGrp="1"/>
          </p:cNvSpPr>
          <p:nvPr>
            <p:ph type="body" idx="1"/>
          </p:nvPr>
        </p:nvSpPr>
        <p:spPr/>
        <p:txBody>
          <a:bodyPr/>
          <a:lstStyle/>
          <a:p>
            <a:pPr marL="358775" indent="-358775"/>
            <a:r>
              <a:rPr lang="en-US" sz="2600" dirty="0">
                <a:solidFill>
                  <a:schemeClr val="tx1"/>
                </a:solidFill>
                <a:latin typeface="Work Sans" pitchFamily="2" charset="0"/>
              </a:rPr>
              <a:t>Write down The concept from this chapter that challenged you the most.</a:t>
            </a:r>
          </a:p>
          <a:p>
            <a:pPr marL="358775" indent="-358775"/>
            <a:r>
              <a:rPr lang="en-US" sz="2600" dirty="0">
                <a:solidFill>
                  <a:schemeClr val="tx1"/>
                </a:solidFill>
                <a:latin typeface="Work Sans" pitchFamily="2" charset="0"/>
              </a:rPr>
              <a:t>Describe what made the concept difficult for you and the steps you took to improve your understanding.</a:t>
            </a:r>
          </a:p>
          <a:p>
            <a:pPr marL="358775" indent="-358775">
              <a:spcAft>
                <a:spcPts val="1800"/>
              </a:spcAft>
            </a:pPr>
            <a:r>
              <a:rPr lang="en-US" sz="2600" dirty="0">
                <a:solidFill>
                  <a:schemeClr val="tx1"/>
                </a:solidFill>
                <a:latin typeface="Work Sans" pitchFamily="2" charset="0"/>
              </a:rPr>
              <a:t>How could you help another learner who was struggling with the same concept.</a:t>
            </a:r>
          </a:p>
          <a:p>
            <a:pPr marL="152400" indent="0">
              <a:buNone/>
            </a:pPr>
            <a:r>
              <a:rPr lang="en-US" sz="2600" dirty="0">
                <a:solidFill>
                  <a:schemeClr val="tx1"/>
                </a:solidFill>
                <a:latin typeface="Work Sans" pitchFamily="2" charset="0"/>
              </a:rPr>
              <a:t>Use 100–150 words in your answer.</a:t>
            </a:r>
          </a:p>
        </p:txBody>
      </p:sp>
    </p:spTree>
    <p:extLst>
      <p:ext uri="{BB962C8B-B14F-4D97-AF65-F5344CB8AC3E}">
        <p14:creationId xmlns:p14="http://schemas.microsoft.com/office/powerpoint/2010/main" val="946391503"/>
      </p:ext>
    </p:extLst>
  </p:cSld>
  <p:clrMapOvr>
    <a:masterClrMapping/>
  </p:clrMapOvr>
</p:sld>
</file>

<file path=ppt/theme/theme1.xml><?xml version="1.0" encoding="utf-8"?>
<a:theme xmlns:a="http://schemas.openxmlformats.org/drawingml/2006/main" name="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D9E01E5A-49F8-4B50-8D93-9ECCB43EC13E}" vid="{30B6B27D-277C-4F37-A5BA-236F8C07DB04}"/>
    </a:ext>
  </a:extLst>
</a:theme>
</file>

<file path=ppt/theme/theme2.xml><?xml version="1.0" encoding="utf-8"?>
<a:theme xmlns:a="http://schemas.openxmlformats.org/drawingml/2006/main" name="1_Theme3">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3" id="{31071DBD-571E-4430-8335-9DE43A012D14}" vid="{B3E8A73A-56E9-4C0C-A516-70CEC8C8155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Theme3</Template>
  <TotalTime>2910</TotalTime>
  <Words>2039</Words>
  <Application>Microsoft Office PowerPoint</Application>
  <PresentationFormat>Widescreen</PresentationFormat>
  <Paragraphs>257</Paragraphs>
  <Slides>55</Slides>
  <Notes>52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55</vt:i4>
      </vt:variant>
    </vt:vector>
  </HeadingPairs>
  <TitlesOfParts>
    <vt:vector size="61" baseType="lpstr">
      <vt:lpstr>Arial</vt:lpstr>
      <vt:lpstr>Calibri</vt:lpstr>
      <vt:lpstr>Times New Roman</vt:lpstr>
      <vt:lpstr>Work Sans</vt:lpstr>
      <vt:lpstr>Theme3</vt:lpstr>
      <vt:lpstr>1_Theme3</vt:lpstr>
      <vt:lpstr>Automotive Technology: A Systems Approach, 8e</vt:lpstr>
      <vt:lpstr>Chapter Objectives (1 of 2)</vt:lpstr>
      <vt:lpstr>Chapter Objectives (2 of 2)</vt:lpstr>
      <vt:lpstr>Frames </vt:lpstr>
      <vt:lpstr>Conventional and Unibody </vt:lpstr>
      <vt:lpstr>Springs</vt:lpstr>
      <vt:lpstr>Coil Springs </vt:lpstr>
      <vt:lpstr>Leaf Springs </vt:lpstr>
      <vt:lpstr>Air Springs and Torsion Bars</vt:lpstr>
      <vt:lpstr>Torsion Bar Suspension Systems</vt:lpstr>
      <vt:lpstr>Shock Absorbers </vt:lpstr>
      <vt:lpstr>Types of Shock Absorbers</vt:lpstr>
      <vt:lpstr>Hydraulic Shocks</vt:lpstr>
      <vt:lpstr>Stabilizer Bars (1 of 2)</vt:lpstr>
      <vt:lpstr>Stabilizer Bars (2 of 2) </vt:lpstr>
      <vt:lpstr>Bushings</vt:lpstr>
      <vt:lpstr>Knowledge Check (1 of 4)</vt:lpstr>
      <vt:lpstr>Knowledge Check Answer (1 of 4)</vt:lpstr>
      <vt:lpstr>MacPherson Strut Suspensions</vt:lpstr>
      <vt:lpstr>Strut Mounts</vt:lpstr>
      <vt:lpstr>Lower Suspension Components</vt:lpstr>
      <vt:lpstr>Short-Long Arm Suspension</vt:lpstr>
      <vt:lpstr>Ball Joints </vt:lpstr>
      <vt:lpstr>Four-Link or Multilink Front Suspension</vt:lpstr>
      <vt:lpstr>Knowledge Check (2 of 4)  </vt:lpstr>
      <vt:lpstr>Knowledge Check Answer (2 of 4)</vt:lpstr>
      <vt:lpstr>Basic Front-Suspension Diagnosis</vt:lpstr>
      <vt:lpstr>Shock/Strut Bounce Test</vt:lpstr>
      <vt:lpstr>Signs of Shock Failure</vt:lpstr>
      <vt:lpstr>Excessive Body Roll</vt:lpstr>
      <vt:lpstr>Noises</vt:lpstr>
      <vt:lpstr>Chassis Height Specifications</vt:lpstr>
      <vt:lpstr>Front-Suspension Component Servicing</vt:lpstr>
      <vt:lpstr>Ball Joints</vt:lpstr>
      <vt:lpstr>Checking Ball Joint Wear</vt:lpstr>
      <vt:lpstr>Replacing Ball Joints</vt:lpstr>
      <vt:lpstr>Sway Bar Bushings</vt:lpstr>
      <vt:lpstr>Shock Absorbers   </vt:lpstr>
      <vt:lpstr>MacPherson Strut Suspension</vt:lpstr>
      <vt:lpstr>Knowledge Check (3 of 4)   </vt:lpstr>
      <vt:lpstr>Knowledge Check Answer (3 of 4)</vt:lpstr>
      <vt:lpstr>Rear-Suspension Systems</vt:lpstr>
      <vt:lpstr>Live-Axle Rear Suspensions</vt:lpstr>
      <vt:lpstr>Independent Suspension</vt:lpstr>
      <vt:lpstr>Multilink Rear Suspension</vt:lpstr>
      <vt:lpstr>Servicing Independent Suspension Systems</vt:lpstr>
      <vt:lpstr>Knowledge Check (4 of 4)    </vt:lpstr>
      <vt:lpstr>Knowledge Check Answer (4 of 4)</vt:lpstr>
      <vt:lpstr>Types of Electronic Suspensions</vt:lpstr>
      <vt:lpstr>A Ride Control Sensor</vt:lpstr>
      <vt:lpstr>Computer Command Ride Strut</vt:lpstr>
      <vt:lpstr>MagneRide</vt:lpstr>
      <vt:lpstr>Diagnosis</vt:lpstr>
      <vt:lpstr>Active Suspension Components</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46 Suspension Systems</dc:title>
  <dc:creator>Erjavec</dc:creator>
  <cp:lastModifiedBy>DiCaterino, Kara</cp:lastModifiedBy>
  <cp:revision>185</cp:revision>
  <dcterms:modified xsi:type="dcterms:W3CDTF">2024-12-04T16:30:43Z</dcterms:modified>
</cp:coreProperties>
</file>