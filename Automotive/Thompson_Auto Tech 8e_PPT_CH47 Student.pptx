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Masters/slideMaster4.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notesMasters/notesMaster1.xml" ContentType="application/vnd.openxmlformats-officedocument.presentationml.notes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theme/theme2.xml" ContentType="application/vnd.openxmlformats-officedocument.theme+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theme/theme3.xml" ContentType="application/vnd.openxmlformats-officedocument.theme+xml"/>
  <Override PartName="/ppt/slideLayouts/slideLayout42.xml" ContentType="application/vnd.openxmlformats-officedocument.presentationml.slideLayout+xml"/>
  <Override PartName="/ppt/slideLayouts/slideLayout43.xml" ContentType="application/vnd.openxmlformats-officedocument.presentationml.slideLayout+xml"/>
  <Override PartName="/ppt/slideLayouts/slideLayout44.xml" ContentType="application/vnd.openxmlformats-officedocument.presentationml.slideLayout+xml"/>
  <Override PartName="/ppt/slideLayouts/slideLayout45.xml" ContentType="application/vnd.openxmlformats-officedocument.presentationml.slideLayout+xml"/>
  <Override PartName="/ppt/slideLayouts/slideLayout46.xml" ContentType="application/vnd.openxmlformats-officedocument.presentationml.slideLayout+xml"/>
  <Override PartName="/ppt/slideLayouts/slideLayout47.xml" ContentType="application/vnd.openxmlformats-officedocument.presentationml.slideLayout+xml"/>
  <Override PartName="/ppt/slideLayouts/slideLayout48.xml" ContentType="application/vnd.openxmlformats-officedocument.presentationml.slideLayout+xml"/>
  <Override PartName="/ppt/slideLayouts/slideLayout49.xml" ContentType="application/vnd.openxmlformats-officedocument.presentationml.slideLayout+xml"/>
  <Override PartName="/ppt/slideLayouts/slideLayout50.xml" ContentType="application/vnd.openxmlformats-officedocument.presentationml.slideLayout+xml"/>
  <Override PartName="/ppt/slideLayouts/slideLayout51.xml" ContentType="application/vnd.openxmlformats-officedocument.presentationml.slideLayout+xml"/>
  <Override PartName="/ppt/slideLayouts/slideLayout52.xml" ContentType="application/vnd.openxmlformats-officedocument.presentationml.slideLayout+xml"/>
  <Override PartName="/ppt/slideLayouts/slideLayout53.xml" ContentType="application/vnd.openxmlformats-officedocument.presentationml.slideLayout+xml"/>
  <Override PartName="/ppt/slideLayouts/slideLayout54.xml" ContentType="application/vnd.openxmlformats-officedocument.presentationml.slideLayout+xml"/>
  <Override PartName="/ppt/slideLayouts/slideLayout55.xml" ContentType="application/vnd.openxmlformats-officedocument.presentationml.slideLayout+xml"/>
  <Override PartName="/ppt/slideLayouts/slideLayout56.xml" ContentType="application/vnd.openxmlformats-officedocument.presentationml.slideLayout+xml"/>
  <Override PartName="/ppt/slideLayouts/slideLayout57.xml" ContentType="application/vnd.openxmlformats-officedocument.presentationml.slideLayout+xml"/>
  <Override PartName="/ppt/slideLayouts/slideLayout58.xml" ContentType="application/vnd.openxmlformats-officedocument.presentationml.slideLayout+xml"/>
  <Override PartName="/ppt/slideLayouts/slideLayout59.xml" ContentType="application/vnd.openxmlformats-officedocument.presentationml.slideLayout+xml"/>
  <Override PartName="/ppt/slideLayouts/slideLayout60.xml" ContentType="application/vnd.openxmlformats-officedocument.presentationml.slideLayout+xml"/>
  <Override PartName="/ppt/slideLayouts/slideLayout61.xml" ContentType="application/vnd.openxmlformats-officedocument.presentationml.slideLayout+xml"/>
  <Override PartName="/ppt/slideLayouts/slideLayout62.xml" ContentType="application/vnd.openxmlformats-officedocument.presentationml.slideLayout+xml"/>
  <Override PartName="/ppt/slideLayouts/slideLayout63.xml" ContentType="application/vnd.openxmlformats-officedocument.presentationml.slideLayout+xml"/>
  <Override PartName="/ppt/slideLayouts/slideLayout64.xml" ContentType="application/vnd.openxmlformats-officedocument.presentationml.slideLayout+xml"/>
  <Override PartName="/ppt/slideLayouts/slideLayout65.xml" ContentType="application/vnd.openxmlformats-officedocument.presentationml.slideLayout+xml"/>
  <Override PartName="/ppt/slideLayouts/slideLayout66.xml" ContentType="application/vnd.openxmlformats-officedocument.presentationml.slideLayout+xml"/>
  <Override PartName="/ppt/theme/theme4.xml" ContentType="application/vnd.openxmlformats-officedocument.theme+xml"/>
  <Override PartName="/ppt/theme/theme5.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72" r:id="rId1"/>
    <p:sldMasterId id="2147483779" r:id="rId2"/>
    <p:sldMasterId id="2147483791" r:id="rId3"/>
    <p:sldMasterId id="2147483809" r:id="rId4"/>
  </p:sldMasterIdLst>
  <p:notesMasterIdLst>
    <p:notesMasterId r:id="rId57"/>
  </p:notesMasterIdLst>
  <p:sldIdLst>
    <p:sldId id="386" r:id="rId5"/>
    <p:sldId id="364" r:id="rId6"/>
    <p:sldId id="363" r:id="rId7"/>
    <p:sldId id="259" r:id="rId8"/>
    <p:sldId id="261" r:id="rId9"/>
    <p:sldId id="268" r:id="rId10"/>
    <p:sldId id="270" r:id="rId11"/>
    <p:sldId id="366" r:id="rId12"/>
    <p:sldId id="275" r:id="rId13"/>
    <p:sldId id="365" r:id="rId14"/>
    <p:sldId id="280" r:id="rId15"/>
    <p:sldId id="282" r:id="rId16"/>
    <p:sldId id="284" r:id="rId17"/>
    <p:sldId id="286" r:id="rId18"/>
    <p:sldId id="291" r:id="rId19"/>
    <p:sldId id="298" r:id="rId20"/>
    <p:sldId id="299" r:id="rId21"/>
    <p:sldId id="300" r:id="rId22"/>
    <p:sldId id="306" r:id="rId23"/>
    <p:sldId id="301" r:id="rId24"/>
    <p:sldId id="367" r:id="rId25"/>
    <p:sldId id="310" r:id="rId26"/>
    <p:sldId id="368" r:id="rId27"/>
    <p:sldId id="314" r:id="rId28"/>
    <p:sldId id="315" r:id="rId29"/>
    <p:sldId id="316" r:id="rId30"/>
    <p:sldId id="317" r:id="rId31"/>
    <p:sldId id="319" r:id="rId32"/>
    <p:sldId id="320" r:id="rId33"/>
    <p:sldId id="322" r:id="rId34"/>
    <p:sldId id="324" r:id="rId35"/>
    <p:sldId id="325" r:id="rId36"/>
    <p:sldId id="326" r:id="rId37"/>
    <p:sldId id="329" r:id="rId38"/>
    <p:sldId id="333" r:id="rId39"/>
    <p:sldId id="336" r:id="rId40"/>
    <p:sldId id="369" r:id="rId41"/>
    <p:sldId id="337" r:id="rId42"/>
    <p:sldId id="339" r:id="rId43"/>
    <p:sldId id="343" r:id="rId44"/>
    <p:sldId id="344" r:id="rId45"/>
    <p:sldId id="345" r:id="rId46"/>
    <p:sldId id="346" r:id="rId47"/>
    <p:sldId id="349" r:id="rId48"/>
    <p:sldId id="350" r:id="rId49"/>
    <p:sldId id="351" r:id="rId50"/>
    <p:sldId id="352" r:id="rId51"/>
    <p:sldId id="354" r:id="rId52"/>
    <p:sldId id="356" r:id="rId53"/>
    <p:sldId id="357" r:id="rId54"/>
    <p:sldId id="387" r:id="rId55"/>
    <p:sldId id="334" r:id="rId56"/>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168" userDrawn="1">
          <p15:clr>
            <a:srgbClr val="A4A3A4"/>
          </p15:clr>
        </p15:guide>
        <p15:guide id="2" pos="3876" userDrawn="1">
          <p15:clr>
            <a:srgbClr val="A4A3A4"/>
          </p15:clr>
        </p15:guide>
      </p15:sldGuideLst>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CE" initials="CE" lastIdx="3" clrIdx="0">
    <p:extLst>
      <p:ext uri="{19B8F6BF-5375-455C-9EA6-DF929625EA0E}">
        <p15:presenceInfo xmlns:p15="http://schemas.microsoft.com/office/powerpoint/2012/main" userId="CE" providerId="None"/>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0A8B5"/>
    <a:srgbClr val="FED430"/>
  </p:clrMru>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21967" autoAdjust="0"/>
    <p:restoredTop sz="86325" autoAdjust="0"/>
  </p:normalViewPr>
  <p:slideViewPr>
    <p:cSldViewPr snapToGrid="0" snapToObjects="1" showGuides="1">
      <p:cViewPr varScale="1">
        <p:scale>
          <a:sx n="64" d="100"/>
          <a:sy n="64" d="100"/>
        </p:scale>
        <p:origin x="484" y="40"/>
      </p:cViewPr>
      <p:guideLst>
        <p:guide orient="horz" pos="168"/>
        <p:guide pos="3876"/>
      </p:guideLst>
    </p:cSldViewPr>
  </p:slideViewPr>
  <p:outlineViewPr>
    <p:cViewPr>
      <p:scale>
        <a:sx n="33" d="100"/>
        <a:sy n="33" d="100"/>
      </p:scale>
      <p:origin x="0" y="-39680"/>
    </p:cViewPr>
  </p:outlineViewPr>
  <p:notesTextViewPr>
    <p:cViewPr>
      <p:scale>
        <a:sx n="100" d="100"/>
        <a:sy n="100" d="100"/>
      </p:scale>
      <p:origin x="0" y="0"/>
    </p:cViewPr>
  </p:notesTextViewPr>
  <p:sorterViewPr>
    <p:cViewPr varScale="1">
      <p:scale>
        <a:sx n="1" d="1"/>
        <a:sy n="1" d="1"/>
      </p:scale>
      <p:origin x="0" y="0"/>
    </p:cViewPr>
  </p:sorter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9.xml"/><Relationship Id="rId18" Type="http://schemas.openxmlformats.org/officeDocument/2006/relationships/slide" Target="slides/slide14.xml"/><Relationship Id="rId26" Type="http://schemas.openxmlformats.org/officeDocument/2006/relationships/slide" Target="slides/slide22.xml"/><Relationship Id="rId39" Type="http://schemas.openxmlformats.org/officeDocument/2006/relationships/slide" Target="slides/slide35.xml"/><Relationship Id="rId21" Type="http://schemas.openxmlformats.org/officeDocument/2006/relationships/slide" Target="slides/slide17.xml"/><Relationship Id="rId34" Type="http://schemas.openxmlformats.org/officeDocument/2006/relationships/slide" Target="slides/slide30.xml"/><Relationship Id="rId42" Type="http://schemas.openxmlformats.org/officeDocument/2006/relationships/slide" Target="slides/slide38.xml"/><Relationship Id="rId47" Type="http://schemas.openxmlformats.org/officeDocument/2006/relationships/slide" Target="slides/slide43.xml"/><Relationship Id="rId50" Type="http://schemas.openxmlformats.org/officeDocument/2006/relationships/slide" Target="slides/slide46.xml"/><Relationship Id="rId55" Type="http://schemas.openxmlformats.org/officeDocument/2006/relationships/slide" Target="slides/slide51.xml"/><Relationship Id="rId7" Type="http://schemas.openxmlformats.org/officeDocument/2006/relationships/slide" Target="slides/slide3.xml"/><Relationship Id="rId2" Type="http://schemas.openxmlformats.org/officeDocument/2006/relationships/slideMaster" Target="slideMasters/slideMaster2.xml"/><Relationship Id="rId16" Type="http://schemas.openxmlformats.org/officeDocument/2006/relationships/slide" Target="slides/slide12.xml"/><Relationship Id="rId29" Type="http://schemas.openxmlformats.org/officeDocument/2006/relationships/slide" Target="slides/slide25.xml"/><Relationship Id="rId11" Type="http://schemas.openxmlformats.org/officeDocument/2006/relationships/slide" Target="slides/slide7.xml"/><Relationship Id="rId24" Type="http://schemas.openxmlformats.org/officeDocument/2006/relationships/slide" Target="slides/slide20.xml"/><Relationship Id="rId32" Type="http://schemas.openxmlformats.org/officeDocument/2006/relationships/slide" Target="slides/slide28.xml"/><Relationship Id="rId37" Type="http://schemas.openxmlformats.org/officeDocument/2006/relationships/slide" Target="slides/slide33.xml"/><Relationship Id="rId40" Type="http://schemas.openxmlformats.org/officeDocument/2006/relationships/slide" Target="slides/slide36.xml"/><Relationship Id="rId45" Type="http://schemas.openxmlformats.org/officeDocument/2006/relationships/slide" Target="slides/slide41.xml"/><Relationship Id="rId53" Type="http://schemas.openxmlformats.org/officeDocument/2006/relationships/slide" Target="slides/slide49.xml"/><Relationship Id="rId58" Type="http://schemas.openxmlformats.org/officeDocument/2006/relationships/commentAuthors" Target="commentAuthors.xml"/><Relationship Id="rId5" Type="http://schemas.openxmlformats.org/officeDocument/2006/relationships/slide" Target="slides/slide1.xml"/><Relationship Id="rId61" Type="http://schemas.openxmlformats.org/officeDocument/2006/relationships/theme" Target="theme/theme1.xml"/><Relationship Id="rId19" Type="http://schemas.openxmlformats.org/officeDocument/2006/relationships/slide" Target="slides/slide15.xml"/><Relationship Id="rId14" Type="http://schemas.openxmlformats.org/officeDocument/2006/relationships/slide" Target="slides/slide10.xml"/><Relationship Id="rId22" Type="http://schemas.openxmlformats.org/officeDocument/2006/relationships/slide" Target="slides/slide18.xml"/><Relationship Id="rId27" Type="http://schemas.openxmlformats.org/officeDocument/2006/relationships/slide" Target="slides/slide23.xml"/><Relationship Id="rId30" Type="http://schemas.openxmlformats.org/officeDocument/2006/relationships/slide" Target="slides/slide26.xml"/><Relationship Id="rId35" Type="http://schemas.openxmlformats.org/officeDocument/2006/relationships/slide" Target="slides/slide31.xml"/><Relationship Id="rId43" Type="http://schemas.openxmlformats.org/officeDocument/2006/relationships/slide" Target="slides/slide39.xml"/><Relationship Id="rId48" Type="http://schemas.openxmlformats.org/officeDocument/2006/relationships/slide" Target="slides/slide44.xml"/><Relationship Id="rId56" Type="http://schemas.openxmlformats.org/officeDocument/2006/relationships/slide" Target="slides/slide52.xml"/><Relationship Id="rId8" Type="http://schemas.openxmlformats.org/officeDocument/2006/relationships/slide" Target="slides/slide4.xml"/><Relationship Id="rId51" Type="http://schemas.openxmlformats.org/officeDocument/2006/relationships/slide" Target="slides/slide47.xml"/><Relationship Id="rId3" Type="http://schemas.openxmlformats.org/officeDocument/2006/relationships/slideMaster" Target="slideMasters/slideMaster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slide" Target="slides/slide21.xml"/><Relationship Id="rId33" Type="http://schemas.openxmlformats.org/officeDocument/2006/relationships/slide" Target="slides/slide29.xml"/><Relationship Id="rId38" Type="http://schemas.openxmlformats.org/officeDocument/2006/relationships/slide" Target="slides/slide34.xml"/><Relationship Id="rId46" Type="http://schemas.openxmlformats.org/officeDocument/2006/relationships/slide" Target="slides/slide42.xml"/><Relationship Id="rId59" Type="http://schemas.openxmlformats.org/officeDocument/2006/relationships/presProps" Target="presProps.xml"/><Relationship Id="rId20" Type="http://schemas.openxmlformats.org/officeDocument/2006/relationships/slide" Target="slides/slide16.xml"/><Relationship Id="rId41" Type="http://schemas.openxmlformats.org/officeDocument/2006/relationships/slide" Target="slides/slide37.xml"/><Relationship Id="rId54" Type="http://schemas.openxmlformats.org/officeDocument/2006/relationships/slide" Target="slides/slide50.xml"/><Relationship Id="rId62"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2.xml"/><Relationship Id="rId15" Type="http://schemas.openxmlformats.org/officeDocument/2006/relationships/slide" Target="slides/slide11.xml"/><Relationship Id="rId23" Type="http://schemas.openxmlformats.org/officeDocument/2006/relationships/slide" Target="slides/slide19.xml"/><Relationship Id="rId28" Type="http://schemas.openxmlformats.org/officeDocument/2006/relationships/slide" Target="slides/slide24.xml"/><Relationship Id="rId36" Type="http://schemas.openxmlformats.org/officeDocument/2006/relationships/slide" Target="slides/slide32.xml"/><Relationship Id="rId49" Type="http://schemas.openxmlformats.org/officeDocument/2006/relationships/slide" Target="slides/slide45.xml"/><Relationship Id="rId57" Type="http://schemas.openxmlformats.org/officeDocument/2006/relationships/notesMaster" Target="notesMasters/notesMaster1.xml"/><Relationship Id="rId10" Type="http://schemas.openxmlformats.org/officeDocument/2006/relationships/slide" Target="slides/slide6.xml"/><Relationship Id="rId31" Type="http://schemas.openxmlformats.org/officeDocument/2006/relationships/slide" Target="slides/slide27.xml"/><Relationship Id="rId44" Type="http://schemas.openxmlformats.org/officeDocument/2006/relationships/slide" Target="slides/slide40.xml"/><Relationship Id="rId52" Type="http://schemas.openxmlformats.org/officeDocument/2006/relationships/slide" Target="slides/slide48.xml"/><Relationship Id="rId60" Type="http://schemas.openxmlformats.org/officeDocument/2006/relationships/viewProps" Target="viewProps.xml"/><Relationship Id="rId4" Type="http://schemas.openxmlformats.org/officeDocument/2006/relationships/slideMaster" Target="slideMasters/slideMaster4.xml"/><Relationship Id="rId9" Type="http://schemas.openxmlformats.org/officeDocument/2006/relationships/slide" Target="slides/slide5.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5.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4A548FF4-4699-5A47-96D0-8B4A564553D2}" type="datetimeFigureOut">
              <a:rPr lang="en-US" smtClean="0"/>
              <a:pPr/>
              <a:t>12/4/2024</a:t>
            </a:fld>
            <a:endParaRPr lang="en-US"/>
          </a:p>
        </p:txBody>
      </p:sp>
      <p:sp>
        <p:nvSpPr>
          <p:cNvPr id="4" name="Slide Image Placeholder 3"/>
          <p:cNvSpPr>
            <a:spLocks noGrp="1" noRot="1" noChangeAspect="1"/>
          </p:cNvSpPr>
          <p:nvPr>
            <p:ph type="sldImg" idx="2"/>
          </p:nvPr>
        </p:nvSpPr>
        <p:spPr>
          <a:xfrm>
            <a:off x="381000" y="685800"/>
            <a:ext cx="6096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9B2C733B-E0FA-F944-BF5E-20E178C2BBF6}" type="slidenum">
              <a:rPr lang="en-US" smtClean="0"/>
              <a:pPr/>
              <a:t>‹#›</a:t>
            </a:fld>
            <a:endParaRPr lang="en-US"/>
          </a:p>
        </p:txBody>
      </p:sp>
    </p:spTree>
    <p:extLst>
      <p:ext uri="{BB962C8B-B14F-4D97-AF65-F5344CB8AC3E}">
        <p14:creationId xmlns:p14="http://schemas.microsoft.com/office/powerpoint/2010/main" val="2499885688"/>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4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8"/>
        <p:cNvGrpSpPr/>
        <p:nvPr/>
      </p:nvGrpSpPr>
      <p:grpSpPr>
        <a:xfrm>
          <a:off x="0" y="0"/>
          <a:ext cx="0" cy="0"/>
          <a:chOff x="0" y="0"/>
          <a:chExt cx="0" cy="0"/>
        </a:xfrm>
      </p:grpSpPr>
      <p:sp>
        <p:nvSpPr>
          <p:cNvPr id="119" name="Google Shape;119;p1:notes"/>
          <p:cNvSpPr>
            <a:spLocks noGrp="1" noRot="1" noChangeAspect="1"/>
          </p:cNvSpPr>
          <p:nvPr>
            <p:ph type="sldImg" idx="2"/>
          </p:nvPr>
        </p:nvSpPr>
        <p:spPr>
          <a:xfrm>
            <a:off x="685800" y="630238"/>
            <a:ext cx="3778250" cy="2125662"/>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A5A5A5"/>
            </a:solidFill>
            <a:prstDash val="solid"/>
            <a:round/>
            <a:headEnd type="none" w="sm" len="sm"/>
            <a:tailEnd type="none" w="sm" len="sm"/>
          </a:ln>
        </p:spPr>
      </p:sp>
      <p:sp>
        <p:nvSpPr>
          <p:cNvPr id="120" name="Google Shape;120;p1:notes"/>
          <p:cNvSpPr txBox="1">
            <a:spLocks noGrp="1"/>
          </p:cNvSpPr>
          <p:nvPr>
            <p:ph type="body" idx="1"/>
          </p:nvPr>
        </p:nvSpPr>
        <p:spPr>
          <a:xfrm>
            <a:off x="685800" y="2993721"/>
            <a:ext cx="5486400" cy="5520042"/>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dirty="0"/>
          </a:p>
        </p:txBody>
      </p:sp>
      <p:sp>
        <p:nvSpPr>
          <p:cNvPr id="121" name="Google Shape;121;p1:notes"/>
          <p:cNvSpPr txBox="1">
            <a:spLocks noGrp="1"/>
          </p:cNvSpPr>
          <p:nvPr>
            <p:ph type="sldNum" idx="12"/>
          </p:nvPr>
        </p:nvSpPr>
        <p:spPr>
          <a:xfrm>
            <a:off x="6063017" y="8685213"/>
            <a:ext cx="684212" cy="458787"/>
          </a:xfrm>
          <a:prstGeom prst="rect">
            <a:avLst/>
          </a:prstGeom>
          <a:noFill/>
          <a:ln>
            <a:noFill/>
          </a:ln>
        </p:spPr>
        <p:txBody>
          <a:bodyPr spcFirstLastPara="1" wrap="square" lIns="91425" tIns="45700" rIns="91425" bIns="45700" anchor="b" anchorCtr="0">
            <a:noAutofit/>
          </a:bodyPr>
          <a:lstStyle/>
          <a:p>
            <a:pPr marL="0" marR="0" lvl="0" indent="0" algn="r" defTabSz="914400" rtl="0" eaLnBrk="1" fontAlgn="auto" latinLnBrk="0" hangingPunct="1">
              <a:lnSpc>
                <a:spcPct val="100000"/>
              </a:lnSpc>
              <a:spcBef>
                <a:spcPts val="0"/>
              </a:spcBef>
              <a:spcAft>
                <a:spcPts val="0"/>
              </a:spcAft>
              <a:buClr>
                <a:srgbClr val="000000"/>
              </a:buClr>
              <a:buSzTx/>
              <a:buFont typeface="Arial"/>
              <a:buNone/>
              <a:tabLst/>
              <a:defRPr/>
            </a:pPr>
            <a:fld id="{00000000-1234-1234-1234-123412341234}" type="slidenum">
              <a:rPr kumimoji="0" lang="en-US" sz="1400" b="0" i="0" u="none" strike="noStrike" kern="0" cap="none" spc="0" normalizeH="0" baseline="0" noProof="0">
                <a:ln>
                  <a:noFill/>
                </a:ln>
                <a:solidFill>
                  <a:srgbClr val="000000"/>
                </a:solidFill>
                <a:effectLst/>
                <a:uLnTx/>
                <a:uFillTx/>
                <a:latin typeface="Arial"/>
                <a:cs typeface="Arial"/>
                <a:sym typeface="Arial"/>
              </a:rPr>
              <a:pPr marL="0" marR="0" lvl="0" indent="0" algn="r" defTabSz="914400" rtl="0" eaLnBrk="1" fontAlgn="auto" latinLnBrk="0" hangingPunct="1">
                <a:lnSpc>
                  <a:spcPct val="100000"/>
                </a:lnSpc>
                <a:spcBef>
                  <a:spcPts val="0"/>
                </a:spcBef>
                <a:spcAft>
                  <a:spcPts val="0"/>
                </a:spcAft>
                <a:buClr>
                  <a:srgbClr val="000000"/>
                </a:buClr>
                <a:buSzTx/>
                <a:buFont typeface="Arial"/>
                <a:buNone/>
                <a:tabLst/>
                <a:defRPr/>
              </a:pPr>
              <a:t>1</a:t>
            </a:fld>
            <a:endParaRPr kumimoji="0" lang="en-US" sz="1400" b="0" i="0" u="none" strike="noStrike" kern="0" cap="none" spc="0" normalizeH="0" baseline="0" noProof="0" dirty="0">
              <a:ln>
                <a:noFill/>
              </a:ln>
              <a:solidFill>
                <a:srgbClr val="000000"/>
              </a:solidFill>
              <a:effectLst/>
              <a:uLnTx/>
              <a:uFillTx/>
              <a:latin typeface="Arial"/>
              <a:cs typeface="Arial"/>
              <a:sym typeface="Arial"/>
            </a:endParaRPr>
          </a:p>
        </p:txBody>
      </p:sp>
    </p:spTree>
    <p:extLst>
      <p:ext uri="{BB962C8B-B14F-4D97-AF65-F5344CB8AC3E}">
        <p14:creationId xmlns:p14="http://schemas.microsoft.com/office/powerpoint/2010/main" val="3278294592"/>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4994" name="Rectangle 2"/>
          <p:cNvSpPr>
            <a:spLocks noGrp="1" noRot="1" noChangeAspect="1" noChangeArrowheads="1" noTextEdit="1"/>
          </p:cNvSpPr>
          <p:nvPr>
            <p:ph type="sldImg"/>
          </p:nvPr>
        </p:nvSpPr>
        <p:spPr>
          <a:xfrm>
            <a:off x="381000" y="685800"/>
            <a:ext cx="6096000" cy="3429000"/>
          </a:xfrm>
          <a:ln/>
        </p:spPr>
      </p:sp>
      <p:sp>
        <p:nvSpPr>
          <p:cNvPr id="84995" name="Rectangle 3"/>
          <p:cNvSpPr>
            <a:spLocks noGrp="1" noChangeArrowheads="1"/>
          </p:cNvSpPr>
          <p:nvPr>
            <p:ph type="body" idx="1"/>
          </p:nvPr>
        </p:nvSpPr>
        <p:spPr>
          <a:noFill/>
          <a:ln/>
        </p:spPr>
        <p:txBody>
          <a:bodyPr/>
          <a:lstStyle/>
          <a:p>
            <a:endParaRPr lang="en-US" dirty="0">
              <a:latin typeface="Times New Roman" pitchFamily="18" charset="0"/>
            </a:endParaRPr>
          </a:p>
        </p:txBody>
      </p:sp>
    </p:spTree>
    <p:extLst>
      <p:ext uri="{BB962C8B-B14F-4D97-AF65-F5344CB8AC3E}">
        <p14:creationId xmlns:p14="http://schemas.microsoft.com/office/powerpoint/2010/main" val="1734606288"/>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7042" name="Rectangle 2"/>
          <p:cNvSpPr>
            <a:spLocks noGrp="1" noRot="1" noChangeAspect="1" noChangeArrowheads="1" noTextEdit="1"/>
          </p:cNvSpPr>
          <p:nvPr>
            <p:ph type="sldImg"/>
          </p:nvPr>
        </p:nvSpPr>
        <p:spPr>
          <a:xfrm>
            <a:off x="381000" y="685800"/>
            <a:ext cx="6096000" cy="3429000"/>
          </a:xfrm>
          <a:ln/>
        </p:spPr>
      </p:sp>
      <p:sp>
        <p:nvSpPr>
          <p:cNvPr id="87043" name="Rectangle 3"/>
          <p:cNvSpPr>
            <a:spLocks noGrp="1" noChangeArrowheads="1"/>
          </p:cNvSpPr>
          <p:nvPr>
            <p:ph type="body" idx="1"/>
          </p:nvPr>
        </p:nvSpPr>
        <p:spPr>
          <a:noFill/>
          <a:ln/>
        </p:spPr>
        <p:txBody>
          <a:bodyPr/>
          <a:lstStyle/>
          <a:p>
            <a:endParaRPr lang="en-US" dirty="0">
              <a:latin typeface="Times New Roman" pitchFamily="18" charset="0"/>
            </a:endParaRPr>
          </a:p>
        </p:txBody>
      </p:sp>
    </p:spTree>
    <p:extLst>
      <p:ext uri="{BB962C8B-B14F-4D97-AF65-F5344CB8AC3E}">
        <p14:creationId xmlns:p14="http://schemas.microsoft.com/office/powerpoint/2010/main" val="3510911164"/>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0114" name="Rectangle 2"/>
          <p:cNvSpPr>
            <a:spLocks noGrp="1" noRot="1" noChangeAspect="1" noChangeArrowheads="1" noTextEdit="1"/>
          </p:cNvSpPr>
          <p:nvPr>
            <p:ph type="sldImg"/>
          </p:nvPr>
        </p:nvSpPr>
        <p:spPr>
          <a:xfrm>
            <a:off x="381000" y="685800"/>
            <a:ext cx="6096000" cy="3429000"/>
          </a:xfrm>
          <a:ln/>
        </p:spPr>
      </p:sp>
      <p:sp>
        <p:nvSpPr>
          <p:cNvPr id="90115" name="Rectangle 3"/>
          <p:cNvSpPr>
            <a:spLocks noGrp="1" noChangeArrowheads="1"/>
          </p:cNvSpPr>
          <p:nvPr>
            <p:ph type="body" idx="1"/>
          </p:nvPr>
        </p:nvSpPr>
        <p:spPr>
          <a:noFill/>
          <a:ln/>
        </p:spPr>
        <p:txBody>
          <a:bodyPr/>
          <a:lstStyle/>
          <a:p>
            <a:endParaRPr lang="en-US" dirty="0">
              <a:latin typeface="Times New Roman" pitchFamily="18" charset="0"/>
            </a:endParaRPr>
          </a:p>
        </p:txBody>
      </p:sp>
    </p:spTree>
    <p:extLst>
      <p:ext uri="{BB962C8B-B14F-4D97-AF65-F5344CB8AC3E}">
        <p14:creationId xmlns:p14="http://schemas.microsoft.com/office/powerpoint/2010/main" val="432214623"/>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1138" name="Rectangle 2"/>
          <p:cNvSpPr>
            <a:spLocks noGrp="1" noRot="1" noChangeAspect="1" noChangeArrowheads="1" noTextEdit="1"/>
          </p:cNvSpPr>
          <p:nvPr>
            <p:ph type="sldImg"/>
          </p:nvPr>
        </p:nvSpPr>
        <p:spPr>
          <a:xfrm>
            <a:off x="381000" y="685800"/>
            <a:ext cx="6096000" cy="3429000"/>
          </a:xfrm>
          <a:ln/>
        </p:spPr>
      </p:sp>
      <p:sp>
        <p:nvSpPr>
          <p:cNvPr id="91139" name="Rectangle 3"/>
          <p:cNvSpPr>
            <a:spLocks noGrp="1" noChangeArrowheads="1"/>
          </p:cNvSpPr>
          <p:nvPr>
            <p:ph type="body" idx="1"/>
          </p:nvPr>
        </p:nvSpPr>
        <p:spPr>
          <a:noFill/>
          <a:ln/>
        </p:spPr>
        <p:txBody>
          <a:bodyPr/>
          <a:lstStyle/>
          <a:p>
            <a:endParaRPr lang="en-US" dirty="0">
              <a:latin typeface="Times New Roman" pitchFamily="18" charset="0"/>
            </a:endParaRPr>
          </a:p>
        </p:txBody>
      </p:sp>
    </p:spTree>
    <p:extLst>
      <p:ext uri="{BB962C8B-B14F-4D97-AF65-F5344CB8AC3E}">
        <p14:creationId xmlns:p14="http://schemas.microsoft.com/office/powerpoint/2010/main" val="1632267205"/>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1138" name="Rectangle 2"/>
          <p:cNvSpPr>
            <a:spLocks noGrp="1" noRot="1" noChangeAspect="1" noChangeArrowheads="1" noTextEdit="1"/>
          </p:cNvSpPr>
          <p:nvPr>
            <p:ph type="sldImg"/>
          </p:nvPr>
        </p:nvSpPr>
        <p:spPr>
          <a:xfrm>
            <a:off x="381000" y="685800"/>
            <a:ext cx="6096000" cy="3429000"/>
          </a:xfrm>
          <a:ln/>
        </p:spPr>
      </p:sp>
      <p:sp>
        <p:nvSpPr>
          <p:cNvPr id="91139" name="Rectangle 3"/>
          <p:cNvSpPr>
            <a:spLocks noGrp="1" noChangeArrowheads="1"/>
          </p:cNvSpPr>
          <p:nvPr>
            <p:ph type="body" idx="1"/>
          </p:nvPr>
        </p:nvSpPr>
        <p:spPr>
          <a:noFill/>
          <a:ln/>
        </p:spPr>
        <p:txBody>
          <a:bodyPr/>
          <a:lstStyle/>
          <a:p>
            <a:endParaRPr lang="en-US" dirty="0">
              <a:latin typeface="Times New Roman" pitchFamily="18" charset="0"/>
            </a:endParaRPr>
          </a:p>
        </p:txBody>
      </p:sp>
    </p:spTree>
    <p:extLst>
      <p:ext uri="{BB962C8B-B14F-4D97-AF65-F5344CB8AC3E}">
        <p14:creationId xmlns:p14="http://schemas.microsoft.com/office/powerpoint/2010/main" val="424453782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normAutofit/>
          </a:bodyPr>
          <a:lstStyle/>
          <a:p>
            <a:endParaRPr lang="en-US" dirty="0"/>
          </a:p>
        </p:txBody>
      </p:sp>
      <p:sp>
        <p:nvSpPr>
          <p:cNvPr id="4" name="Slide Number Placeholder 3"/>
          <p:cNvSpPr>
            <a:spLocks noGrp="1"/>
          </p:cNvSpPr>
          <p:nvPr>
            <p:ph type="sldNum" sz="quarter" idx="10"/>
          </p:nvPr>
        </p:nvSpPr>
        <p:spPr/>
        <p:txBody>
          <a:bodyPr/>
          <a:lstStyle/>
          <a:p>
            <a:fld id="{C289AA15-A0F0-4F74-A693-2D281E3C9414}" type="slidenum">
              <a:rPr lang="en-US" smtClean="0"/>
              <a:pPr/>
              <a:t>9</a:t>
            </a:fld>
            <a:endParaRPr lang="en-US" dirty="0"/>
          </a:p>
        </p:txBody>
      </p:sp>
    </p:spTree>
    <p:extLst>
      <p:ext uri="{BB962C8B-B14F-4D97-AF65-F5344CB8AC3E}">
        <p14:creationId xmlns:p14="http://schemas.microsoft.com/office/powerpoint/2010/main" val="2251336905"/>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normAutofit/>
          </a:bodyPr>
          <a:lstStyle/>
          <a:p>
            <a:endParaRPr lang="en-US" dirty="0"/>
          </a:p>
        </p:txBody>
      </p:sp>
      <p:sp>
        <p:nvSpPr>
          <p:cNvPr id="4" name="Slide Number Placeholder 3"/>
          <p:cNvSpPr>
            <a:spLocks noGrp="1"/>
          </p:cNvSpPr>
          <p:nvPr>
            <p:ph type="sldNum" sz="quarter" idx="10"/>
          </p:nvPr>
        </p:nvSpPr>
        <p:spPr/>
        <p:txBody>
          <a:bodyPr/>
          <a:lstStyle/>
          <a:p>
            <a:fld id="{C289AA15-A0F0-4F74-A693-2D281E3C9414}" type="slidenum">
              <a:rPr lang="en-US" smtClean="0"/>
              <a:pPr/>
              <a:t>10</a:t>
            </a:fld>
            <a:endParaRPr lang="en-US" dirty="0"/>
          </a:p>
        </p:txBody>
      </p:sp>
    </p:spTree>
    <p:extLst>
      <p:ext uri="{BB962C8B-B14F-4D97-AF65-F5344CB8AC3E}">
        <p14:creationId xmlns:p14="http://schemas.microsoft.com/office/powerpoint/2010/main" val="3069038963"/>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7282" name="Rectangle 2"/>
          <p:cNvSpPr>
            <a:spLocks noGrp="1" noRot="1" noChangeAspect="1" noChangeArrowheads="1" noTextEdit="1"/>
          </p:cNvSpPr>
          <p:nvPr>
            <p:ph type="sldImg"/>
          </p:nvPr>
        </p:nvSpPr>
        <p:spPr>
          <a:xfrm>
            <a:off x="381000" y="685800"/>
            <a:ext cx="6096000" cy="3429000"/>
          </a:xfrm>
          <a:ln/>
        </p:spPr>
      </p:sp>
      <p:sp>
        <p:nvSpPr>
          <p:cNvPr id="97283" name="Rectangle 3"/>
          <p:cNvSpPr>
            <a:spLocks noGrp="1" noChangeArrowheads="1"/>
          </p:cNvSpPr>
          <p:nvPr>
            <p:ph type="body" idx="1"/>
          </p:nvPr>
        </p:nvSpPr>
        <p:spPr>
          <a:noFill/>
          <a:ln/>
        </p:spPr>
        <p:txBody>
          <a:bodyPr/>
          <a:lstStyle/>
          <a:p>
            <a:endParaRPr lang="en-US" dirty="0">
              <a:latin typeface="Times New Roman" pitchFamily="18" charset="0"/>
            </a:endParaRPr>
          </a:p>
        </p:txBody>
      </p:sp>
    </p:spTree>
    <p:extLst>
      <p:ext uri="{BB962C8B-B14F-4D97-AF65-F5344CB8AC3E}">
        <p14:creationId xmlns:p14="http://schemas.microsoft.com/office/powerpoint/2010/main" val="206776852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9330" name="Rectangle 2"/>
          <p:cNvSpPr>
            <a:spLocks noGrp="1" noRot="1" noChangeAspect="1" noChangeArrowheads="1" noTextEdit="1"/>
          </p:cNvSpPr>
          <p:nvPr>
            <p:ph type="sldImg"/>
          </p:nvPr>
        </p:nvSpPr>
        <p:spPr>
          <a:xfrm>
            <a:off x="381000" y="685800"/>
            <a:ext cx="6096000" cy="3429000"/>
          </a:xfrm>
          <a:ln/>
        </p:spPr>
      </p:sp>
      <p:sp>
        <p:nvSpPr>
          <p:cNvPr id="99331" name="Rectangle 3"/>
          <p:cNvSpPr>
            <a:spLocks noGrp="1" noChangeArrowheads="1"/>
          </p:cNvSpPr>
          <p:nvPr>
            <p:ph type="body" idx="1"/>
          </p:nvPr>
        </p:nvSpPr>
        <p:spPr>
          <a:noFill/>
          <a:ln/>
        </p:spPr>
        <p:txBody>
          <a:bodyPr/>
          <a:lstStyle/>
          <a:p>
            <a:endParaRPr lang="en-US" dirty="0">
              <a:latin typeface="Times New Roman" pitchFamily="18" charset="0"/>
            </a:endParaRPr>
          </a:p>
        </p:txBody>
      </p:sp>
    </p:spTree>
    <p:extLst>
      <p:ext uri="{BB962C8B-B14F-4D97-AF65-F5344CB8AC3E}">
        <p14:creationId xmlns:p14="http://schemas.microsoft.com/office/powerpoint/2010/main" val="2210922774"/>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0354" name="Rectangle 2"/>
          <p:cNvSpPr>
            <a:spLocks noGrp="1" noRot="1" noChangeAspect="1" noChangeArrowheads="1" noTextEdit="1"/>
          </p:cNvSpPr>
          <p:nvPr>
            <p:ph type="sldImg"/>
          </p:nvPr>
        </p:nvSpPr>
        <p:spPr>
          <a:xfrm>
            <a:off x="381000" y="685800"/>
            <a:ext cx="6096000" cy="3429000"/>
          </a:xfrm>
          <a:ln/>
        </p:spPr>
      </p:sp>
      <p:sp>
        <p:nvSpPr>
          <p:cNvPr id="100355" name="Rectangle 3"/>
          <p:cNvSpPr>
            <a:spLocks noGrp="1" noChangeArrowheads="1"/>
          </p:cNvSpPr>
          <p:nvPr>
            <p:ph type="body" idx="1"/>
          </p:nvPr>
        </p:nvSpPr>
        <p:spPr>
          <a:noFill/>
          <a:ln/>
        </p:spPr>
        <p:txBody>
          <a:bodyPr/>
          <a:lstStyle/>
          <a:p>
            <a:endParaRPr lang="en-US" dirty="0">
              <a:latin typeface="Times New Roman" pitchFamily="18" charset="0"/>
            </a:endParaRPr>
          </a:p>
        </p:txBody>
      </p:sp>
    </p:spTree>
    <p:extLst>
      <p:ext uri="{BB962C8B-B14F-4D97-AF65-F5344CB8AC3E}">
        <p14:creationId xmlns:p14="http://schemas.microsoft.com/office/powerpoint/2010/main" val="2783393225"/>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450" name="Rectangle 2"/>
          <p:cNvSpPr>
            <a:spLocks noGrp="1" noRot="1" noChangeAspect="1" noChangeArrowheads="1" noTextEdit="1"/>
          </p:cNvSpPr>
          <p:nvPr>
            <p:ph type="sldImg"/>
          </p:nvPr>
        </p:nvSpPr>
        <p:spPr>
          <a:xfrm>
            <a:off x="381000" y="685800"/>
            <a:ext cx="6096000" cy="3429000"/>
          </a:xfrm>
          <a:ln/>
        </p:spPr>
      </p:sp>
      <p:sp>
        <p:nvSpPr>
          <p:cNvPr id="104451" name="Rectangle 3"/>
          <p:cNvSpPr>
            <a:spLocks noGrp="1" noChangeArrowheads="1"/>
          </p:cNvSpPr>
          <p:nvPr>
            <p:ph type="body" idx="1"/>
          </p:nvPr>
        </p:nvSpPr>
        <p:spPr>
          <a:noFill/>
          <a:ln/>
        </p:spPr>
        <p:txBody>
          <a:bodyPr/>
          <a:lstStyle/>
          <a:p>
            <a:endParaRPr lang="en-US" dirty="0">
              <a:latin typeface="Times New Roman" pitchFamily="18" charset="0"/>
            </a:endParaRPr>
          </a:p>
        </p:txBody>
      </p:sp>
    </p:spTree>
    <p:extLst>
      <p:ext uri="{BB962C8B-B14F-4D97-AF65-F5344CB8AC3E}">
        <p14:creationId xmlns:p14="http://schemas.microsoft.com/office/powerpoint/2010/main" val="160090607"/>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8546" name="Rectangle 2"/>
          <p:cNvSpPr>
            <a:spLocks noGrp="1" noRot="1" noChangeAspect="1" noChangeArrowheads="1" noTextEdit="1"/>
          </p:cNvSpPr>
          <p:nvPr>
            <p:ph type="sldImg"/>
          </p:nvPr>
        </p:nvSpPr>
        <p:spPr>
          <a:xfrm>
            <a:off x="381000" y="685800"/>
            <a:ext cx="6096000" cy="3429000"/>
          </a:xfrm>
          <a:ln/>
        </p:spPr>
      </p:sp>
      <p:sp>
        <p:nvSpPr>
          <p:cNvPr id="108547" name="Rectangle 3"/>
          <p:cNvSpPr>
            <a:spLocks noGrp="1" noChangeArrowheads="1"/>
          </p:cNvSpPr>
          <p:nvPr>
            <p:ph type="body" idx="1"/>
          </p:nvPr>
        </p:nvSpPr>
        <p:spPr>
          <a:noFill/>
          <a:ln/>
        </p:spPr>
        <p:txBody>
          <a:bodyPr/>
          <a:lstStyle/>
          <a:p>
            <a:endParaRPr lang="en-US" dirty="0">
              <a:latin typeface="Times New Roman" pitchFamily="18" charset="0"/>
            </a:endParaRPr>
          </a:p>
        </p:txBody>
      </p:sp>
    </p:spTree>
    <p:extLst>
      <p:ext uri="{BB962C8B-B14F-4D97-AF65-F5344CB8AC3E}">
        <p14:creationId xmlns:p14="http://schemas.microsoft.com/office/powerpoint/2010/main" val="4113838403"/>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4690" name="Rectangle 2"/>
          <p:cNvSpPr>
            <a:spLocks noGrp="1" noRot="1" noChangeAspect="1" noChangeArrowheads="1" noTextEdit="1"/>
          </p:cNvSpPr>
          <p:nvPr>
            <p:ph type="sldImg"/>
          </p:nvPr>
        </p:nvSpPr>
        <p:spPr>
          <a:xfrm>
            <a:off x="381000" y="685800"/>
            <a:ext cx="6096000" cy="3429000"/>
          </a:xfrm>
          <a:ln/>
        </p:spPr>
      </p:sp>
      <p:sp>
        <p:nvSpPr>
          <p:cNvPr id="114691" name="Rectangle 3"/>
          <p:cNvSpPr>
            <a:spLocks noGrp="1" noChangeArrowheads="1"/>
          </p:cNvSpPr>
          <p:nvPr>
            <p:ph type="body" idx="1"/>
          </p:nvPr>
        </p:nvSpPr>
        <p:spPr>
          <a:noFill/>
          <a:ln/>
        </p:spPr>
        <p:txBody>
          <a:bodyPr/>
          <a:lstStyle/>
          <a:p>
            <a:endParaRPr lang="en-US" dirty="0">
              <a:latin typeface="Times New Roman" pitchFamily="18" charset="0"/>
            </a:endParaRPr>
          </a:p>
        </p:txBody>
      </p:sp>
    </p:spTree>
    <p:extLst>
      <p:ext uri="{BB962C8B-B14F-4D97-AF65-F5344CB8AC3E}">
        <p14:creationId xmlns:p14="http://schemas.microsoft.com/office/powerpoint/2010/main" val="65197681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5714" name="Rectangle 2"/>
          <p:cNvSpPr>
            <a:spLocks noGrp="1" noRot="1" noChangeAspect="1" noChangeArrowheads="1" noTextEdit="1"/>
          </p:cNvSpPr>
          <p:nvPr>
            <p:ph type="sldImg"/>
          </p:nvPr>
        </p:nvSpPr>
        <p:spPr>
          <a:xfrm>
            <a:off x="381000" y="685800"/>
            <a:ext cx="6096000" cy="3429000"/>
          </a:xfrm>
          <a:ln/>
        </p:spPr>
      </p:sp>
      <p:sp>
        <p:nvSpPr>
          <p:cNvPr id="115715" name="Rectangle 3"/>
          <p:cNvSpPr>
            <a:spLocks noGrp="1" noChangeArrowheads="1"/>
          </p:cNvSpPr>
          <p:nvPr>
            <p:ph type="body" idx="1"/>
          </p:nvPr>
        </p:nvSpPr>
        <p:spPr>
          <a:noFill/>
          <a:ln/>
        </p:spPr>
        <p:txBody>
          <a:bodyPr/>
          <a:lstStyle/>
          <a:p>
            <a:endParaRPr lang="en-US" dirty="0">
              <a:latin typeface="Times New Roman" pitchFamily="18" charset="0"/>
            </a:endParaRPr>
          </a:p>
        </p:txBody>
      </p:sp>
    </p:spTree>
    <p:extLst>
      <p:ext uri="{BB962C8B-B14F-4D97-AF65-F5344CB8AC3E}">
        <p14:creationId xmlns:p14="http://schemas.microsoft.com/office/powerpoint/2010/main" val="1832186367"/>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9B2C733B-E0FA-F944-BF5E-20E178C2BBF6}" type="slidenum">
              <a:rPr lang="en-US" smtClean="0"/>
              <a:pPr/>
              <a:t>18</a:t>
            </a:fld>
            <a:endParaRPr lang="en-US" dirty="0"/>
          </a:p>
        </p:txBody>
      </p:sp>
    </p:spTree>
    <p:extLst>
      <p:ext uri="{BB962C8B-B14F-4D97-AF65-F5344CB8AC3E}">
        <p14:creationId xmlns:p14="http://schemas.microsoft.com/office/powerpoint/2010/main" val="2351281994"/>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8786" name="Rectangle 2"/>
          <p:cNvSpPr>
            <a:spLocks noGrp="1" noRot="1" noChangeAspect="1" noChangeArrowheads="1" noTextEdit="1"/>
          </p:cNvSpPr>
          <p:nvPr>
            <p:ph type="sldImg"/>
          </p:nvPr>
        </p:nvSpPr>
        <p:spPr>
          <a:xfrm>
            <a:off x="381000" y="685800"/>
            <a:ext cx="6096000" cy="3429000"/>
          </a:xfrm>
          <a:ln/>
        </p:spPr>
      </p:sp>
      <p:sp>
        <p:nvSpPr>
          <p:cNvPr id="118787" name="Rectangle 3"/>
          <p:cNvSpPr>
            <a:spLocks noGrp="1" noChangeArrowheads="1"/>
          </p:cNvSpPr>
          <p:nvPr>
            <p:ph type="body" idx="1"/>
          </p:nvPr>
        </p:nvSpPr>
        <p:spPr>
          <a:noFill/>
          <a:ln/>
        </p:spPr>
        <p:txBody>
          <a:bodyPr/>
          <a:lstStyle/>
          <a:p>
            <a:endParaRPr lang="en-US" dirty="0">
              <a:latin typeface="Times New Roman" pitchFamily="18" charset="0"/>
            </a:endParaRPr>
          </a:p>
        </p:txBody>
      </p:sp>
    </p:spTree>
    <p:extLst>
      <p:ext uri="{BB962C8B-B14F-4D97-AF65-F5344CB8AC3E}">
        <p14:creationId xmlns:p14="http://schemas.microsoft.com/office/powerpoint/2010/main" val="2308682883"/>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normAutofit/>
          </a:bodyPr>
          <a:lstStyle/>
          <a:p>
            <a:endParaRPr lang="en-US" dirty="0"/>
          </a:p>
        </p:txBody>
      </p:sp>
      <p:sp>
        <p:nvSpPr>
          <p:cNvPr id="4" name="Slide Number Placeholder 3"/>
          <p:cNvSpPr>
            <a:spLocks noGrp="1"/>
          </p:cNvSpPr>
          <p:nvPr>
            <p:ph type="sldNum" sz="quarter" idx="10"/>
          </p:nvPr>
        </p:nvSpPr>
        <p:spPr/>
        <p:txBody>
          <a:bodyPr/>
          <a:lstStyle/>
          <a:p>
            <a:fld id="{C289AA15-A0F0-4F74-A693-2D281E3C9414}" type="slidenum">
              <a:rPr lang="en-US" smtClean="0"/>
              <a:pPr/>
              <a:t>22</a:t>
            </a:fld>
            <a:endParaRPr lang="en-US" dirty="0"/>
          </a:p>
        </p:txBody>
      </p:sp>
    </p:spTree>
    <p:extLst>
      <p:ext uri="{BB962C8B-B14F-4D97-AF65-F5344CB8AC3E}">
        <p14:creationId xmlns:p14="http://schemas.microsoft.com/office/powerpoint/2010/main" val="3844201210"/>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normAutofit/>
          </a:bodyPr>
          <a:lstStyle/>
          <a:p>
            <a:endParaRPr lang="en-US" dirty="0"/>
          </a:p>
        </p:txBody>
      </p:sp>
      <p:sp>
        <p:nvSpPr>
          <p:cNvPr id="4" name="Slide Number Placeholder 3"/>
          <p:cNvSpPr>
            <a:spLocks noGrp="1"/>
          </p:cNvSpPr>
          <p:nvPr>
            <p:ph type="sldNum" sz="quarter" idx="10"/>
          </p:nvPr>
        </p:nvSpPr>
        <p:spPr/>
        <p:txBody>
          <a:bodyPr/>
          <a:lstStyle/>
          <a:p>
            <a:fld id="{C289AA15-A0F0-4F74-A693-2D281E3C9414}" type="slidenum">
              <a:rPr lang="en-US" smtClean="0"/>
              <a:pPr/>
              <a:t>23</a:t>
            </a:fld>
            <a:endParaRPr lang="en-US" dirty="0"/>
          </a:p>
        </p:txBody>
      </p:sp>
    </p:spTree>
    <p:extLst>
      <p:ext uri="{BB962C8B-B14F-4D97-AF65-F5344CB8AC3E}">
        <p14:creationId xmlns:p14="http://schemas.microsoft.com/office/powerpoint/2010/main" val="354095725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4930" name="Rectangle 2"/>
          <p:cNvSpPr>
            <a:spLocks noGrp="1" noRot="1" noChangeAspect="1" noChangeArrowheads="1" noTextEdit="1"/>
          </p:cNvSpPr>
          <p:nvPr>
            <p:ph type="sldImg"/>
          </p:nvPr>
        </p:nvSpPr>
        <p:spPr>
          <a:xfrm>
            <a:off x="381000" y="685800"/>
            <a:ext cx="6096000" cy="3429000"/>
          </a:xfrm>
          <a:ln/>
        </p:spPr>
      </p:sp>
      <p:sp>
        <p:nvSpPr>
          <p:cNvPr id="124931" name="Rectangle 3"/>
          <p:cNvSpPr>
            <a:spLocks noGrp="1" noChangeArrowheads="1"/>
          </p:cNvSpPr>
          <p:nvPr>
            <p:ph type="body" idx="1"/>
          </p:nvPr>
        </p:nvSpPr>
        <p:spPr>
          <a:noFill/>
          <a:ln/>
        </p:spPr>
        <p:txBody>
          <a:bodyPr/>
          <a:lstStyle/>
          <a:p>
            <a:endParaRPr lang="en-US" dirty="0">
              <a:latin typeface="Times New Roman" pitchFamily="18" charset="0"/>
            </a:endParaRPr>
          </a:p>
        </p:txBody>
      </p:sp>
    </p:spTree>
    <p:extLst>
      <p:ext uri="{BB962C8B-B14F-4D97-AF65-F5344CB8AC3E}">
        <p14:creationId xmlns:p14="http://schemas.microsoft.com/office/powerpoint/2010/main" val="122956396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5954" name="Rectangle 2"/>
          <p:cNvSpPr>
            <a:spLocks noGrp="1" noRot="1" noChangeAspect="1" noChangeArrowheads="1" noTextEdit="1"/>
          </p:cNvSpPr>
          <p:nvPr>
            <p:ph type="sldImg"/>
          </p:nvPr>
        </p:nvSpPr>
        <p:spPr>
          <a:xfrm>
            <a:off x="381000" y="685800"/>
            <a:ext cx="6096000" cy="3429000"/>
          </a:xfrm>
          <a:ln/>
        </p:spPr>
      </p:sp>
      <p:sp>
        <p:nvSpPr>
          <p:cNvPr id="125955" name="Rectangle 3"/>
          <p:cNvSpPr>
            <a:spLocks noGrp="1" noChangeArrowheads="1"/>
          </p:cNvSpPr>
          <p:nvPr>
            <p:ph type="body" idx="1"/>
          </p:nvPr>
        </p:nvSpPr>
        <p:spPr>
          <a:noFill/>
          <a:ln/>
        </p:spPr>
        <p:txBody>
          <a:bodyPr/>
          <a:lstStyle/>
          <a:p>
            <a:endParaRPr lang="en-US" dirty="0">
              <a:latin typeface="Times New Roman" pitchFamily="18" charset="0"/>
            </a:endParaRPr>
          </a:p>
        </p:txBody>
      </p:sp>
    </p:spTree>
    <p:extLst>
      <p:ext uri="{BB962C8B-B14F-4D97-AF65-F5344CB8AC3E}">
        <p14:creationId xmlns:p14="http://schemas.microsoft.com/office/powerpoint/2010/main" val="2920257324"/>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6978" name="Rectangle 2"/>
          <p:cNvSpPr>
            <a:spLocks noGrp="1" noRot="1" noChangeAspect="1" noChangeArrowheads="1" noTextEdit="1"/>
          </p:cNvSpPr>
          <p:nvPr>
            <p:ph type="sldImg"/>
          </p:nvPr>
        </p:nvSpPr>
        <p:spPr>
          <a:xfrm>
            <a:off x="381000" y="685800"/>
            <a:ext cx="6096000" cy="3429000"/>
          </a:xfrm>
          <a:ln/>
        </p:spPr>
      </p:sp>
      <p:sp>
        <p:nvSpPr>
          <p:cNvPr id="126979" name="Rectangle 3"/>
          <p:cNvSpPr>
            <a:spLocks noGrp="1" noChangeArrowheads="1"/>
          </p:cNvSpPr>
          <p:nvPr>
            <p:ph type="body" idx="1"/>
          </p:nvPr>
        </p:nvSpPr>
        <p:spPr>
          <a:noFill/>
          <a:ln/>
        </p:spPr>
        <p:txBody>
          <a:bodyPr/>
          <a:lstStyle/>
          <a:p>
            <a:endParaRPr lang="en-US" dirty="0">
              <a:latin typeface="Times New Roman" pitchFamily="18" charset="0"/>
            </a:endParaRPr>
          </a:p>
        </p:txBody>
      </p:sp>
    </p:spTree>
    <p:extLst>
      <p:ext uri="{BB962C8B-B14F-4D97-AF65-F5344CB8AC3E}">
        <p14:creationId xmlns:p14="http://schemas.microsoft.com/office/powerpoint/2010/main" val="3826953675"/>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8002" name="Rectangle 2"/>
          <p:cNvSpPr>
            <a:spLocks noGrp="1" noRot="1" noChangeAspect="1" noChangeArrowheads="1" noTextEdit="1"/>
          </p:cNvSpPr>
          <p:nvPr>
            <p:ph type="sldImg"/>
          </p:nvPr>
        </p:nvSpPr>
        <p:spPr>
          <a:xfrm>
            <a:off x="381000" y="685800"/>
            <a:ext cx="6096000" cy="3429000"/>
          </a:xfrm>
          <a:ln/>
        </p:spPr>
      </p:sp>
      <p:sp>
        <p:nvSpPr>
          <p:cNvPr id="128003" name="Rectangle 3"/>
          <p:cNvSpPr>
            <a:spLocks noGrp="1" noChangeArrowheads="1"/>
          </p:cNvSpPr>
          <p:nvPr>
            <p:ph type="body" idx="1"/>
          </p:nvPr>
        </p:nvSpPr>
        <p:spPr>
          <a:noFill/>
          <a:ln/>
        </p:spPr>
        <p:txBody>
          <a:bodyPr/>
          <a:lstStyle/>
          <a:p>
            <a:endParaRPr lang="en-US" dirty="0">
              <a:latin typeface="Times New Roman" pitchFamily="18" charset="0"/>
            </a:endParaRPr>
          </a:p>
        </p:txBody>
      </p:sp>
    </p:spTree>
    <p:extLst>
      <p:ext uri="{BB962C8B-B14F-4D97-AF65-F5344CB8AC3E}">
        <p14:creationId xmlns:p14="http://schemas.microsoft.com/office/powerpoint/2010/main" val="1382637298"/>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9026" name="Rectangle 2"/>
          <p:cNvSpPr>
            <a:spLocks noGrp="1" noRot="1" noChangeAspect="1" noChangeArrowheads="1" noTextEdit="1"/>
          </p:cNvSpPr>
          <p:nvPr>
            <p:ph type="sldImg"/>
          </p:nvPr>
        </p:nvSpPr>
        <p:spPr>
          <a:xfrm>
            <a:off x="381000" y="685800"/>
            <a:ext cx="6096000" cy="3429000"/>
          </a:xfrm>
          <a:ln/>
        </p:spPr>
      </p:sp>
      <p:sp>
        <p:nvSpPr>
          <p:cNvPr id="129027" name="Rectangle 3"/>
          <p:cNvSpPr>
            <a:spLocks noGrp="1" noChangeArrowheads="1"/>
          </p:cNvSpPr>
          <p:nvPr>
            <p:ph type="body" idx="1"/>
          </p:nvPr>
        </p:nvSpPr>
        <p:spPr>
          <a:noFill/>
          <a:ln/>
        </p:spPr>
        <p:txBody>
          <a:bodyPr/>
          <a:lstStyle/>
          <a:p>
            <a:endParaRPr lang="en-US" dirty="0">
              <a:latin typeface="Times New Roman" pitchFamily="18" charset="0"/>
            </a:endParaRPr>
          </a:p>
        </p:txBody>
      </p:sp>
    </p:spTree>
    <p:extLst>
      <p:ext uri="{BB962C8B-B14F-4D97-AF65-F5344CB8AC3E}">
        <p14:creationId xmlns:p14="http://schemas.microsoft.com/office/powerpoint/2010/main" val="2540560175"/>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0050" name="Rectangle 2"/>
          <p:cNvSpPr>
            <a:spLocks noGrp="1" noRot="1" noChangeAspect="1" noChangeArrowheads="1" noTextEdit="1"/>
          </p:cNvSpPr>
          <p:nvPr>
            <p:ph type="sldImg"/>
          </p:nvPr>
        </p:nvSpPr>
        <p:spPr>
          <a:xfrm>
            <a:off x="381000" y="685800"/>
            <a:ext cx="6096000" cy="3429000"/>
          </a:xfrm>
          <a:ln/>
        </p:spPr>
      </p:sp>
      <p:sp>
        <p:nvSpPr>
          <p:cNvPr id="130051" name="Rectangle 3"/>
          <p:cNvSpPr>
            <a:spLocks noGrp="1" noChangeArrowheads="1"/>
          </p:cNvSpPr>
          <p:nvPr>
            <p:ph type="body" idx="1"/>
          </p:nvPr>
        </p:nvSpPr>
        <p:spPr>
          <a:noFill/>
          <a:ln/>
        </p:spPr>
        <p:txBody>
          <a:bodyPr/>
          <a:lstStyle/>
          <a:p>
            <a:endParaRPr lang="en-US" dirty="0">
              <a:latin typeface="Times New Roman" pitchFamily="18" charset="0"/>
            </a:endParaRPr>
          </a:p>
        </p:txBody>
      </p:sp>
    </p:spTree>
    <p:extLst>
      <p:ext uri="{BB962C8B-B14F-4D97-AF65-F5344CB8AC3E}">
        <p14:creationId xmlns:p14="http://schemas.microsoft.com/office/powerpoint/2010/main" val="3256221750"/>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2098" name="Rectangle 2"/>
          <p:cNvSpPr>
            <a:spLocks noGrp="1" noRot="1" noChangeAspect="1" noChangeArrowheads="1" noTextEdit="1"/>
          </p:cNvSpPr>
          <p:nvPr>
            <p:ph type="sldImg"/>
          </p:nvPr>
        </p:nvSpPr>
        <p:spPr>
          <a:xfrm>
            <a:off x="381000" y="685800"/>
            <a:ext cx="6096000" cy="3429000"/>
          </a:xfrm>
          <a:ln/>
        </p:spPr>
      </p:sp>
      <p:sp>
        <p:nvSpPr>
          <p:cNvPr id="132099" name="Rectangle 3"/>
          <p:cNvSpPr>
            <a:spLocks noGrp="1" noChangeArrowheads="1"/>
          </p:cNvSpPr>
          <p:nvPr>
            <p:ph type="body" idx="1"/>
          </p:nvPr>
        </p:nvSpPr>
        <p:spPr>
          <a:noFill/>
          <a:ln/>
        </p:spPr>
        <p:txBody>
          <a:bodyPr/>
          <a:lstStyle/>
          <a:p>
            <a:endParaRPr lang="en-US" dirty="0">
              <a:latin typeface="Times New Roman" pitchFamily="18" charset="0"/>
            </a:endParaRPr>
          </a:p>
        </p:txBody>
      </p:sp>
    </p:spTree>
    <p:extLst>
      <p:ext uri="{BB962C8B-B14F-4D97-AF65-F5344CB8AC3E}">
        <p14:creationId xmlns:p14="http://schemas.microsoft.com/office/powerpoint/2010/main" val="142410528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4146" name="Rectangle 2"/>
          <p:cNvSpPr>
            <a:spLocks noGrp="1" noRot="1" noChangeAspect="1" noChangeArrowheads="1" noTextEdit="1"/>
          </p:cNvSpPr>
          <p:nvPr>
            <p:ph type="sldImg"/>
          </p:nvPr>
        </p:nvSpPr>
        <p:spPr>
          <a:xfrm>
            <a:off x="381000" y="685800"/>
            <a:ext cx="6096000" cy="3429000"/>
          </a:xfrm>
          <a:ln/>
        </p:spPr>
      </p:sp>
      <p:sp>
        <p:nvSpPr>
          <p:cNvPr id="134147" name="Rectangle 3"/>
          <p:cNvSpPr>
            <a:spLocks noGrp="1" noChangeArrowheads="1"/>
          </p:cNvSpPr>
          <p:nvPr>
            <p:ph type="body" idx="1"/>
          </p:nvPr>
        </p:nvSpPr>
        <p:spPr>
          <a:noFill/>
          <a:ln/>
        </p:spPr>
        <p:txBody>
          <a:bodyPr/>
          <a:lstStyle/>
          <a:p>
            <a:endParaRPr lang="en-US" dirty="0">
              <a:latin typeface="Times New Roman" pitchFamily="18" charset="0"/>
            </a:endParaRPr>
          </a:p>
        </p:txBody>
      </p:sp>
    </p:spTree>
    <p:extLst>
      <p:ext uri="{BB962C8B-B14F-4D97-AF65-F5344CB8AC3E}">
        <p14:creationId xmlns:p14="http://schemas.microsoft.com/office/powerpoint/2010/main" val="402098180"/>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8242" name="Rectangle 2"/>
          <p:cNvSpPr>
            <a:spLocks noGrp="1" noRot="1" noChangeAspect="1" noChangeArrowheads="1" noTextEdit="1"/>
          </p:cNvSpPr>
          <p:nvPr>
            <p:ph type="sldImg"/>
          </p:nvPr>
        </p:nvSpPr>
        <p:spPr>
          <a:xfrm>
            <a:off x="381000" y="685800"/>
            <a:ext cx="6096000" cy="3429000"/>
          </a:xfrm>
          <a:ln/>
        </p:spPr>
      </p:sp>
      <p:sp>
        <p:nvSpPr>
          <p:cNvPr id="138243" name="Rectangle 3"/>
          <p:cNvSpPr>
            <a:spLocks noGrp="1" noChangeArrowheads="1"/>
          </p:cNvSpPr>
          <p:nvPr>
            <p:ph type="body" idx="1"/>
          </p:nvPr>
        </p:nvSpPr>
        <p:spPr>
          <a:noFill/>
          <a:ln/>
        </p:spPr>
        <p:txBody>
          <a:bodyPr/>
          <a:lstStyle/>
          <a:p>
            <a:endParaRPr lang="en-US" dirty="0">
              <a:latin typeface="Times New Roman" pitchFamily="18" charset="0"/>
            </a:endParaRPr>
          </a:p>
        </p:txBody>
      </p:sp>
    </p:spTree>
    <p:extLst>
      <p:ext uri="{BB962C8B-B14F-4D97-AF65-F5344CB8AC3E}">
        <p14:creationId xmlns:p14="http://schemas.microsoft.com/office/powerpoint/2010/main" val="295914347"/>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normAutofit/>
          </a:bodyPr>
          <a:lstStyle/>
          <a:p>
            <a:endParaRPr lang="en-US" dirty="0"/>
          </a:p>
        </p:txBody>
      </p:sp>
      <p:sp>
        <p:nvSpPr>
          <p:cNvPr id="4" name="Slide Number Placeholder 3"/>
          <p:cNvSpPr>
            <a:spLocks noGrp="1"/>
          </p:cNvSpPr>
          <p:nvPr>
            <p:ph type="sldNum" sz="quarter" idx="10"/>
          </p:nvPr>
        </p:nvSpPr>
        <p:spPr/>
        <p:txBody>
          <a:bodyPr/>
          <a:lstStyle/>
          <a:p>
            <a:fld id="{C289AA15-A0F0-4F74-A693-2D281E3C9414}" type="slidenum">
              <a:rPr lang="en-US" smtClean="0"/>
              <a:pPr/>
              <a:t>36</a:t>
            </a:fld>
            <a:endParaRPr lang="en-US" dirty="0"/>
          </a:p>
        </p:txBody>
      </p:sp>
    </p:spTree>
    <p:extLst>
      <p:ext uri="{BB962C8B-B14F-4D97-AF65-F5344CB8AC3E}">
        <p14:creationId xmlns:p14="http://schemas.microsoft.com/office/powerpoint/2010/main" val="3993911452"/>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normAutofit/>
          </a:bodyPr>
          <a:lstStyle/>
          <a:p>
            <a:endParaRPr lang="en-US" dirty="0"/>
          </a:p>
        </p:txBody>
      </p:sp>
      <p:sp>
        <p:nvSpPr>
          <p:cNvPr id="4" name="Slide Number Placeholder 3"/>
          <p:cNvSpPr>
            <a:spLocks noGrp="1"/>
          </p:cNvSpPr>
          <p:nvPr>
            <p:ph type="sldNum" sz="quarter" idx="10"/>
          </p:nvPr>
        </p:nvSpPr>
        <p:spPr/>
        <p:txBody>
          <a:bodyPr/>
          <a:lstStyle/>
          <a:p>
            <a:fld id="{C289AA15-A0F0-4F74-A693-2D281E3C9414}" type="slidenum">
              <a:rPr lang="en-US" smtClean="0"/>
              <a:pPr/>
              <a:t>37</a:t>
            </a:fld>
            <a:endParaRPr lang="en-US" dirty="0"/>
          </a:p>
        </p:txBody>
      </p:sp>
    </p:spTree>
    <p:extLst>
      <p:ext uri="{BB962C8B-B14F-4D97-AF65-F5344CB8AC3E}">
        <p14:creationId xmlns:p14="http://schemas.microsoft.com/office/powerpoint/2010/main" val="1532461444"/>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1314" name="Rectangle 2"/>
          <p:cNvSpPr>
            <a:spLocks noGrp="1" noRot="1" noChangeAspect="1" noChangeArrowheads="1" noTextEdit="1"/>
          </p:cNvSpPr>
          <p:nvPr>
            <p:ph type="sldImg"/>
          </p:nvPr>
        </p:nvSpPr>
        <p:spPr>
          <a:xfrm>
            <a:off x="381000" y="685800"/>
            <a:ext cx="6096000" cy="3429000"/>
          </a:xfrm>
          <a:ln/>
        </p:spPr>
      </p:sp>
      <p:sp>
        <p:nvSpPr>
          <p:cNvPr id="141315" name="Rectangle 3"/>
          <p:cNvSpPr>
            <a:spLocks noGrp="1" noChangeArrowheads="1"/>
          </p:cNvSpPr>
          <p:nvPr>
            <p:ph type="body" idx="1"/>
          </p:nvPr>
        </p:nvSpPr>
        <p:spPr>
          <a:noFill/>
          <a:ln/>
        </p:spPr>
        <p:txBody>
          <a:bodyPr/>
          <a:lstStyle/>
          <a:p>
            <a:endParaRPr lang="en-US" dirty="0">
              <a:latin typeface="Times New Roman" pitchFamily="18" charset="0"/>
            </a:endParaRPr>
          </a:p>
        </p:txBody>
      </p:sp>
    </p:spTree>
    <p:extLst>
      <p:ext uri="{BB962C8B-B14F-4D97-AF65-F5344CB8AC3E}">
        <p14:creationId xmlns:p14="http://schemas.microsoft.com/office/powerpoint/2010/main" val="2062270033"/>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6434" name="Rectangle 2"/>
          <p:cNvSpPr>
            <a:spLocks noGrp="1" noRot="1" noChangeAspect="1" noChangeArrowheads="1" noTextEdit="1"/>
          </p:cNvSpPr>
          <p:nvPr>
            <p:ph type="sldImg"/>
          </p:nvPr>
        </p:nvSpPr>
        <p:spPr>
          <a:xfrm>
            <a:off x="381000" y="685800"/>
            <a:ext cx="6096000" cy="3429000"/>
          </a:xfrm>
          <a:ln/>
        </p:spPr>
      </p:sp>
      <p:sp>
        <p:nvSpPr>
          <p:cNvPr id="146435" name="Rectangle 3"/>
          <p:cNvSpPr>
            <a:spLocks noGrp="1" noChangeArrowheads="1"/>
          </p:cNvSpPr>
          <p:nvPr>
            <p:ph type="body" idx="1"/>
          </p:nvPr>
        </p:nvSpPr>
        <p:spPr>
          <a:noFill/>
          <a:ln/>
        </p:spPr>
        <p:txBody>
          <a:bodyPr/>
          <a:lstStyle/>
          <a:p>
            <a:endParaRPr lang="en-US" dirty="0">
              <a:latin typeface="Times New Roman" pitchFamily="18" charset="0"/>
            </a:endParaRPr>
          </a:p>
        </p:txBody>
      </p:sp>
    </p:spTree>
    <p:extLst>
      <p:ext uri="{BB962C8B-B14F-4D97-AF65-F5344CB8AC3E}">
        <p14:creationId xmlns:p14="http://schemas.microsoft.com/office/powerpoint/2010/main" val="2171579010"/>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7458" name="Rectangle 2"/>
          <p:cNvSpPr>
            <a:spLocks noGrp="1" noRot="1" noChangeAspect="1" noChangeArrowheads="1" noTextEdit="1"/>
          </p:cNvSpPr>
          <p:nvPr>
            <p:ph type="sldImg"/>
          </p:nvPr>
        </p:nvSpPr>
        <p:spPr>
          <a:xfrm>
            <a:off x="381000" y="685800"/>
            <a:ext cx="6096000" cy="3429000"/>
          </a:xfrm>
          <a:ln/>
        </p:spPr>
      </p:sp>
      <p:sp>
        <p:nvSpPr>
          <p:cNvPr id="147459" name="Rectangle 3"/>
          <p:cNvSpPr>
            <a:spLocks noGrp="1" noChangeArrowheads="1"/>
          </p:cNvSpPr>
          <p:nvPr>
            <p:ph type="body" idx="1"/>
          </p:nvPr>
        </p:nvSpPr>
        <p:spPr>
          <a:noFill/>
          <a:ln/>
        </p:spPr>
        <p:txBody>
          <a:bodyPr/>
          <a:lstStyle/>
          <a:p>
            <a:endParaRPr lang="en-US" dirty="0">
              <a:latin typeface="Times New Roman" pitchFamily="18" charset="0"/>
            </a:endParaRPr>
          </a:p>
        </p:txBody>
      </p:sp>
    </p:spTree>
    <p:extLst>
      <p:ext uri="{BB962C8B-B14F-4D97-AF65-F5344CB8AC3E}">
        <p14:creationId xmlns:p14="http://schemas.microsoft.com/office/powerpoint/2010/main" val="98373639"/>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8482" name="Rectangle 2"/>
          <p:cNvSpPr>
            <a:spLocks noGrp="1" noRot="1" noChangeAspect="1" noChangeArrowheads="1" noTextEdit="1"/>
          </p:cNvSpPr>
          <p:nvPr>
            <p:ph type="sldImg"/>
          </p:nvPr>
        </p:nvSpPr>
        <p:spPr>
          <a:xfrm>
            <a:off x="381000" y="685800"/>
            <a:ext cx="6096000" cy="3429000"/>
          </a:xfrm>
          <a:ln/>
        </p:spPr>
      </p:sp>
      <p:sp>
        <p:nvSpPr>
          <p:cNvPr id="148483" name="Rectangle 3"/>
          <p:cNvSpPr>
            <a:spLocks noGrp="1" noChangeArrowheads="1"/>
          </p:cNvSpPr>
          <p:nvPr>
            <p:ph type="body" idx="1"/>
          </p:nvPr>
        </p:nvSpPr>
        <p:spPr>
          <a:noFill/>
          <a:ln/>
        </p:spPr>
        <p:txBody>
          <a:bodyPr/>
          <a:lstStyle/>
          <a:p>
            <a:endParaRPr lang="en-US" dirty="0">
              <a:latin typeface="Times New Roman" pitchFamily="18" charset="0"/>
            </a:endParaRPr>
          </a:p>
        </p:txBody>
      </p:sp>
    </p:spTree>
    <p:extLst>
      <p:ext uri="{BB962C8B-B14F-4D97-AF65-F5344CB8AC3E}">
        <p14:creationId xmlns:p14="http://schemas.microsoft.com/office/powerpoint/2010/main" val="2148830832"/>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9506" name="Rectangle 2"/>
          <p:cNvSpPr>
            <a:spLocks noGrp="1" noRot="1" noChangeAspect="1" noChangeArrowheads="1" noTextEdit="1"/>
          </p:cNvSpPr>
          <p:nvPr>
            <p:ph type="sldImg"/>
          </p:nvPr>
        </p:nvSpPr>
        <p:spPr>
          <a:xfrm>
            <a:off x="381000" y="685800"/>
            <a:ext cx="6096000" cy="3429000"/>
          </a:xfrm>
          <a:ln/>
        </p:spPr>
      </p:sp>
      <p:sp>
        <p:nvSpPr>
          <p:cNvPr id="149507" name="Rectangle 3"/>
          <p:cNvSpPr>
            <a:spLocks noGrp="1" noChangeArrowheads="1"/>
          </p:cNvSpPr>
          <p:nvPr>
            <p:ph type="body" idx="1"/>
          </p:nvPr>
        </p:nvSpPr>
        <p:spPr>
          <a:noFill/>
          <a:ln/>
        </p:spPr>
        <p:txBody>
          <a:bodyPr/>
          <a:lstStyle/>
          <a:p>
            <a:endParaRPr lang="en-US" dirty="0">
              <a:latin typeface="Times New Roman" pitchFamily="18" charset="0"/>
            </a:endParaRPr>
          </a:p>
        </p:txBody>
      </p:sp>
    </p:spTree>
    <p:extLst>
      <p:ext uri="{BB962C8B-B14F-4D97-AF65-F5344CB8AC3E}">
        <p14:creationId xmlns:p14="http://schemas.microsoft.com/office/powerpoint/2010/main" val="4237237165"/>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0530" name="Rectangle 2"/>
          <p:cNvSpPr>
            <a:spLocks noGrp="1" noRot="1" noChangeAspect="1" noChangeArrowheads="1" noTextEdit="1"/>
          </p:cNvSpPr>
          <p:nvPr>
            <p:ph type="sldImg"/>
          </p:nvPr>
        </p:nvSpPr>
        <p:spPr>
          <a:xfrm>
            <a:off x="381000" y="685800"/>
            <a:ext cx="6096000" cy="3429000"/>
          </a:xfrm>
          <a:ln/>
        </p:spPr>
      </p:sp>
      <p:sp>
        <p:nvSpPr>
          <p:cNvPr id="150531" name="Rectangle 3"/>
          <p:cNvSpPr>
            <a:spLocks noGrp="1" noChangeArrowheads="1"/>
          </p:cNvSpPr>
          <p:nvPr>
            <p:ph type="body" idx="1"/>
          </p:nvPr>
        </p:nvSpPr>
        <p:spPr>
          <a:noFill/>
          <a:ln/>
        </p:spPr>
        <p:txBody>
          <a:bodyPr/>
          <a:lstStyle/>
          <a:p>
            <a:endParaRPr lang="en-US" dirty="0">
              <a:latin typeface="Times New Roman" pitchFamily="18" charset="0"/>
            </a:endParaRPr>
          </a:p>
        </p:txBody>
      </p:sp>
    </p:spTree>
    <p:extLst>
      <p:ext uri="{BB962C8B-B14F-4D97-AF65-F5344CB8AC3E}">
        <p14:creationId xmlns:p14="http://schemas.microsoft.com/office/powerpoint/2010/main" val="1788417968"/>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1554" name="Rectangle 2"/>
          <p:cNvSpPr>
            <a:spLocks noGrp="1" noRot="1" noChangeAspect="1" noChangeArrowheads="1" noTextEdit="1"/>
          </p:cNvSpPr>
          <p:nvPr>
            <p:ph type="sldImg"/>
          </p:nvPr>
        </p:nvSpPr>
        <p:spPr>
          <a:xfrm>
            <a:off x="381000" y="685800"/>
            <a:ext cx="6096000" cy="3429000"/>
          </a:xfrm>
          <a:ln/>
        </p:spPr>
      </p:sp>
      <p:sp>
        <p:nvSpPr>
          <p:cNvPr id="151555" name="Rectangle 3"/>
          <p:cNvSpPr>
            <a:spLocks noGrp="1" noChangeArrowheads="1"/>
          </p:cNvSpPr>
          <p:nvPr>
            <p:ph type="body" idx="1"/>
          </p:nvPr>
        </p:nvSpPr>
        <p:spPr>
          <a:noFill/>
          <a:ln/>
        </p:spPr>
        <p:txBody>
          <a:bodyPr/>
          <a:lstStyle/>
          <a:p>
            <a:endParaRPr lang="en-US" dirty="0">
              <a:latin typeface="Times New Roman" pitchFamily="18" charset="0"/>
            </a:endParaRPr>
          </a:p>
        </p:txBody>
      </p:sp>
    </p:spTree>
    <p:extLst>
      <p:ext uri="{BB962C8B-B14F-4D97-AF65-F5344CB8AC3E}">
        <p14:creationId xmlns:p14="http://schemas.microsoft.com/office/powerpoint/2010/main" val="1103349540"/>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2578" name="Rectangle 2"/>
          <p:cNvSpPr>
            <a:spLocks noGrp="1" noRot="1" noChangeAspect="1" noChangeArrowheads="1" noTextEdit="1"/>
          </p:cNvSpPr>
          <p:nvPr>
            <p:ph type="sldImg"/>
          </p:nvPr>
        </p:nvSpPr>
        <p:spPr>
          <a:xfrm>
            <a:off x="381000" y="685800"/>
            <a:ext cx="6096000" cy="3429000"/>
          </a:xfrm>
          <a:ln/>
        </p:spPr>
      </p:sp>
      <p:sp>
        <p:nvSpPr>
          <p:cNvPr id="152579" name="Rectangle 3"/>
          <p:cNvSpPr>
            <a:spLocks noGrp="1" noChangeArrowheads="1"/>
          </p:cNvSpPr>
          <p:nvPr>
            <p:ph type="body" idx="1"/>
          </p:nvPr>
        </p:nvSpPr>
        <p:spPr>
          <a:noFill/>
          <a:ln/>
        </p:spPr>
        <p:txBody>
          <a:bodyPr/>
          <a:lstStyle/>
          <a:p>
            <a:endParaRPr lang="en-US" dirty="0">
              <a:latin typeface="Times New Roman" pitchFamily="18" charset="0"/>
            </a:endParaRPr>
          </a:p>
        </p:txBody>
      </p:sp>
    </p:spTree>
    <p:extLst>
      <p:ext uri="{BB962C8B-B14F-4D97-AF65-F5344CB8AC3E}">
        <p14:creationId xmlns:p14="http://schemas.microsoft.com/office/powerpoint/2010/main" val="2290158559"/>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02" name="Rectangle 2"/>
          <p:cNvSpPr>
            <a:spLocks noGrp="1" noRot="1" noChangeAspect="1" noChangeArrowheads="1" noTextEdit="1"/>
          </p:cNvSpPr>
          <p:nvPr>
            <p:ph type="sldImg"/>
          </p:nvPr>
        </p:nvSpPr>
        <p:spPr>
          <a:xfrm>
            <a:off x="381000" y="685800"/>
            <a:ext cx="6096000" cy="3429000"/>
          </a:xfrm>
          <a:ln/>
        </p:spPr>
      </p:sp>
      <p:sp>
        <p:nvSpPr>
          <p:cNvPr id="153603" name="Rectangle 3"/>
          <p:cNvSpPr>
            <a:spLocks noGrp="1" noChangeArrowheads="1"/>
          </p:cNvSpPr>
          <p:nvPr>
            <p:ph type="body" idx="1"/>
          </p:nvPr>
        </p:nvSpPr>
        <p:spPr>
          <a:noFill/>
          <a:ln/>
        </p:spPr>
        <p:txBody>
          <a:bodyPr/>
          <a:lstStyle/>
          <a:p>
            <a:endParaRPr lang="en-US" dirty="0">
              <a:latin typeface="Times New Roman" pitchFamily="18" charset="0"/>
            </a:endParaRPr>
          </a:p>
        </p:txBody>
      </p:sp>
    </p:spTree>
    <p:extLst>
      <p:ext uri="{BB962C8B-B14F-4D97-AF65-F5344CB8AC3E}">
        <p14:creationId xmlns:p14="http://schemas.microsoft.com/office/powerpoint/2010/main" val="1303875515"/>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4.png"/><Relationship Id="rId1" Type="http://schemas.openxmlformats.org/officeDocument/2006/relationships/slideMaster" Target="../slideMasters/slideMaster3.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7.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4.png"/><Relationship Id="rId1" Type="http://schemas.openxmlformats.org/officeDocument/2006/relationships/slideMaster" Target="../slideMasters/slideMaster3.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4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4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42.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4.png"/><Relationship Id="rId1" Type="http://schemas.openxmlformats.org/officeDocument/2006/relationships/slideMaster" Target="../slideMasters/slideMaster4.xml"/></Relationships>
</file>

<file path=ppt/slideLayouts/_rels/slideLayout43.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4.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5.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6.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4.png"/><Relationship Id="rId1" Type="http://schemas.openxmlformats.org/officeDocument/2006/relationships/slideMaster" Target="../slideMasters/slideMaster4.xml"/></Relationships>
</file>

<file path=ppt/slideLayouts/_rels/slideLayout47.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8.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9.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50.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51.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52.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53.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54.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55.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56.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57.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58.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59.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60.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61.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62.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6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4.png"/><Relationship Id="rId1" Type="http://schemas.openxmlformats.org/officeDocument/2006/relationships/slideMaster" Target="../slideMasters/slideMaster4.xml"/></Relationships>
</file>

<file path=ppt/slideLayouts/_rels/slideLayout64.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65.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66.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914400" y="2130428"/>
            <a:ext cx="10363200" cy="1470025"/>
          </a:xfrm>
        </p:spPr>
        <p:txBody>
          <a:bodyPr/>
          <a:lstStyle/>
          <a:p>
            <a:r>
              <a:rPr lang="en-US"/>
              <a:t>Click to edit Master title style</a:t>
            </a:r>
          </a:p>
        </p:txBody>
      </p:sp>
      <p:sp>
        <p:nvSpPr>
          <p:cNvPr id="3" name="Subtitle 2"/>
          <p:cNvSpPr>
            <a:spLocks noGrp="1"/>
          </p:cNvSpPr>
          <p:nvPr>
            <p:ph type="subTitle" idx="1"/>
          </p:nvPr>
        </p:nvSpPr>
        <p:spPr>
          <a:xfrm>
            <a:off x="1828800" y="3886200"/>
            <a:ext cx="85344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60D336FE-50F2-43B1-8E29-DA1489046407}" type="datetimeFigureOut">
              <a:rPr lang="en-US" smtClean="0"/>
              <a:pPr/>
              <a:t>12/4/2024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5088FE4E-7896-42C2-A565-469234630387}"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60D336FE-50F2-43B1-8E29-DA1489046407}" type="datetimeFigureOut">
              <a:rPr lang="en-US" smtClean="0"/>
              <a:pPr/>
              <a:t>12/4/2024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5088FE4E-7896-42C2-A565-469234630387}"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963084" y="4406903"/>
            <a:ext cx="103632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963084" y="2906713"/>
            <a:ext cx="103632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60D336FE-50F2-43B1-8E29-DA1489046407}" type="datetimeFigureOut">
              <a:rPr lang="en-US" smtClean="0"/>
              <a:pPr/>
              <a:t>12/4/2024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5088FE4E-7896-42C2-A565-469234630387}"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609600" y="1600203"/>
            <a:ext cx="53848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6197600" y="1600203"/>
            <a:ext cx="53848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60D336FE-50F2-43B1-8E29-DA1489046407}" type="datetimeFigureOut">
              <a:rPr lang="en-US" smtClean="0"/>
              <a:pPr/>
              <a:t>12/4/2024</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5088FE4E-7896-42C2-A565-469234630387}"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609600" y="1535113"/>
            <a:ext cx="5386917"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609600" y="2174875"/>
            <a:ext cx="5386917"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6193369" y="1535113"/>
            <a:ext cx="5389033"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193369" y="2174875"/>
            <a:ext cx="5389033"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60D336FE-50F2-43B1-8E29-DA1489046407}" type="datetimeFigureOut">
              <a:rPr lang="en-US" smtClean="0"/>
              <a:pPr/>
              <a:t>12/4/2024</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5088FE4E-7896-42C2-A565-469234630387}"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60D336FE-50F2-43B1-8E29-DA1489046407}" type="datetimeFigureOut">
              <a:rPr lang="en-US" smtClean="0"/>
              <a:pPr/>
              <a:t>12/4/2024</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5088FE4E-7896-42C2-A565-469234630387}"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60D336FE-50F2-43B1-8E29-DA1489046407}" type="datetimeFigureOut">
              <a:rPr lang="en-US" smtClean="0"/>
              <a:pPr/>
              <a:t>12/4/2024</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5088FE4E-7896-42C2-A565-469234630387}"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09602" y="273050"/>
            <a:ext cx="4011084"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4766733" y="273053"/>
            <a:ext cx="6815667"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609602" y="1435103"/>
            <a:ext cx="4011084"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60D336FE-50F2-43B1-8E29-DA1489046407}" type="datetimeFigureOut">
              <a:rPr lang="en-US" smtClean="0"/>
              <a:pPr/>
              <a:t>12/4/2024</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5088FE4E-7896-42C2-A565-469234630387}"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2389717" y="4800600"/>
            <a:ext cx="73152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2389717" y="612775"/>
            <a:ext cx="73152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2389717" y="5367338"/>
            <a:ext cx="73152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60D336FE-50F2-43B1-8E29-DA1489046407}" type="datetimeFigureOut">
              <a:rPr lang="en-US" smtClean="0"/>
              <a:pPr/>
              <a:t>12/4/2024</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5088FE4E-7896-42C2-A565-469234630387}"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60D336FE-50F2-43B1-8E29-DA1489046407}" type="datetimeFigureOut">
              <a:rPr lang="en-US" smtClean="0"/>
              <a:pPr/>
              <a:t>12/4/2024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5088FE4E-7896-42C2-A565-469234630387}"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839200" y="274641"/>
            <a:ext cx="27432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609600" y="274641"/>
            <a:ext cx="80264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60D336FE-50F2-43B1-8E29-DA1489046407}" type="datetimeFigureOut">
              <a:rPr lang="en-US" smtClean="0"/>
              <a:pPr/>
              <a:t>12/4/2024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5088FE4E-7896-42C2-A565-469234630387}" type="slidenum">
              <a:rPr lang="en-US" smtClean="0"/>
              <a:pPr/>
              <a:t>‹#›</a:t>
            </a:fld>
            <a:endParaRPr lang="en-US"/>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914400" y="2130428"/>
            <a:ext cx="10363200" cy="1470025"/>
          </a:xfrm>
        </p:spPr>
        <p:txBody>
          <a:bodyPr/>
          <a:lstStyle/>
          <a:p>
            <a:r>
              <a:rPr lang="en-US"/>
              <a:t>Click to edit Master title style</a:t>
            </a:r>
          </a:p>
        </p:txBody>
      </p:sp>
      <p:sp>
        <p:nvSpPr>
          <p:cNvPr id="3" name="Subtitle 2"/>
          <p:cNvSpPr>
            <a:spLocks noGrp="1"/>
          </p:cNvSpPr>
          <p:nvPr>
            <p:ph type="subTitle" idx="1"/>
          </p:nvPr>
        </p:nvSpPr>
        <p:spPr>
          <a:xfrm>
            <a:off x="1828800" y="3886200"/>
            <a:ext cx="85344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620B94EA-E0FC-45F7-8A06-3CE9694ED2AD}" type="datetimeFigureOut">
              <a:rPr lang="en-US" smtClean="0"/>
              <a:pPr/>
              <a:t>12/4/2024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0E4ECC14-25A4-4E96-A863-D89966B2F4B2}" type="slidenum">
              <a:rPr lang="en-US" smtClean="0"/>
              <a:pPr/>
              <a:t>‹#›</a:t>
            </a:fld>
            <a:endParaRPr lang="en-US"/>
          </a:p>
        </p:txBody>
      </p:sp>
    </p:spTree>
    <p:extLst>
      <p:ext uri="{BB962C8B-B14F-4D97-AF65-F5344CB8AC3E}">
        <p14:creationId xmlns:p14="http://schemas.microsoft.com/office/powerpoint/2010/main" val="26348583"/>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620B94EA-E0FC-45F7-8A06-3CE9694ED2AD}" type="datetimeFigureOut">
              <a:rPr lang="en-US" smtClean="0"/>
              <a:pPr/>
              <a:t>12/4/2024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0E4ECC14-25A4-4E96-A863-D89966B2F4B2}" type="slidenum">
              <a:rPr lang="en-US" smtClean="0"/>
              <a:pPr/>
              <a:t>‹#›</a:t>
            </a:fld>
            <a:endParaRPr lang="en-US"/>
          </a:p>
        </p:txBody>
      </p:sp>
    </p:spTree>
    <p:extLst>
      <p:ext uri="{BB962C8B-B14F-4D97-AF65-F5344CB8AC3E}">
        <p14:creationId xmlns:p14="http://schemas.microsoft.com/office/powerpoint/2010/main" val="1223389793"/>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963084" y="4406903"/>
            <a:ext cx="103632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963084" y="2906713"/>
            <a:ext cx="103632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60D336FE-50F2-43B1-8E29-DA1489046407}" type="datetimeFigureOut">
              <a:rPr lang="en-US" smtClean="0"/>
              <a:pPr/>
              <a:t>12/4/2024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5088FE4E-7896-42C2-A565-469234630387}" type="slidenum">
              <a:rPr lang="en-US" smtClean="0"/>
              <a:pPr/>
              <a:t>‹#›</a:t>
            </a:fld>
            <a:endParaRPr lang="en-US"/>
          </a:p>
        </p:txBody>
      </p:sp>
    </p:spTree>
    <p:extLst>
      <p:ext uri="{BB962C8B-B14F-4D97-AF65-F5344CB8AC3E}">
        <p14:creationId xmlns:p14="http://schemas.microsoft.com/office/powerpoint/2010/main" val="3525668587"/>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609600" y="1600203"/>
            <a:ext cx="53848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6197600" y="1600203"/>
            <a:ext cx="53848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60D336FE-50F2-43B1-8E29-DA1489046407}" type="datetimeFigureOut">
              <a:rPr lang="en-US" smtClean="0"/>
              <a:pPr/>
              <a:t>12/4/2024</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5088FE4E-7896-42C2-A565-469234630387}" type="slidenum">
              <a:rPr lang="en-US" smtClean="0"/>
              <a:pPr/>
              <a:t>‹#›</a:t>
            </a:fld>
            <a:endParaRPr lang="en-US"/>
          </a:p>
        </p:txBody>
      </p:sp>
    </p:spTree>
    <p:extLst>
      <p:ext uri="{BB962C8B-B14F-4D97-AF65-F5344CB8AC3E}">
        <p14:creationId xmlns:p14="http://schemas.microsoft.com/office/powerpoint/2010/main" val="1231537916"/>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609600" y="1535113"/>
            <a:ext cx="5386917"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609600" y="2174875"/>
            <a:ext cx="5386917"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6193369" y="1535113"/>
            <a:ext cx="5389033"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193369" y="2174875"/>
            <a:ext cx="5389033"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60D336FE-50F2-43B1-8E29-DA1489046407}" type="datetimeFigureOut">
              <a:rPr lang="en-US" smtClean="0"/>
              <a:pPr/>
              <a:t>12/4/2024</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5088FE4E-7896-42C2-A565-469234630387}" type="slidenum">
              <a:rPr lang="en-US" smtClean="0"/>
              <a:pPr/>
              <a:t>‹#›</a:t>
            </a:fld>
            <a:endParaRPr lang="en-US"/>
          </a:p>
        </p:txBody>
      </p:sp>
    </p:spTree>
    <p:extLst>
      <p:ext uri="{BB962C8B-B14F-4D97-AF65-F5344CB8AC3E}">
        <p14:creationId xmlns:p14="http://schemas.microsoft.com/office/powerpoint/2010/main" val="2079879140"/>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620B94EA-E0FC-45F7-8A06-3CE9694ED2AD}" type="datetimeFigureOut">
              <a:rPr lang="en-US" smtClean="0"/>
              <a:pPr/>
              <a:t>12/4/2024</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0E4ECC14-25A4-4E96-A863-D89966B2F4B2}" type="slidenum">
              <a:rPr lang="en-US" smtClean="0"/>
              <a:pPr/>
              <a:t>‹#›</a:t>
            </a:fld>
            <a:endParaRPr lang="en-US"/>
          </a:p>
        </p:txBody>
      </p:sp>
    </p:spTree>
    <p:extLst>
      <p:ext uri="{BB962C8B-B14F-4D97-AF65-F5344CB8AC3E}">
        <p14:creationId xmlns:p14="http://schemas.microsoft.com/office/powerpoint/2010/main" val="3463911702"/>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620B94EA-E0FC-45F7-8A06-3CE9694ED2AD}" type="datetimeFigureOut">
              <a:rPr lang="en-US" smtClean="0"/>
              <a:pPr/>
              <a:t>12/4/2024</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0E4ECC14-25A4-4E96-A863-D89966B2F4B2}" type="slidenum">
              <a:rPr lang="en-US" smtClean="0"/>
              <a:pPr/>
              <a:t>‹#›</a:t>
            </a:fld>
            <a:endParaRPr lang="en-US"/>
          </a:p>
        </p:txBody>
      </p:sp>
    </p:spTree>
    <p:extLst>
      <p:ext uri="{BB962C8B-B14F-4D97-AF65-F5344CB8AC3E}">
        <p14:creationId xmlns:p14="http://schemas.microsoft.com/office/powerpoint/2010/main" val="393323487"/>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09602" y="273050"/>
            <a:ext cx="4011084"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4766733" y="273053"/>
            <a:ext cx="6815667"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609602" y="1435103"/>
            <a:ext cx="4011084"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60D336FE-50F2-43B1-8E29-DA1489046407}" type="datetimeFigureOut">
              <a:rPr lang="en-US" smtClean="0"/>
              <a:pPr/>
              <a:t>12/4/2024</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5088FE4E-7896-42C2-A565-469234630387}" type="slidenum">
              <a:rPr lang="en-US" smtClean="0"/>
              <a:pPr/>
              <a:t>‹#›</a:t>
            </a:fld>
            <a:endParaRPr lang="en-US"/>
          </a:p>
        </p:txBody>
      </p:sp>
    </p:spTree>
    <p:extLst>
      <p:ext uri="{BB962C8B-B14F-4D97-AF65-F5344CB8AC3E}">
        <p14:creationId xmlns:p14="http://schemas.microsoft.com/office/powerpoint/2010/main" val="3006051243"/>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2389717" y="4800600"/>
            <a:ext cx="73152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2389717" y="612775"/>
            <a:ext cx="73152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p>
        </p:txBody>
      </p:sp>
      <p:sp>
        <p:nvSpPr>
          <p:cNvPr id="4" name="Text Placeholder 3"/>
          <p:cNvSpPr>
            <a:spLocks noGrp="1"/>
          </p:cNvSpPr>
          <p:nvPr>
            <p:ph type="body" sz="half" idx="2"/>
          </p:nvPr>
        </p:nvSpPr>
        <p:spPr>
          <a:xfrm>
            <a:off x="2389717" y="5367338"/>
            <a:ext cx="73152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60D336FE-50F2-43B1-8E29-DA1489046407}" type="datetimeFigureOut">
              <a:rPr lang="en-US" smtClean="0"/>
              <a:pPr/>
              <a:t>12/4/2024</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5088FE4E-7896-42C2-A565-469234630387}" type="slidenum">
              <a:rPr lang="en-US" smtClean="0"/>
              <a:pPr/>
              <a:t>‹#›</a:t>
            </a:fld>
            <a:endParaRPr lang="en-US"/>
          </a:p>
        </p:txBody>
      </p:sp>
    </p:spTree>
    <p:extLst>
      <p:ext uri="{BB962C8B-B14F-4D97-AF65-F5344CB8AC3E}">
        <p14:creationId xmlns:p14="http://schemas.microsoft.com/office/powerpoint/2010/main" val="42213727"/>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60D336FE-50F2-43B1-8E29-DA1489046407}" type="datetimeFigureOut">
              <a:rPr lang="en-US" smtClean="0"/>
              <a:pPr/>
              <a:t>12/4/2024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5088FE4E-7896-42C2-A565-469234630387}" type="slidenum">
              <a:rPr lang="en-US" smtClean="0"/>
              <a:pPr/>
              <a:t>‹#›</a:t>
            </a:fld>
            <a:endParaRPr lang="en-US"/>
          </a:p>
        </p:txBody>
      </p:sp>
    </p:spTree>
    <p:extLst>
      <p:ext uri="{BB962C8B-B14F-4D97-AF65-F5344CB8AC3E}">
        <p14:creationId xmlns:p14="http://schemas.microsoft.com/office/powerpoint/2010/main" val="2567334346"/>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839200" y="274641"/>
            <a:ext cx="27432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609600" y="274641"/>
            <a:ext cx="80264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60D336FE-50F2-43B1-8E29-DA1489046407}" type="datetimeFigureOut">
              <a:rPr lang="en-US" smtClean="0"/>
              <a:pPr/>
              <a:t>12/4/2024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5088FE4E-7896-42C2-A565-469234630387}" type="slidenum">
              <a:rPr lang="en-US" smtClean="0"/>
              <a:pPr/>
              <a:t>‹#›</a:t>
            </a:fld>
            <a:endParaRPr lang="en-US"/>
          </a:p>
        </p:txBody>
      </p:sp>
    </p:spTree>
    <p:extLst>
      <p:ext uri="{BB962C8B-B14F-4D97-AF65-F5344CB8AC3E}">
        <p14:creationId xmlns:p14="http://schemas.microsoft.com/office/powerpoint/2010/main" val="668638877"/>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matchingName="Title (First Slide)" preserve="1">
  <p:cSld name="Title (First Slide)">
    <p:spTree>
      <p:nvGrpSpPr>
        <p:cNvPr id="1" name="Shape 15"/>
        <p:cNvGrpSpPr/>
        <p:nvPr/>
      </p:nvGrpSpPr>
      <p:grpSpPr>
        <a:xfrm>
          <a:off x="0" y="0"/>
          <a:ext cx="0" cy="0"/>
          <a:chOff x="0" y="0"/>
          <a:chExt cx="0" cy="0"/>
        </a:xfrm>
      </p:grpSpPr>
      <p:pic>
        <p:nvPicPr>
          <p:cNvPr id="16" name="Google Shape;16;p48"/>
          <p:cNvPicPr preferRelativeResize="0"/>
          <p:nvPr/>
        </p:nvPicPr>
        <p:blipFill rotWithShape="1">
          <a:blip r:embed="rId2">
            <a:alphaModFix/>
          </a:blip>
          <a:srcRect/>
          <a:stretch/>
        </p:blipFill>
        <p:spPr>
          <a:xfrm>
            <a:off x="0" y="0"/>
            <a:ext cx="12192000" cy="6858000"/>
          </a:xfrm>
          <a:prstGeom prst="rect">
            <a:avLst/>
          </a:prstGeom>
          <a:noFill/>
          <a:ln>
            <a:noFill/>
          </a:ln>
        </p:spPr>
      </p:pic>
      <p:sp>
        <p:nvSpPr>
          <p:cNvPr id="17" name="Google Shape;17;p48"/>
          <p:cNvSpPr txBox="1">
            <a:spLocks noGrp="1"/>
          </p:cNvSpPr>
          <p:nvPr>
            <p:ph type="ctrTitle"/>
          </p:nvPr>
        </p:nvSpPr>
        <p:spPr>
          <a:xfrm>
            <a:off x="5646422" y="1168663"/>
            <a:ext cx="6104303" cy="2387600"/>
          </a:xfrm>
          <a:prstGeom prst="rect">
            <a:avLst/>
          </a:prstGeom>
          <a:noFill/>
          <a:ln>
            <a:noFill/>
          </a:ln>
        </p:spPr>
        <p:txBody>
          <a:bodyPr spcFirstLastPara="1" wrap="square" lIns="91425" tIns="45700" rIns="91425" bIns="45700" anchor="b" anchorCtr="0">
            <a:noAutofit/>
          </a:bodyPr>
          <a:lstStyle>
            <a:lvl1pPr lvl="0" algn="l">
              <a:lnSpc>
                <a:spcPct val="90000"/>
              </a:lnSpc>
              <a:spcBef>
                <a:spcPts val="0"/>
              </a:spcBef>
              <a:spcAft>
                <a:spcPts val="0"/>
              </a:spcAft>
              <a:buClr>
                <a:schemeClr val="lt1"/>
              </a:buClr>
              <a:buSzPts val="4800"/>
              <a:buFont typeface="Work Sans"/>
              <a:buNone/>
              <a:defRPr sz="3600">
                <a:solidFill>
                  <a:schemeClr val="lt1"/>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r>
              <a:rPr lang="en-US"/>
              <a:t>Click to edit Master title style</a:t>
            </a:r>
            <a:endParaRPr/>
          </a:p>
        </p:txBody>
      </p:sp>
      <p:sp>
        <p:nvSpPr>
          <p:cNvPr id="18" name="Google Shape;18;p48"/>
          <p:cNvSpPr txBox="1">
            <a:spLocks noGrp="1"/>
          </p:cNvSpPr>
          <p:nvPr>
            <p:ph type="subTitle" idx="1"/>
          </p:nvPr>
        </p:nvSpPr>
        <p:spPr>
          <a:xfrm>
            <a:off x="5646422" y="3809720"/>
            <a:ext cx="6104303" cy="1424930"/>
          </a:xfrm>
          <a:prstGeom prst="rect">
            <a:avLst/>
          </a:prstGeom>
          <a:noFill/>
          <a:ln>
            <a:noFill/>
          </a:ln>
        </p:spPr>
        <p:txBody>
          <a:bodyPr spcFirstLastPara="1" wrap="square" lIns="91425" tIns="45700" rIns="91425" bIns="45700" anchor="t" anchorCtr="0">
            <a:noAutofit/>
          </a:bodyPr>
          <a:lstStyle>
            <a:lvl1pPr lvl="0" algn="l">
              <a:lnSpc>
                <a:spcPct val="100000"/>
              </a:lnSpc>
              <a:spcBef>
                <a:spcPts val="750"/>
              </a:spcBef>
              <a:spcAft>
                <a:spcPts val="0"/>
              </a:spcAft>
              <a:buSzPts val="3200"/>
              <a:buNone/>
              <a:defRPr sz="2400">
                <a:solidFill>
                  <a:schemeClr val="lt1"/>
                </a:solidFill>
              </a:defRPr>
            </a:lvl1pPr>
            <a:lvl2pPr lvl="1" algn="ctr">
              <a:lnSpc>
                <a:spcPct val="100000"/>
              </a:lnSpc>
              <a:spcBef>
                <a:spcPts val="600"/>
              </a:spcBef>
              <a:spcAft>
                <a:spcPts val="0"/>
              </a:spcAft>
              <a:buSzPts val="2000"/>
              <a:buNone/>
              <a:defRPr sz="1500"/>
            </a:lvl2pPr>
            <a:lvl3pPr lvl="2" algn="ctr">
              <a:lnSpc>
                <a:spcPct val="100000"/>
              </a:lnSpc>
              <a:spcBef>
                <a:spcPts val="600"/>
              </a:spcBef>
              <a:spcAft>
                <a:spcPts val="0"/>
              </a:spcAft>
              <a:buSzPts val="1440"/>
              <a:buNone/>
              <a:defRPr sz="1350"/>
            </a:lvl3pPr>
            <a:lvl4pPr lvl="3" algn="ctr">
              <a:lnSpc>
                <a:spcPct val="90000"/>
              </a:lnSpc>
              <a:spcBef>
                <a:spcPts val="600"/>
              </a:spcBef>
              <a:spcAft>
                <a:spcPts val="0"/>
              </a:spcAft>
              <a:buSzPts val="1600"/>
              <a:buNone/>
              <a:defRPr sz="1200"/>
            </a:lvl4pPr>
            <a:lvl5pPr lvl="4" algn="ctr">
              <a:lnSpc>
                <a:spcPct val="90000"/>
              </a:lnSpc>
              <a:spcBef>
                <a:spcPts val="375"/>
              </a:spcBef>
              <a:spcAft>
                <a:spcPts val="0"/>
              </a:spcAft>
              <a:buClr>
                <a:schemeClr val="accent1"/>
              </a:buClr>
              <a:buSzPts val="1600"/>
              <a:buNone/>
              <a:defRPr sz="1200"/>
            </a:lvl5pPr>
            <a:lvl6pPr lvl="5" algn="ctr">
              <a:lnSpc>
                <a:spcPct val="90000"/>
              </a:lnSpc>
              <a:spcBef>
                <a:spcPts val="375"/>
              </a:spcBef>
              <a:spcAft>
                <a:spcPts val="0"/>
              </a:spcAft>
              <a:buClr>
                <a:schemeClr val="dk1"/>
              </a:buClr>
              <a:buSzPts val="1600"/>
              <a:buNone/>
              <a:defRPr sz="1200"/>
            </a:lvl6pPr>
            <a:lvl7pPr lvl="6" algn="ctr">
              <a:lnSpc>
                <a:spcPct val="90000"/>
              </a:lnSpc>
              <a:spcBef>
                <a:spcPts val="375"/>
              </a:spcBef>
              <a:spcAft>
                <a:spcPts val="0"/>
              </a:spcAft>
              <a:buClr>
                <a:schemeClr val="dk1"/>
              </a:buClr>
              <a:buSzPts val="1600"/>
              <a:buNone/>
              <a:defRPr sz="1200"/>
            </a:lvl7pPr>
            <a:lvl8pPr lvl="7" algn="ctr">
              <a:lnSpc>
                <a:spcPct val="90000"/>
              </a:lnSpc>
              <a:spcBef>
                <a:spcPts val="375"/>
              </a:spcBef>
              <a:spcAft>
                <a:spcPts val="0"/>
              </a:spcAft>
              <a:buClr>
                <a:schemeClr val="dk1"/>
              </a:buClr>
              <a:buSzPts val="1600"/>
              <a:buNone/>
              <a:defRPr sz="1200"/>
            </a:lvl8pPr>
            <a:lvl9pPr lvl="8" algn="ctr">
              <a:lnSpc>
                <a:spcPct val="90000"/>
              </a:lnSpc>
              <a:spcBef>
                <a:spcPts val="375"/>
              </a:spcBef>
              <a:spcAft>
                <a:spcPts val="0"/>
              </a:spcAft>
              <a:buClr>
                <a:schemeClr val="dk1"/>
              </a:buClr>
              <a:buSzPts val="1600"/>
              <a:buNone/>
              <a:defRPr sz="1200"/>
            </a:lvl9pPr>
          </a:lstStyle>
          <a:p>
            <a:r>
              <a:rPr lang="en-US"/>
              <a:t>Click to edit Master subtitle style</a:t>
            </a:r>
            <a:endParaRPr/>
          </a:p>
        </p:txBody>
      </p:sp>
      <p:sp>
        <p:nvSpPr>
          <p:cNvPr id="19" name="Google Shape;19;p48"/>
          <p:cNvSpPr>
            <a:spLocks noGrp="1"/>
          </p:cNvSpPr>
          <p:nvPr>
            <p:ph type="pic" idx="2"/>
          </p:nvPr>
        </p:nvSpPr>
        <p:spPr>
          <a:xfrm>
            <a:off x="475251" y="808041"/>
            <a:ext cx="4713288" cy="5241925"/>
          </a:xfrm>
          <a:prstGeom prst="rect">
            <a:avLst/>
          </a:prstGeom>
          <a:noFill/>
          <a:ln>
            <a:noFill/>
          </a:ln>
        </p:spPr>
      </p:sp>
      <p:sp>
        <p:nvSpPr>
          <p:cNvPr id="20" name="Google Shape;20;p48"/>
          <p:cNvSpPr txBox="1"/>
          <p:nvPr/>
        </p:nvSpPr>
        <p:spPr>
          <a:xfrm>
            <a:off x="11082189" y="6449054"/>
            <a:ext cx="734291" cy="365760"/>
          </a:xfrm>
          <a:prstGeom prst="rect">
            <a:avLst/>
          </a:prstGeom>
          <a:noFill/>
          <a:ln>
            <a:noFill/>
          </a:ln>
        </p:spPr>
        <p:txBody>
          <a:bodyPr spcFirstLastPara="1" wrap="square" lIns="68569" tIns="34275" rIns="68569" bIns="34275" anchor="ctr" anchorCtr="0">
            <a:noAutofit/>
          </a:bodyPr>
          <a:lstStyle/>
          <a:p>
            <a:pPr marL="0" marR="0" lvl="0" indent="0" algn="r" rtl="0">
              <a:spcBef>
                <a:spcPts val="0"/>
              </a:spcBef>
              <a:spcAft>
                <a:spcPts val="0"/>
              </a:spcAft>
              <a:buNone/>
            </a:pPr>
            <a:fld id="{00000000-1234-1234-1234-123412341234}" type="slidenum">
              <a:rPr lang="en-US" sz="825">
                <a:solidFill>
                  <a:schemeClr val="lt1"/>
                </a:solidFill>
                <a:latin typeface="Work Sans"/>
                <a:ea typeface="Work Sans"/>
                <a:cs typeface="Work Sans"/>
                <a:sym typeface="Work Sans"/>
              </a:rPr>
              <a:pPr marL="0" marR="0" lvl="0" indent="0" algn="r" rtl="0">
                <a:spcBef>
                  <a:spcPts val="0"/>
                </a:spcBef>
                <a:spcAft>
                  <a:spcPts val="0"/>
                </a:spcAft>
                <a:buNone/>
              </a:pPr>
              <a:t>‹#›</a:t>
            </a:fld>
            <a:endParaRPr sz="825">
              <a:solidFill>
                <a:schemeClr val="lt1"/>
              </a:solidFill>
              <a:latin typeface="Work Sans"/>
              <a:ea typeface="Work Sans"/>
              <a:cs typeface="Work Sans"/>
              <a:sym typeface="Work Sans"/>
            </a:endParaRPr>
          </a:p>
        </p:txBody>
      </p:sp>
      <p:pic>
        <p:nvPicPr>
          <p:cNvPr id="21" name="Google Shape;21;p48"/>
          <p:cNvPicPr preferRelativeResize="0"/>
          <p:nvPr/>
        </p:nvPicPr>
        <p:blipFill rotWithShape="1">
          <a:blip r:embed="rId3">
            <a:alphaModFix/>
          </a:blip>
          <a:srcRect/>
          <a:stretch/>
        </p:blipFill>
        <p:spPr>
          <a:xfrm>
            <a:off x="183090" y="6223889"/>
            <a:ext cx="1820281" cy="610675"/>
          </a:xfrm>
          <a:prstGeom prst="rect">
            <a:avLst/>
          </a:prstGeom>
          <a:noFill/>
          <a:ln>
            <a:noFill/>
          </a:ln>
        </p:spPr>
      </p:pic>
      <p:sp>
        <p:nvSpPr>
          <p:cNvPr id="22" name="Google Shape;22;p48"/>
          <p:cNvSpPr txBox="1"/>
          <p:nvPr/>
        </p:nvSpPr>
        <p:spPr>
          <a:xfrm>
            <a:off x="2332233" y="6401464"/>
            <a:ext cx="8856323" cy="346218"/>
          </a:xfrm>
          <a:prstGeom prst="rect">
            <a:avLst/>
          </a:prstGeom>
          <a:noFill/>
          <a:ln>
            <a:noFill/>
          </a:ln>
        </p:spPr>
        <p:txBody>
          <a:bodyPr spcFirstLastPara="1" wrap="square" lIns="68569" tIns="34275" rIns="68569" bIns="34275" anchor="t" anchorCtr="0">
            <a:spAutoFit/>
          </a:bodyPr>
          <a:lstStyle/>
          <a:p>
            <a:pPr marL="0" marR="0" lvl="0" indent="0" algn="l" rtl="0">
              <a:lnSpc>
                <a:spcPct val="100000"/>
              </a:lnSpc>
              <a:spcBef>
                <a:spcPts val="0"/>
              </a:spcBef>
              <a:spcAft>
                <a:spcPts val="0"/>
              </a:spcAft>
              <a:buClr>
                <a:srgbClr val="FFFFFF"/>
              </a:buClr>
              <a:buSzPts val="1200"/>
              <a:buFont typeface="Arial"/>
              <a:buNone/>
            </a:pPr>
            <a:r>
              <a:rPr lang="en-US" sz="900" b="0" i="0" u="none" strike="noStrike" cap="none">
                <a:solidFill>
                  <a:srgbClr val="FFFFFF"/>
                </a:solidFill>
                <a:latin typeface="Arial"/>
                <a:ea typeface="Arial"/>
                <a:cs typeface="Arial"/>
                <a:sym typeface="Arial"/>
              </a:rPr>
              <a:t>Rob Thompson and Jack Erjavec, Automotive Technology: A Systems Approach, 8</a:t>
            </a:r>
            <a:r>
              <a:rPr lang="en-US" sz="900" b="0" i="0" u="none" strike="noStrike" cap="none" baseline="30000">
                <a:solidFill>
                  <a:srgbClr val="FFFFFF"/>
                </a:solidFill>
                <a:latin typeface="Arial"/>
                <a:ea typeface="Arial"/>
                <a:cs typeface="Arial"/>
                <a:sym typeface="Arial"/>
              </a:rPr>
              <a:t>th</a:t>
            </a:r>
            <a:r>
              <a:rPr lang="en-US" sz="900" b="0" i="0" u="none" strike="noStrike" cap="none">
                <a:solidFill>
                  <a:srgbClr val="FFFFFF"/>
                </a:solidFill>
                <a:latin typeface="Arial"/>
                <a:ea typeface="Arial"/>
                <a:cs typeface="Arial"/>
                <a:sym typeface="Arial"/>
              </a:rPr>
              <a:t> Edition. © 2025 Cengage. All Rights Reserved. May not be scanned, copied or duplicated, or posted to a publicly accessible website, in whole or in part.</a:t>
            </a:r>
            <a:endParaRPr sz="1050"/>
          </a:p>
        </p:txBody>
      </p:sp>
    </p:spTree>
    <p:extLst>
      <p:ext uri="{BB962C8B-B14F-4D97-AF65-F5344CB8AC3E}">
        <p14:creationId xmlns:p14="http://schemas.microsoft.com/office/powerpoint/2010/main" val="2428429113"/>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matchingName="Title Content" preserve="1">
  <p:cSld name="Title Content">
    <p:spTree>
      <p:nvGrpSpPr>
        <p:cNvPr id="1" name="Shape 23"/>
        <p:cNvGrpSpPr/>
        <p:nvPr/>
      </p:nvGrpSpPr>
      <p:grpSpPr>
        <a:xfrm>
          <a:off x="0" y="0"/>
          <a:ext cx="0" cy="0"/>
          <a:chOff x="0" y="0"/>
          <a:chExt cx="0" cy="0"/>
        </a:xfrm>
      </p:grpSpPr>
      <p:sp>
        <p:nvSpPr>
          <p:cNvPr id="24" name="Google Shape;24;p49"/>
          <p:cNvSpPr txBox="1">
            <a:spLocks noGrp="1"/>
          </p:cNvSpPr>
          <p:nvPr>
            <p:ph type="title"/>
          </p:nvPr>
        </p:nvSpPr>
        <p:spPr>
          <a:xfrm>
            <a:off x="476845" y="473246"/>
            <a:ext cx="11241915" cy="710096"/>
          </a:xfrm>
          <a:prstGeom prst="rect">
            <a:avLst/>
          </a:prstGeom>
          <a:noFill/>
          <a:ln>
            <a:noFill/>
          </a:ln>
        </p:spPr>
        <p:txBody>
          <a:bodyPr spcFirstLastPara="1" wrap="square" lIns="91425" tIns="45700" rIns="91425" bIns="45700" anchor="t" anchorCtr="0">
            <a:noAutofit/>
          </a:bodyPr>
          <a:lstStyle>
            <a:lvl1pPr lvl="0" algn="ctr">
              <a:lnSpc>
                <a:spcPct val="90000"/>
              </a:lnSpc>
              <a:spcBef>
                <a:spcPts val="0"/>
              </a:spcBef>
              <a:spcAft>
                <a:spcPts val="0"/>
              </a:spcAft>
              <a:buClr>
                <a:schemeClr val="dk1"/>
              </a:buClr>
              <a:buSzPts val="4000"/>
              <a:buFont typeface="Work Sans"/>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r>
              <a:rPr lang="en-US"/>
              <a:t>Click to edit Master title style</a:t>
            </a:r>
            <a:endParaRPr/>
          </a:p>
        </p:txBody>
      </p:sp>
      <p:sp>
        <p:nvSpPr>
          <p:cNvPr id="25" name="Google Shape;25;p49"/>
          <p:cNvSpPr txBox="1">
            <a:spLocks noGrp="1"/>
          </p:cNvSpPr>
          <p:nvPr>
            <p:ph type="body" idx="1"/>
          </p:nvPr>
        </p:nvSpPr>
        <p:spPr>
          <a:xfrm>
            <a:off x="476845" y="1563628"/>
            <a:ext cx="11241915" cy="4613339"/>
          </a:xfrm>
          <a:prstGeom prst="rect">
            <a:avLst/>
          </a:prstGeom>
          <a:noFill/>
          <a:ln>
            <a:noFill/>
          </a:ln>
        </p:spPr>
        <p:txBody>
          <a:bodyPr spcFirstLastPara="1" wrap="square" lIns="91425" tIns="45700" rIns="91425" bIns="45700" anchor="t" anchorCtr="0">
            <a:noAutofit/>
          </a:bodyPr>
          <a:lstStyle>
            <a:lvl1pPr marL="342900" lvl="0" indent="-304800" algn="l">
              <a:lnSpc>
                <a:spcPct val="100000"/>
              </a:lnSpc>
              <a:spcBef>
                <a:spcPts val="468"/>
              </a:spcBef>
              <a:spcAft>
                <a:spcPts val="0"/>
              </a:spcAft>
              <a:buSzPts val="2800"/>
              <a:buChar char="•"/>
              <a:defRPr sz="2100"/>
            </a:lvl1pPr>
            <a:lvl2pPr marL="685800" lvl="1" indent="-295275" algn="l">
              <a:lnSpc>
                <a:spcPct val="100000"/>
              </a:lnSpc>
              <a:spcBef>
                <a:spcPts val="468"/>
              </a:spcBef>
              <a:spcAft>
                <a:spcPts val="0"/>
              </a:spcAft>
              <a:buSzPts val="2600"/>
              <a:buChar char="−"/>
              <a:defRPr sz="1950" b="0"/>
            </a:lvl2pPr>
            <a:lvl3pPr marL="1028700" lvl="2" indent="-262889" algn="l">
              <a:lnSpc>
                <a:spcPct val="100000"/>
              </a:lnSpc>
              <a:spcBef>
                <a:spcPts val="468"/>
              </a:spcBef>
              <a:spcAft>
                <a:spcPts val="0"/>
              </a:spcAft>
              <a:buSzPts val="1920"/>
              <a:buChar char="▪"/>
              <a:defRPr sz="1800" b="0"/>
            </a:lvl3pPr>
            <a:lvl4pPr marL="1371600" marR="0" lvl="3" indent="-171450" algn="l">
              <a:lnSpc>
                <a:spcPct val="100000"/>
              </a:lnSpc>
              <a:spcBef>
                <a:spcPts val="468"/>
              </a:spcBef>
              <a:spcAft>
                <a:spcPts val="0"/>
              </a:spcAft>
              <a:buClr>
                <a:schemeClr val="dk1"/>
              </a:buClr>
              <a:buSzPts val="2400"/>
              <a:buFont typeface="Arial"/>
              <a:buNone/>
              <a:defRPr/>
            </a:lvl4pPr>
            <a:lvl5pPr marL="1714500" lvl="4" indent="-257175" algn="l">
              <a:lnSpc>
                <a:spcPct val="90000"/>
              </a:lnSpc>
              <a:spcBef>
                <a:spcPts val="450"/>
              </a:spcBef>
              <a:spcAft>
                <a:spcPts val="0"/>
              </a:spcAft>
              <a:buClr>
                <a:schemeClr val="accent1"/>
              </a:buClr>
              <a:buSzPts val="1800"/>
              <a:buChar char="•"/>
              <a:defRPr/>
            </a:lvl5pPr>
            <a:lvl6pPr marL="2057400" lvl="5" indent="-257175" algn="l">
              <a:lnSpc>
                <a:spcPct val="90000"/>
              </a:lnSpc>
              <a:spcBef>
                <a:spcPts val="375"/>
              </a:spcBef>
              <a:spcAft>
                <a:spcPts val="0"/>
              </a:spcAft>
              <a:buClr>
                <a:schemeClr val="dk1"/>
              </a:buClr>
              <a:buSzPts val="1800"/>
              <a:buChar char="•"/>
              <a:defRPr/>
            </a:lvl6pPr>
            <a:lvl7pPr marL="2400300" lvl="6" indent="-257175" algn="l">
              <a:lnSpc>
                <a:spcPct val="90000"/>
              </a:lnSpc>
              <a:spcBef>
                <a:spcPts val="375"/>
              </a:spcBef>
              <a:spcAft>
                <a:spcPts val="0"/>
              </a:spcAft>
              <a:buClr>
                <a:schemeClr val="dk1"/>
              </a:buClr>
              <a:buSzPts val="1800"/>
              <a:buChar char="•"/>
              <a:defRPr/>
            </a:lvl7pPr>
            <a:lvl8pPr marL="2743200" lvl="7" indent="-257175" algn="l">
              <a:lnSpc>
                <a:spcPct val="90000"/>
              </a:lnSpc>
              <a:spcBef>
                <a:spcPts val="375"/>
              </a:spcBef>
              <a:spcAft>
                <a:spcPts val="0"/>
              </a:spcAft>
              <a:buClr>
                <a:schemeClr val="dk1"/>
              </a:buClr>
              <a:buSzPts val="1800"/>
              <a:buChar char="•"/>
              <a:defRPr/>
            </a:lvl8pPr>
            <a:lvl9pPr marL="3086100" lvl="8" indent="-257175" algn="l">
              <a:lnSpc>
                <a:spcPct val="90000"/>
              </a:lnSpc>
              <a:spcBef>
                <a:spcPts val="375"/>
              </a:spcBef>
              <a:spcAft>
                <a:spcPts val="0"/>
              </a:spcAft>
              <a:buClr>
                <a:schemeClr val="dk1"/>
              </a:buClr>
              <a:buSzPts val="1800"/>
              <a:buChar char="•"/>
              <a:defRPr/>
            </a:lvl9pPr>
          </a:lstStyle>
          <a:p>
            <a:pPr lvl="0"/>
            <a:r>
              <a:rPr lang="en-US"/>
              <a:t>Click to edit Master text styles</a:t>
            </a:r>
          </a:p>
        </p:txBody>
      </p:sp>
    </p:spTree>
    <p:extLst>
      <p:ext uri="{BB962C8B-B14F-4D97-AF65-F5344CB8AC3E}">
        <p14:creationId xmlns:p14="http://schemas.microsoft.com/office/powerpoint/2010/main" val="159880062"/>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matchingName="Two Content" type="twoObj" preserve="1">
  <p:cSld name="Two Content">
    <p:spTree>
      <p:nvGrpSpPr>
        <p:cNvPr id="1" name="Shape 26"/>
        <p:cNvGrpSpPr/>
        <p:nvPr/>
      </p:nvGrpSpPr>
      <p:grpSpPr>
        <a:xfrm>
          <a:off x="0" y="0"/>
          <a:ext cx="0" cy="0"/>
          <a:chOff x="0" y="0"/>
          <a:chExt cx="0" cy="0"/>
        </a:xfrm>
      </p:grpSpPr>
      <p:sp>
        <p:nvSpPr>
          <p:cNvPr id="27" name="Google Shape;27;p50"/>
          <p:cNvSpPr txBox="1">
            <a:spLocks noGrp="1"/>
          </p:cNvSpPr>
          <p:nvPr>
            <p:ph type="title"/>
          </p:nvPr>
        </p:nvSpPr>
        <p:spPr>
          <a:xfrm>
            <a:off x="476845" y="473249"/>
            <a:ext cx="11241915" cy="1217447"/>
          </a:xfrm>
          <a:prstGeom prst="rect">
            <a:avLst/>
          </a:prstGeom>
          <a:noFill/>
          <a:ln>
            <a:noFill/>
          </a:ln>
        </p:spPr>
        <p:txBody>
          <a:bodyPr spcFirstLastPara="1" wrap="square" lIns="91425" tIns="45700" rIns="91425" bIns="45700" anchor="t" anchorCtr="0">
            <a:noAutofit/>
          </a:bodyPr>
          <a:lstStyle>
            <a:lvl1pPr lvl="0" algn="ctr">
              <a:lnSpc>
                <a:spcPct val="90000"/>
              </a:lnSpc>
              <a:spcBef>
                <a:spcPts val="0"/>
              </a:spcBef>
              <a:spcAft>
                <a:spcPts val="0"/>
              </a:spcAft>
              <a:buClr>
                <a:schemeClr val="dk1"/>
              </a:buClr>
              <a:buSzPts val="4000"/>
              <a:buFont typeface="Work Sans"/>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r>
              <a:rPr lang="en-US"/>
              <a:t>Click to edit Master title style</a:t>
            </a:r>
            <a:endParaRPr/>
          </a:p>
        </p:txBody>
      </p:sp>
      <p:sp>
        <p:nvSpPr>
          <p:cNvPr id="28" name="Google Shape;28;p50"/>
          <p:cNvSpPr txBox="1">
            <a:spLocks noGrp="1"/>
          </p:cNvSpPr>
          <p:nvPr>
            <p:ph type="body" idx="1"/>
          </p:nvPr>
        </p:nvSpPr>
        <p:spPr>
          <a:xfrm>
            <a:off x="476844" y="1825625"/>
            <a:ext cx="5542957" cy="4351338"/>
          </a:xfrm>
          <a:prstGeom prst="rect">
            <a:avLst/>
          </a:prstGeom>
          <a:noFill/>
          <a:ln>
            <a:noFill/>
          </a:ln>
        </p:spPr>
        <p:txBody>
          <a:bodyPr spcFirstLastPara="1" wrap="square" lIns="91425" tIns="45700" rIns="91425" bIns="45700" anchor="t" anchorCtr="0">
            <a:noAutofit/>
          </a:bodyPr>
          <a:lstStyle>
            <a:lvl1pPr marL="342900" lvl="0" indent="-285750" algn="l">
              <a:lnSpc>
                <a:spcPct val="100000"/>
              </a:lnSpc>
              <a:spcBef>
                <a:spcPts val="750"/>
              </a:spcBef>
              <a:spcAft>
                <a:spcPts val="0"/>
              </a:spcAft>
              <a:buSzPts val="2400"/>
              <a:buChar char="•"/>
              <a:defRPr sz="1800"/>
            </a:lvl1pPr>
            <a:lvl2pPr marL="685800" lvl="1" indent="-285750" algn="l">
              <a:lnSpc>
                <a:spcPct val="100000"/>
              </a:lnSpc>
              <a:spcBef>
                <a:spcPts val="600"/>
              </a:spcBef>
              <a:spcAft>
                <a:spcPts val="0"/>
              </a:spcAft>
              <a:buSzPts val="2400"/>
              <a:buChar char="−"/>
              <a:defRPr sz="1800" b="0"/>
            </a:lvl2pPr>
            <a:lvl3pPr marL="1028700" lvl="2" indent="-262889" algn="l">
              <a:lnSpc>
                <a:spcPct val="100000"/>
              </a:lnSpc>
              <a:spcBef>
                <a:spcPts val="600"/>
              </a:spcBef>
              <a:spcAft>
                <a:spcPts val="0"/>
              </a:spcAft>
              <a:buSzPts val="1920"/>
              <a:buChar char="▪"/>
              <a:defRPr sz="1800" b="0"/>
            </a:lvl3pPr>
            <a:lvl4pPr marL="1371600" marR="0" lvl="3" indent="-285750" algn="l">
              <a:lnSpc>
                <a:spcPct val="90000"/>
              </a:lnSpc>
              <a:spcBef>
                <a:spcPts val="600"/>
              </a:spcBef>
              <a:spcAft>
                <a:spcPts val="0"/>
              </a:spcAft>
              <a:buClr>
                <a:schemeClr val="dk1"/>
              </a:buClr>
              <a:buSzPts val="2400"/>
              <a:buFont typeface="Arial"/>
              <a:buChar char="•"/>
              <a:defRPr/>
            </a:lvl4pPr>
            <a:lvl5pPr marL="1714500" lvl="4" indent="-257175" algn="l">
              <a:lnSpc>
                <a:spcPct val="90000"/>
              </a:lnSpc>
              <a:spcBef>
                <a:spcPts val="375"/>
              </a:spcBef>
              <a:spcAft>
                <a:spcPts val="0"/>
              </a:spcAft>
              <a:buClr>
                <a:schemeClr val="accent1"/>
              </a:buClr>
              <a:buSzPts val="1800"/>
              <a:buChar char="•"/>
              <a:defRPr/>
            </a:lvl5pPr>
            <a:lvl6pPr marL="2057400" lvl="5" indent="-257175" algn="l">
              <a:lnSpc>
                <a:spcPct val="90000"/>
              </a:lnSpc>
              <a:spcBef>
                <a:spcPts val="375"/>
              </a:spcBef>
              <a:spcAft>
                <a:spcPts val="0"/>
              </a:spcAft>
              <a:buClr>
                <a:schemeClr val="dk1"/>
              </a:buClr>
              <a:buSzPts val="1800"/>
              <a:buChar char="•"/>
              <a:defRPr/>
            </a:lvl6pPr>
            <a:lvl7pPr marL="2400300" lvl="6" indent="-257175" algn="l">
              <a:lnSpc>
                <a:spcPct val="90000"/>
              </a:lnSpc>
              <a:spcBef>
                <a:spcPts val="375"/>
              </a:spcBef>
              <a:spcAft>
                <a:spcPts val="0"/>
              </a:spcAft>
              <a:buClr>
                <a:schemeClr val="dk1"/>
              </a:buClr>
              <a:buSzPts val="1800"/>
              <a:buChar char="•"/>
              <a:defRPr/>
            </a:lvl7pPr>
            <a:lvl8pPr marL="2743200" lvl="7" indent="-257175" algn="l">
              <a:lnSpc>
                <a:spcPct val="90000"/>
              </a:lnSpc>
              <a:spcBef>
                <a:spcPts val="375"/>
              </a:spcBef>
              <a:spcAft>
                <a:spcPts val="0"/>
              </a:spcAft>
              <a:buClr>
                <a:schemeClr val="dk1"/>
              </a:buClr>
              <a:buSzPts val="1800"/>
              <a:buChar char="•"/>
              <a:defRPr/>
            </a:lvl8pPr>
            <a:lvl9pPr marL="3086100" lvl="8" indent="-257175" algn="l">
              <a:lnSpc>
                <a:spcPct val="90000"/>
              </a:lnSpc>
              <a:spcBef>
                <a:spcPts val="375"/>
              </a:spcBef>
              <a:spcAft>
                <a:spcPts val="0"/>
              </a:spcAft>
              <a:buClr>
                <a:schemeClr val="dk1"/>
              </a:buClr>
              <a:buSzPts val="1800"/>
              <a:buChar char="•"/>
              <a:defRPr/>
            </a:lvl9pPr>
          </a:lstStyle>
          <a:p>
            <a:pPr lvl="0"/>
            <a:r>
              <a:rPr lang="en-US"/>
              <a:t>Click to edit Master text styles</a:t>
            </a:r>
          </a:p>
        </p:txBody>
      </p:sp>
      <p:sp>
        <p:nvSpPr>
          <p:cNvPr id="29" name="Google Shape;29;p50"/>
          <p:cNvSpPr txBox="1">
            <a:spLocks noGrp="1"/>
          </p:cNvSpPr>
          <p:nvPr>
            <p:ph type="body" idx="2"/>
          </p:nvPr>
        </p:nvSpPr>
        <p:spPr>
          <a:xfrm>
            <a:off x="6172202" y="1825625"/>
            <a:ext cx="5542956" cy="4351338"/>
          </a:xfrm>
          <a:prstGeom prst="rect">
            <a:avLst/>
          </a:prstGeom>
          <a:noFill/>
          <a:ln>
            <a:noFill/>
          </a:ln>
        </p:spPr>
        <p:txBody>
          <a:bodyPr spcFirstLastPara="1" wrap="square" lIns="91425" tIns="45700" rIns="91425" bIns="45700" anchor="t" anchorCtr="0">
            <a:noAutofit/>
          </a:bodyPr>
          <a:lstStyle>
            <a:lvl1pPr marL="342900" lvl="0" indent="-285750" algn="l">
              <a:lnSpc>
                <a:spcPct val="100000"/>
              </a:lnSpc>
              <a:spcBef>
                <a:spcPts val="750"/>
              </a:spcBef>
              <a:spcAft>
                <a:spcPts val="0"/>
              </a:spcAft>
              <a:buSzPts val="2400"/>
              <a:buChar char="•"/>
              <a:defRPr sz="1800"/>
            </a:lvl1pPr>
            <a:lvl2pPr marL="685800" lvl="1" indent="-285750" algn="l">
              <a:lnSpc>
                <a:spcPct val="100000"/>
              </a:lnSpc>
              <a:spcBef>
                <a:spcPts val="600"/>
              </a:spcBef>
              <a:spcAft>
                <a:spcPts val="0"/>
              </a:spcAft>
              <a:buSzPts val="2400"/>
              <a:buChar char="−"/>
              <a:defRPr sz="1800" b="0"/>
            </a:lvl2pPr>
            <a:lvl3pPr marL="1028700" lvl="2" indent="-262889" algn="l">
              <a:lnSpc>
                <a:spcPct val="100000"/>
              </a:lnSpc>
              <a:spcBef>
                <a:spcPts val="600"/>
              </a:spcBef>
              <a:spcAft>
                <a:spcPts val="0"/>
              </a:spcAft>
              <a:buSzPts val="1920"/>
              <a:buChar char="▪"/>
              <a:defRPr sz="1800" b="0"/>
            </a:lvl3pPr>
            <a:lvl4pPr marL="1371600" marR="0" lvl="3" indent="-285750" algn="l">
              <a:lnSpc>
                <a:spcPct val="90000"/>
              </a:lnSpc>
              <a:spcBef>
                <a:spcPts val="600"/>
              </a:spcBef>
              <a:spcAft>
                <a:spcPts val="0"/>
              </a:spcAft>
              <a:buClr>
                <a:schemeClr val="dk1"/>
              </a:buClr>
              <a:buSzPts val="2400"/>
              <a:buFont typeface="Arial"/>
              <a:buChar char="•"/>
              <a:defRPr/>
            </a:lvl4pPr>
            <a:lvl5pPr marL="1714500" lvl="4" indent="-257175" algn="l">
              <a:lnSpc>
                <a:spcPct val="90000"/>
              </a:lnSpc>
              <a:spcBef>
                <a:spcPts val="375"/>
              </a:spcBef>
              <a:spcAft>
                <a:spcPts val="0"/>
              </a:spcAft>
              <a:buClr>
                <a:schemeClr val="accent1"/>
              </a:buClr>
              <a:buSzPts val="1800"/>
              <a:buChar char="•"/>
              <a:defRPr/>
            </a:lvl5pPr>
            <a:lvl6pPr marL="2057400" lvl="5" indent="-257175" algn="l">
              <a:lnSpc>
                <a:spcPct val="90000"/>
              </a:lnSpc>
              <a:spcBef>
                <a:spcPts val="375"/>
              </a:spcBef>
              <a:spcAft>
                <a:spcPts val="0"/>
              </a:spcAft>
              <a:buClr>
                <a:schemeClr val="dk1"/>
              </a:buClr>
              <a:buSzPts val="1800"/>
              <a:buChar char="•"/>
              <a:defRPr/>
            </a:lvl6pPr>
            <a:lvl7pPr marL="2400300" lvl="6" indent="-257175" algn="l">
              <a:lnSpc>
                <a:spcPct val="90000"/>
              </a:lnSpc>
              <a:spcBef>
                <a:spcPts val="375"/>
              </a:spcBef>
              <a:spcAft>
                <a:spcPts val="0"/>
              </a:spcAft>
              <a:buClr>
                <a:schemeClr val="dk1"/>
              </a:buClr>
              <a:buSzPts val="1800"/>
              <a:buChar char="•"/>
              <a:defRPr/>
            </a:lvl7pPr>
            <a:lvl8pPr marL="2743200" lvl="7" indent="-257175" algn="l">
              <a:lnSpc>
                <a:spcPct val="90000"/>
              </a:lnSpc>
              <a:spcBef>
                <a:spcPts val="375"/>
              </a:spcBef>
              <a:spcAft>
                <a:spcPts val="0"/>
              </a:spcAft>
              <a:buClr>
                <a:schemeClr val="dk1"/>
              </a:buClr>
              <a:buSzPts val="1800"/>
              <a:buChar char="•"/>
              <a:defRPr/>
            </a:lvl8pPr>
            <a:lvl9pPr marL="3086100" lvl="8" indent="-257175" algn="l">
              <a:lnSpc>
                <a:spcPct val="90000"/>
              </a:lnSpc>
              <a:spcBef>
                <a:spcPts val="375"/>
              </a:spcBef>
              <a:spcAft>
                <a:spcPts val="0"/>
              </a:spcAft>
              <a:buClr>
                <a:schemeClr val="dk1"/>
              </a:buClr>
              <a:buSzPts val="1800"/>
              <a:buChar char="•"/>
              <a:defRPr/>
            </a:lvl9pPr>
          </a:lstStyle>
          <a:p>
            <a:pPr lvl="0"/>
            <a:r>
              <a:rPr lang="en-US"/>
              <a:t>Click to edit Master text styles</a:t>
            </a:r>
          </a:p>
        </p:txBody>
      </p:sp>
    </p:spTree>
    <p:extLst>
      <p:ext uri="{BB962C8B-B14F-4D97-AF65-F5344CB8AC3E}">
        <p14:creationId xmlns:p14="http://schemas.microsoft.com/office/powerpoint/2010/main" val="893767234"/>
      </p:ext>
    </p:extLst>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matchingName="Title and Content" type="obj" preserve="1">
  <p:cSld name="Title and Content">
    <p:spTree>
      <p:nvGrpSpPr>
        <p:cNvPr id="1" name="Shape 30"/>
        <p:cNvGrpSpPr/>
        <p:nvPr/>
      </p:nvGrpSpPr>
      <p:grpSpPr>
        <a:xfrm>
          <a:off x="0" y="0"/>
          <a:ext cx="0" cy="0"/>
          <a:chOff x="0" y="0"/>
          <a:chExt cx="0" cy="0"/>
        </a:xfrm>
      </p:grpSpPr>
      <p:sp>
        <p:nvSpPr>
          <p:cNvPr id="31" name="Google Shape;31;p51"/>
          <p:cNvSpPr txBox="1">
            <a:spLocks noGrp="1"/>
          </p:cNvSpPr>
          <p:nvPr>
            <p:ph type="title"/>
          </p:nvPr>
        </p:nvSpPr>
        <p:spPr>
          <a:xfrm>
            <a:off x="476845" y="473249"/>
            <a:ext cx="11241915" cy="1217447"/>
          </a:xfrm>
          <a:prstGeom prst="rect">
            <a:avLst/>
          </a:prstGeom>
          <a:noFill/>
          <a:ln>
            <a:noFill/>
          </a:ln>
        </p:spPr>
        <p:txBody>
          <a:bodyPr spcFirstLastPara="1" wrap="square" lIns="91425" tIns="45700" rIns="91425" bIns="45700" anchor="t" anchorCtr="0">
            <a:noAutofit/>
          </a:bodyPr>
          <a:lstStyle>
            <a:lvl1pPr lvl="0" algn="ctr">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r>
              <a:rPr lang="en-US"/>
              <a:t>Click to edit Master title style</a:t>
            </a:r>
            <a:endParaRPr/>
          </a:p>
        </p:txBody>
      </p:sp>
      <p:sp>
        <p:nvSpPr>
          <p:cNvPr id="32" name="Google Shape;32;p51"/>
          <p:cNvSpPr txBox="1">
            <a:spLocks noGrp="1"/>
          </p:cNvSpPr>
          <p:nvPr>
            <p:ph type="body" idx="1"/>
          </p:nvPr>
        </p:nvSpPr>
        <p:spPr>
          <a:xfrm>
            <a:off x="476845" y="1825625"/>
            <a:ext cx="11241915" cy="4351338"/>
          </a:xfrm>
          <a:prstGeom prst="rect">
            <a:avLst/>
          </a:prstGeom>
          <a:noFill/>
          <a:ln>
            <a:noFill/>
          </a:ln>
        </p:spPr>
        <p:txBody>
          <a:bodyPr spcFirstLastPara="1" wrap="square" lIns="91425" tIns="45700" rIns="91425" bIns="45700" anchor="t" anchorCtr="0">
            <a:noAutofit/>
          </a:bodyPr>
          <a:lstStyle>
            <a:lvl1pPr marL="342900" lvl="0" indent="-257175" algn="l">
              <a:lnSpc>
                <a:spcPct val="100000"/>
              </a:lnSpc>
              <a:spcBef>
                <a:spcPts val="750"/>
              </a:spcBef>
              <a:spcAft>
                <a:spcPts val="0"/>
              </a:spcAft>
              <a:buSzPts val="1800"/>
              <a:buChar char="•"/>
              <a:defRPr/>
            </a:lvl1pPr>
            <a:lvl2pPr marL="685800" lvl="1" indent="-257175" algn="l">
              <a:lnSpc>
                <a:spcPct val="100000"/>
              </a:lnSpc>
              <a:spcBef>
                <a:spcPts val="600"/>
              </a:spcBef>
              <a:spcAft>
                <a:spcPts val="0"/>
              </a:spcAft>
              <a:buSzPts val="1800"/>
              <a:buChar char="−"/>
              <a:defRPr/>
            </a:lvl2pPr>
            <a:lvl3pPr marL="1028700" lvl="2" indent="-240029" algn="l">
              <a:lnSpc>
                <a:spcPct val="100000"/>
              </a:lnSpc>
              <a:spcBef>
                <a:spcPts val="600"/>
              </a:spcBef>
              <a:spcAft>
                <a:spcPts val="0"/>
              </a:spcAft>
              <a:buSzPts val="1440"/>
              <a:buChar char="▪"/>
              <a:defRPr/>
            </a:lvl3pPr>
            <a:lvl4pPr marL="1371600" lvl="3" indent="-257175" algn="l">
              <a:lnSpc>
                <a:spcPct val="90000"/>
              </a:lnSpc>
              <a:spcBef>
                <a:spcPts val="600"/>
              </a:spcBef>
              <a:spcAft>
                <a:spcPts val="0"/>
              </a:spcAft>
              <a:buSzPts val="1800"/>
              <a:buChar char="•"/>
              <a:defRPr/>
            </a:lvl4pPr>
            <a:lvl5pPr marL="1714500" lvl="4" indent="-257175" algn="l">
              <a:lnSpc>
                <a:spcPct val="90000"/>
              </a:lnSpc>
              <a:spcBef>
                <a:spcPts val="375"/>
              </a:spcBef>
              <a:spcAft>
                <a:spcPts val="0"/>
              </a:spcAft>
              <a:buClr>
                <a:schemeClr val="accent1"/>
              </a:buClr>
              <a:buSzPts val="1800"/>
              <a:buChar char="•"/>
              <a:defRPr/>
            </a:lvl5pPr>
            <a:lvl6pPr marL="2057400" lvl="5" indent="-257175" algn="l">
              <a:lnSpc>
                <a:spcPct val="90000"/>
              </a:lnSpc>
              <a:spcBef>
                <a:spcPts val="375"/>
              </a:spcBef>
              <a:spcAft>
                <a:spcPts val="0"/>
              </a:spcAft>
              <a:buClr>
                <a:schemeClr val="dk1"/>
              </a:buClr>
              <a:buSzPts val="1800"/>
              <a:buChar char="•"/>
              <a:defRPr/>
            </a:lvl6pPr>
            <a:lvl7pPr marL="2400300" lvl="6" indent="-257175" algn="l">
              <a:lnSpc>
                <a:spcPct val="90000"/>
              </a:lnSpc>
              <a:spcBef>
                <a:spcPts val="375"/>
              </a:spcBef>
              <a:spcAft>
                <a:spcPts val="0"/>
              </a:spcAft>
              <a:buClr>
                <a:schemeClr val="dk1"/>
              </a:buClr>
              <a:buSzPts val="1800"/>
              <a:buChar char="•"/>
              <a:defRPr/>
            </a:lvl7pPr>
            <a:lvl8pPr marL="2743200" lvl="7" indent="-257175" algn="l">
              <a:lnSpc>
                <a:spcPct val="90000"/>
              </a:lnSpc>
              <a:spcBef>
                <a:spcPts val="375"/>
              </a:spcBef>
              <a:spcAft>
                <a:spcPts val="0"/>
              </a:spcAft>
              <a:buClr>
                <a:schemeClr val="dk1"/>
              </a:buClr>
              <a:buSzPts val="1800"/>
              <a:buChar char="•"/>
              <a:defRPr/>
            </a:lvl8pPr>
            <a:lvl9pPr marL="3086100" lvl="8" indent="-257175" algn="l">
              <a:lnSpc>
                <a:spcPct val="90000"/>
              </a:lnSpc>
              <a:spcBef>
                <a:spcPts val="375"/>
              </a:spcBef>
              <a:spcAft>
                <a:spcPts val="0"/>
              </a:spcAft>
              <a:buClr>
                <a:schemeClr val="dk1"/>
              </a:buClr>
              <a:buSzPts val="1800"/>
              <a:buChar char="•"/>
              <a:defRPr/>
            </a:lvl9pPr>
          </a:lstStyle>
          <a:p>
            <a:pPr lvl="0"/>
            <a:r>
              <a:rPr lang="en-US"/>
              <a:t>Click to edit Master text styles</a:t>
            </a:r>
          </a:p>
        </p:txBody>
      </p:sp>
      <p:sp>
        <p:nvSpPr>
          <p:cNvPr id="33" name="Google Shape;33;p51"/>
          <p:cNvSpPr txBox="1">
            <a:spLocks noGrp="1"/>
          </p:cNvSpPr>
          <p:nvPr>
            <p:ph type="dt" idx="10"/>
          </p:nvPr>
        </p:nvSpPr>
        <p:spPr>
          <a:xfrm>
            <a:off x="0" y="0"/>
            <a:ext cx="3000000" cy="3000000"/>
          </a:xfrm>
          <a:prstGeom prst="rect">
            <a:avLst/>
          </a:prstGeom>
          <a:noFill/>
          <a:ln>
            <a:noFill/>
          </a:ln>
        </p:spPr>
        <p:txBody>
          <a:bodyPr spcFirstLastPara="1" wrap="square" lIns="91425" tIns="45700" rIns="91425" bIns="45700" anchor="t" anchorCtr="0">
            <a:noAutofit/>
          </a:bodyPr>
          <a:lstStyle>
            <a:lvl1pPr marR="0" lvl="0" algn="l" rtl="0">
              <a:spcBef>
                <a:spcPts val="0"/>
              </a:spcBef>
              <a:spcAft>
                <a:spcPts val="0"/>
              </a:spcAft>
              <a:buSzPts val="1400"/>
              <a:buNone/>
              <a:defRPr sz="1350">
                <a:solidFill>
                  <a:schemeClr val="dk1"/>
                </a:solidFill>
                <a:latin typeface="Calibri"/>
                <a:ea typeface="Calibri"/>
                <a:cs typeface="Calibri"/>
                <a:sym typeface="Calibri"/>
              </a:defRPr>
            </a:lvl1pPr>
            <a:lvl2pPr marR="0" lvl="1" algn="l" rtl="0">
              <a:spcBef>
                <a:spcPts val="0"/>
              </a:spcBef>
              <a:spcAft>
                <a:spcPts val="0"/>
              </a:spcAft>
              <a:buSzPts val="1400"/>
              <a:buNone/>
              <a:defRPr sz="135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35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35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35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35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35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35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350" b="0" i="0" u="none" strike="noStrike" cap="none">
                <a:solidFill>
                  <a:schemeClr val="dk1"/>
                </a:solidFill>
                <a:latin typeface="Calibri"/>
                <a:ea typeface="Calibri"/>
                <a:cs typeface="Calibri"/>
                <a:sym typeface="Calibri"/>
              </a:defRPr>
            </a:lvl9pPr>
          </a:lstStyle>
          <a:p>
            <a:fld id="{620B94EA-E0FC-45F7-8A06-3CE9694ED2AD}" type="datetimeFigureOut">
              <a:rPr lang="en-US" smtClean="0"/>
              <a:pPr/>
              <a:t>12/4/2024</a:t>
            </a:fld>
            <a:endParaRPr lang="en-US"/>
          </a:p>
        </p:txBody>
      </p:sp>
      <p:sp>
        <p:nvSpPr>
          <p:cNvPr id="34" name="Google Shape;34;p51"/>
          <p:cNvSpPr txBox="1">
            <a:spLocks noGrp="1"/>
          </p:cNvSpPr>
          <p:nvPr>
            <p:ph type="ftr" idx="11"/>
          </p:nvPr>
        </p:nvSpPr>
        <p:spPr>
          <a:xfrm>
            <a:off x="0" y="0"/>
            <a:ext cx="3000000" cy="3000000"/>
          </a:xfrm>
          <a:prstGeom prst="rect">
            <a:avLst/>
          </a:prstGeom>
          <a:noFill/>
          <a:ln>
            <a:noFill/>
          </a:ln>
        </p:spPr>
        <p:txBody>
          <a:bodyPr spcFirstLastPara="1" wrap="square" lIns="91425" tIns="45700" rIns="91425" bIns="45700" anchor="t" anchorCtr="0">
            <a:noAutofit/>
          </a:bodyPr>
          <a:lstStyle>
            <a:lvl1pPr marR="0" lvl="0" algn="l" rtl="0">
              <a:spcBef>
                <a:spcPts val="0"/>
              </a:spcBef>
              <a:spcAft>
                <a:spcPts val="0"/>
              </a:spcAft>
              <a:buSzPts val="1400"/>
              <a:buNone/>
              <a:defRPr sz="1350">
                <a:solidFill>
                  <a:schemeClr val="dk1"/>
                </a:solidFill>
                <a:latin typeface="Calibri"/>
                <a:ea typeface="Calibri"/>
                <a:cs typeface="Calibri"/>
                <a:sym typeface="Calibri"/>
              </a:defRPr>
            </a:lvl1pPr>
            <a:lvl2pPr marR="0" lvl="1" algn="l" rtl="0">
              <a:spcBef>
                <a:spcPts val="0"/>
              </a:spcBef>
              <a:spcAft>
                <a:spcPts val="0"/>
              </a:spcAft>
              <a:buSzPts val="1400"/>
              <a:buNone/>
              <a:defRPr sz="135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35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35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35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35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35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35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350" b="0" i="0" u="none" strike="noStrike" cap="none">
                <a:solidFill>
                  <a:schemeClr val="dk1"/>
                </a:solidFill>
                <a:latin typeface="Calibri"/>
                <a:ea typeface="Calibri"/>
                <a:cs typeface="Calibri"/>
                <a:sym typeface="Calibri"/>
              </a:defRPr>
            </a:lvl9pPr>
          </a:lstStyle>
          <a:p>
            <a:endParaRPr lang="en-US"/>
          </a:p>
        </p:txBody>
      </p:sp>
      <p:sp>
        <p:nvSpPr>
          <p:cNvPr id="35" name="Google Shape;35;p51"/>
          <p:cNvSpPr txBox="1">
            <a:spLocks noGrp="1"/>
          </p:cNvSpPr>
          <p:nvPr>
            <p:ph type="sldNum" idx="12"/>
          </p:nvPr>
        </p:nvSpPr>
        <p:spPr>
          <a:xfrm>
            <a:off x="0" y="0"/>
            <a:ext cx="3000000" cy="3000000"/>
          </a:xfrm>
          <a:prstGeom prst="rect">
            <a:avLst/>
          </a:prstGeom>
          <a:noFill/>
          <a:ln>
            <a:noFill/>
          </a:ln>
        </p:spPr>
        <p:txBody>
          <a:bodyPr spcFirstLastPara="1" wrap="square" lIns="91425" tIns="45700" rIns="91425" bIns="45700" anchor="t" anchorCtr="0">
            <a:noAutofit/>
          </a:bodyPr>
          <a:lstStyle>
            <a:lvl1pPr marL="0" marR="0" lvl="0" indent="0" algn="l" rtl="0">
              <a:spcBef>
                <a:spcPts val="0"/>
              </a:spcBef>
              <a:spcAft>
                <a:spcPts val="0"/>
              </a:spcAft>
              <a:buNone/>
              <a:defRPr sz="1350">
                <a:solidFill>
                  <a:schemeClr val="dk1"/>
                </a:solidFill>
                <a:latin typeface="Calibri"/>
                <a:ea typeface="Calibri"/>
                <a:cs typeface="Calibri"/>
                <a:sym typeface="Calibri"/>
              </a:defRPr>
            </a:lvl1pPr>
            <a:lvl2pPr marL="0" marR="0" lvl="1" indent="0" algn="l" rtl="0">
              <a:spcBef>
                <a:spcPts val="0"/>
              </a:spcBef>
              <a:spcAft>
                <a:spcPts val="0"/>
              </a:spcAft>
              <a:buNone/>
              <a:defRPr sz="1350">
                <a:solidFill>
                  <a:schemeClr val="dk1"/>
                </a:solidFill>
                <a:latin typeface="Calibri"/>
                <a:ea typeface="Calibri"/>
                <a:cs typeface="Calibri"/>
                <a:sym typeface="Calibri"/>
              </a:defRPr>
            </a:lvl2pPr>
            <a:lvl3pPr marL="0" marR="0" lvl="2" indent="0" algn="l" rtl="0">
              <a:spcBef>
                <a:spcPts val="0"/>
              </a:spcBef>
              <a:spcAft>
                <a:spcPts val="0"/>
              </a:spcAft>
              <a:buNone/>
              <a:defRPr sz="1350">
                <a:solidFill>
                  <a:schemeClr val="dk1"/>
                </a:solidFill>
                <a:latin typeface="Calibri"/>
                <a:ea typeface="Calibri"/>
                <a:cs typeface="Calibri"/>
                <a:sym typeface="Calibri"/>
              </a:defRPr>
            </a:lvl3pPr>
            <a:lvl4pPr marL="0" marR="0" lvl="3" indent="0" algn="l" rtl="0">
              <a:spcBef>
                <a:spcPts val="0"/>
              </a:spcBef>
              <a:spcAft>
                <a:spcPts val="0"/>
              </a:spcAft>
              <a:buNone/>
              <a:defRPr sz="1350">
                <a:solidFill>
                  <a:schemeClr val="dk1"/>
                </a:solidFill>
                <a:latin typeface="Calibri"/>
                <a:ea typeface="Calibri"/>
                <a:cs typeface="Calibri"/>
                <a:sym typeface="Calibri"/>
              </a:defRPr>
            </a:lvl4pPr>
            <a:lvl5pPr marL="0" marR="0" lvl="4" indent="0" algn="l" rtl="0">
              <a:spcBef>
                <a:spcPts val="0"/>
              </a:spcBef>
              <a:spcAft>
                <a:spcPts val="0"/>
              </a:spcAft>
              <a:buNone/>
              <a:defRPr sz="1350">
                <a:solidFill>
                  <a:schemeClr val="dk1"/>
                </a:solidFill>
                <a:latin typeface="Calibri"/>
                <a:ea typeface="Calibri"/>
                <a:cs typeface="Calibri"/>
                <a:sym typeface="Calibri"/>
              </a:defRPr>
            </a:lvl5pPr>
            <a:lvl6pPr marL="0" marR="0" lvl="5" indent="0" algn="l" rtl="0">
              <a:spcBef>
                <a:spcPts val="0"/>
              </a:spcBef>
              <a:spcAft>
                <a:spcPts val="0"/>
              </a:spcAft>
              <a:buNone/>
              <a:defRPr sz="1350">
                <a:solidFill>
                  <a:schemeClr val="dk1"/>
                </a:solidFill>
                <a:latin typeface="Calibri"/>
                <a:ea typeface="Calibri"/>
                <a:cs typeface="Calibri"/>
                <a:sym typeface="Calibri"/>
              </a:defRPr>
            </a:lvl6pPr>
            <a:lvl7pPr marL="0" marR="0" lvl="6" indent="0" algn="l" rtl="0">
              <a:spcBef>
                <a:spcPts val="0"/>
              </a:spcBef>
              <a:spcAft>
                <a:spcPts val="0"/>
              </a:spcAft>
              <a:buNone/>
              <a:defRPr sz="1350">
                <a:solidFill>
                  <a:schemeClr val="dk1"/>
                </a:solidFill>
                <a:latin typeface="Calibri"/>
                <a:ea typeface="Calibri"/>
                <a:cs typeface="Calibri"/>
                <a:sym typeface="Calibri"/>
              </a:defRPr>
            </a:lvl7pPr>
            <a:lvl8pPr marL="0" marR="0" lvl="7" indent="0" algn="l" rtl="0">
              <a:spcBef>
                <a:spcPts val="0"/>
              </a:spcBef>
              <a:spcAft>
                <a:spcPts val="0"/>
              </a:spcAft>
              <a:buNone/>
              <a:defRPr sz="1350">
                <a:solidFill>
                  <a:schemeClr val="dk1"/>
                </a:solidFill>
                <a:latin typeface="Calibri"/>
                <a:ea typeface="Calibri"/>
                <a:cs typeface="Calibri"/>
                <a:sym typeface="Calibri"/>
              </a:defRPr>
            </a:lvl8pPr>
            <a:lvl9pPr marL="0" marR="0" lvl="8" indent="0" algn="l" rtl="0">
              <a:spcBef>
                <a:spcPts val="0"/>
              </a:spcBef>
              <a:spcAft>
                <a:spcPts val="0"/>
              </a:spcAft>
              <a:buNone/>
              <a:defRPr sz="1350">
                <a:solidFill>
                  <a:schemeClr val="dk1"/>
                </a:solidFill>
                <a:latin typeface="Calibri"/>
                <a:ea typeface="Calibri"/>
                <a:cs typeface="Calibri"/>
                <a:sym typeface="Calibri"/>
              </a:defRPr>
            </a:lvl9pPr>
          </a:lstStyle>
          <a:p>
            <a:fld id="{0E4ECC14-25A4-4E96-A863-D89966B2F4B2}" type="slidenum">
              <a:rPr lang="en-US" smtClean="0"/>
              <a:pPr/>
              <a:t>‹#›</a:t>
            </a:fld>
            <a:endParaRPr lang="en-US"/>
          </a:p>
        </p:txBody>
      </p:sp>
    </p:spTree>
    <p:extLst>
      <p:ext uri="{BB962C8B-B14F-4D97-AF65-F5344CB8AC3E}">
        <p14:creationId xmlns:p14="http://schemas.microsoft.com/office/powerpoint/2010/main" val="1358266925"/>
      </p:ext>
    </p:extLst>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matchingName="Section Divider" preserve="1">
  <p:cSld name="Section Divider">
    <p:spTree>
      <p:nvGrpSpPr>
        <p:cNvPr id="1" name="Shape 36"/>
        <p:cNvGrpSpPr/>
        <p:nvPr/>
      </p:nvGrpSpPr>
      <p:grpSpPr>
        <a:xfrm>
          <a:off x="0" y="0"/>
          <a:ext cx="0" cy="0"/>
          <a:chOff x="0" y="0"/>
          <a:chExt cx="0" cy="0"/>
        </a:xfrm>
      </p:grpSpPr>
      <p:pic>
        <p:nvPicPr>
          <p:cNvPr id="37" name="Google Shape;37;p52"/>
          <p:cNvPicPr preferRelativeResize="0"/>
          <p:nvPr/>
        </p:nvPicPr>
        <p:blipFill rotWithShape="1">
          <a:blip r:embed="rId2">
            <a:alphaModFix/>
          </a:blip>
          <a:srcRect/>
          <a:stretch/>
        </p:blipFill>
        <p:spPr>
          <a:xfrm>
            <a:off x="0" y="0"/>
            <a:ext cx="12192000" cy="6858000"/>
          </a:xfrm>
          <a:prstGeom prst="rect">
            <a:avLst/>
          </a:prstGeom>
          <a:noFill/>
          <a:ln>
            <a:noFill/>
          </a:ln>
        </p:spPr>
      </p:pic>
      <p:sp>
        <p:nvSpPr>
          <p:cNvPr id="38" name="Google Shape;38;p52"/>
          <p:cNvSpPr txBox="1">
            <a:spLocks noGrp="1"/>
          </p:cNvSpPr>
          <p:nvPr>
            <p:ph type="ctrTitle"/>
          </p:nvPr>
        </p:nvSpPr>
        <p:spPr>
          <a:xfrm>
            <a:off x="914400" y="1153123"/>
            <a:ext cx="10424160" cy="2387600"/>
          </a:xfrm>
          <a:prstGeom prst="rect">
            <a:avLst/>
          </a:prstGeom>
          <a:noFill/>
          <a:ln>
            <a:noFill/>
          </a:ln>
        </p:spPr>
        <p:txBody>
          <a:bodyPr spcFirstLastPara="1" wrap="square" lIns="91425" tIns="45700" rIns="91425" bIns="45700" anchor="b" anchorCtr="0">
            <a:noAutofit/>
          </a:bodyPr>
          <a:lstStyle>
            <a:lvl1pPr lvl="0" algn="ctr">
              <a:lnSpc>
                <a:spcPct val="90000"/>
              </a:lnSpc>
              <a:spcBef>
                <a:spcPts val="0"/>
              </a:spcBef>
              <a:spcAft>
                <a:spcPts val="0"/>
              </a:spcAft>
              <a:buClr>
                <a:schemeClr val="lt1"/>
              </a:buClr>
              <a:buSzPts val="5400"/>
              <a:buFont typeface="Work Sans"/>
              <a:buNone/>
              <a:defRPr sz="4050">
                <a:solidFill>
                  <a:schemeClr val="lt1"/>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r>
              <a:rPr lang="en-US"/>
              <a:t>Click to edit Master title style</a:t>
            </a:r>
            <a:endParaRPr/>
          </a:p>
        </p:txBody>
      </p:sp>
      <p:sp>
        <p:nvSpPr>
          <p:cNvPr id="39" name="Google Shape;39;p52"/>
          <p:cNvSpPr txBox="1">
            <a:spLocks noGrp="1"/>
          </p:cNvSpPr>
          <p:nvPr>
            <p:ph type="subTitle" idx="1"/>
          </p:nvPr>
        </p:nvSpPr>
        <p:spPr>
          <a:xfrm>
            <a:off x="914400" y="3809720"/>
            <a:ext cx="10424160" cy="1424930"/>
          </a:xfrm>
          <a:prstGeom prst="rect">
            <a:avLst/>
          </a:prstGeom>
          <a:noFill/>
          <a:ln>
            <a:noFill/>
          </a:ln>
        </p:spPr>
        <p:txBody>
          <a:bodyPr spcFirstLastPara="1" wrap="square" lIns="91425" tIns="45700" rIns="91425" bIns="45700" anchor="t" anchorCtr="0">
            <a:noAutofit/>
          </a:bodyPr>
          <a:lstStyle>
            <a:lvl1pPr lvl="0" algn="ctr">
              <a:lnSpc>
                <a:spcPct val="100000"/>
              </a:lnSpc>
              <a:spcBef>
                <a:spcPts val="750"/>
              </a:spcBef>
              <a:spcAft>
                <a:spcPts val="0"/>
              </a:spcAft>
              <a:buSzPts val="3600"/>
              <a:buNone/>
              <a:defRPr sz="2700">
                <a:solidFill>
                  <a:schemeClr val="lt1"/>
                </a:solidFill>
              </a:defRPr>
            </a:lvl1pPr>
            <a:lvl2pPr lvl="1" algn="ctr">
              <a:lnSpc>
                <a:spcPct val="100000"/>
              </a:lnSpc>
              <a:spcBef>
                <a:spcPts val="600"/>
              </a:spcBef>
              <a:spcAft>
                <a:spcPts val="0"/>
              </a:spcAft>
              <a:buSzPts val="2000"/>
              <a:buNone/>
              <a:defRPr sz="1500"/>
            </a:lvl2pPr>
            <a:lvl3pPr lvl="2" algn="ctr">
              <a:lnSpc>
                <a:spcPct val="100000"/>
              </a:lnSpc>
              <a:spcBef>
                <a:spcPts val="600"/>
              </a:spcBef>
              <a:spcAft>
                <a:spcPts val="0"/>
              </a:spcAft>
              <a:buSzPts val="1440"/>
              <a:buNone/>
              <a:defRPr sz="1350"/>
            </a:lvl3pPr>
            <a:lvl4pPr lvl="3" algn="ctr">
              <a:lnSpc>
                <a:spcPct val="90000"/>
              </a:lnSpc>
              <a:spcBef>
                <a:spcPts val="600"/>
              </a:spcBef>
              <a:spcAft>
                <a:spcPts val="0"/>
              </a:spcAft>
              <a:buSzPts val="1600"/>
              <a:buNone/>
              <a:defRPr sz="1200"/>
            </a:lvl4pPr>
            <a:lvl5pPr lvl="4" algn="ctr">
              <a:lnSpc>
                <a:spcPct val="90000"/>
              </a:lnSpc>
              <a:spcBef>
                <a:spcPts val="375"/>
              </a:spcBef>
              <a:spcAft>
                <a:spcPts val="0"/>
              </a:spcAft>
              <a:buClr>
                <a:schemeClr val="accent1"/>
              </a:buClr>
              <a:buSzPts val="1600"/>
              <a:buNone/>
              <a:defRPr sz="1200"/>
            </a:lvl5pPr>
            <a:lvl6pPr lvl="5" algn="ctr">
              <a:lnSpc>
                <a:spcPct val="90000"/>
              </a:lnSpc>
              <a:spcBef>
                <a:spcPts val="375"/>
              </a:spcBef>
              <a:spcAft>
                <a:spcPts val="0"/>
              </a:spcAft>
              <a:buClr>
                <a:schemeClr val="dk1"/>
              </a:buClr>
              <a:buSzPts val="1600"/>
              <a:buNone/>
              <a:defRPr sz="1200"/>
            </a:lvl6pPr>
            <a:lvl7pPr lvl="6" algn="ctr">
              <a:lnSpc>
                <a:spcPct val="90000"/>
              </a:lnSpc>
              <a:spcBef>
                <a:spcPts val="375"/>
              </a:spcBef>
              <a:spcAft>
                <a:spcPts val="0"/>
              </a:spcAft>
              <a:buClr>
                <a:schemeClr val="dk1"/>
              </a:buClr>
              <a:buSzPts val="1600"/>
              <a:buNone/>
              <a:defRPr sz="1200"/>
            </a:lvl7pPr>
            <a:lvl8pPr lvl="7" algn="ctr">
              <a:lnSpc>
                <a:spcPct val="90000"/>
              </a:lnSpc>
              <a:spcBef>
                <a:spcPts val="375"/>
              </a:spcBef>
              <a:spcAft>
                <a:spcPts val="0"/>
              </a:spcAft>
              <a:buClr>
                <a:schemeClr val="dk1"/>
              </a:buClr>
              <a:buSzPts val="1600"/>
              <a:buNone/>
              <a:defRPr sz="1200"/>
            </a:lvl8pPr>
            <a:lvl9pPr lvl="8" algn="ctr">
              <a:lnSpc>
                <a:spcPct val="90000"/>
              </a:lnSpc>
              <a:spcBef>
                <a:spcPts val="375"/>
              </a:spcBef>
              <a:spcAft>
                <a:spcPts val="0"/>
              </a:spcAft>
              <a:buClr>
                <a:schemeClr val="dk1"/>
              </a:buClr>
              <a:buSzPts val="1600"/>
              <a:buNone/>
              <a:defRPr sz="1200"/>
            </a:lvl9pPr>
          </a:lstStyle>
          <a:p>
            <a:r>
              <a:rPr lang="en-US"/>
              <a:t>Click to edit Master subtitle style</a:t>
            </a:r>
            <a:endParaRPr/>
          </a:p>
        </p:txBody>
      </p:sp>
      <p:pic>
        <p:nvPicPr>
          <p:cNvPr id="40" name="Google Shape;40;p52"/>
          <p:cNvPicPr preferRelativeResize="0"/>
          <p:nvPr/>
        </p:nvPicPr>
        <p:blipFill rotWithShape="1">
          <a:blip r:embed="rId3">
            <a:alphaModFix/>
          </a:blip>
          <a:srcRect/>
          <a:stretch/>
        </p:blipFill>
        <p:spPr>
          <a:xfrm>
            <a:off x="183090" y="6223889"/>
            <a:ext cx="1820281" cy="610675"/>
          </a:xfrm>
          <a:prstGeom prst="rect">
            <a:avLst/>
          </a:prstGeom>
          <a:noFill/>
          <a:ln>
            <a:noFill/>
          </a:ln>
        </p:spPr>
      </p:pic>
      <p:sp>
        <p:nvSpPr>
          <p:cNvPr id="41" name="Google Shape;41;p52"/>
          <p:cNvSpPr txBox="1"/>
          <p:nvPr/>
        </p:nvSpPr>
        <p:spPr>
          <a:xfrm>
            <a:off x="11082189" y="6449054"/>
            <a:ext cx="734291" cy="365760"/>
          </a:xfrm>
          <a:prstGeom prst="rect">
            <a:avLst/>
          </a:prstGeom>
          <a:noFill/>
          <a:ln>
            <a:noFill/>
          </a:ln>
        </p:spPr>
        <p:txBody>
          <a:bodyPr spcFirstLastPara="1" wrap="square" lIns="68569" tIns="34275" rIns="68569" bIns="34275" anchor="ctr" anchorCtr="0">
            <a:noAutofit/>
          </a:bodyPr>
          <a:lstStyle/>
          <a:p>
            <a:pPr marL="0" marR="0" lvl="0" indent="0" algn="r" rtl="0">
              <a:spcBef>
                <a:spcPts val="0"/>
              </a:spcBef>
              <a:spcAft>
                <a:spcPts val="0"/>
              </a:spcAft>
              <a:buNone/>
            </a:pPr>
            <a:fld id="{00000000-1234-1234-1234-123412341234}" type="slidenum">
              <a:rPr lang="en-US" sz="825">
                <a:solidFill>
                  <a:schemeClr val="lt1"/>
                </a:solidFill>
                <a:latin typeface="Work Sans"/>
                <a:ea typeface="Work Sans"/>
                <a:cs typeface="Work Sans"/>
                <a:sym typeface="Work Sans"/>
              </a:rPr>
              <a:pPr marL="0" marR="0" lvl="0" indent="0" algn="r" rtl="0">
                <a:spcBef>
                  <a:spcPts val="0"/>
                </a:spcBef>
                <a:spcAft>
                  <a:spcPts val="0"/>
                </a:spcAft>
                <a:buNone/>
              </a:pPr>
              <a:t>‹#›</a:t>
            </a:fld>
            <a:endParaRPr sz="825">
              <a:solidFill>
                <a:schemeClr val="lt1"/>
              </a:solidFill>
              <a:latin typeface="Work Sans"/>
              <a:ea typeface="Work Sans"/>
              <a:cs typeface="Work Sans"/>
              <a:sym typeface="Work Sans"/>
            </a:endParaRPr>
          </a:p>
        </p:txBody>
      </p:sp>
      <p:sp>
        <p:nvSpPr>
          <p:cNvPr id="42" name="Google Shape;42;p52"/>
          <p:cNvSpPr txBox="1"/>
          <p:nvPr/>
        </p:nvSpPr>
        <p:spPr>
          <a:xfrm>
            <a:off x="2322513" y="6393562"/>
            <a:ext cx="8677275" cy="346218"/>
          </a:xfrm>
          <a:prstGeom prst="rect">
            <a:avLst/>
          </a:prstGeom>
          <a:noFill/>
          <a:ln>
            <a:noFill/>
          </a:ln>
        </p:spPr>
        <p:txBody>
          <a:bodyPr spcFirstLastPara="1" wrap="square" lIns="68569" tIns="34275" rIns="68569" bIns="34275" anchor="t" anchorCtr="0">
            <a:spAutoFit/>
          </a:bodyPr>
          <a:lstStyle/>
          <a:p>
            <a:pPr marL="0" marR="0" lvl="0" indent="0" algn="l" rtl="0">
              <a:lnSpc>
                <a:spcPct val="100000"/>
              </a:lnSpc>
              <a:spcBef>
                <a:spcPts val="0"/>
              </a:spcBef>
              <a:spcAft>
                <a:spcPts val="0"/>
              </a:spcAft>
              <a:buClr>
                <a:schemeClr val="lt1"/>
              </a:buClr>
              <a:buSzPts val="1200"/>
              <a:buFont typeface="Arial"/>
              <a:buNone/>
            </a:pPr>
            <a:r>
              <a:rPr lang="en-US" sz="900">
                <a:solidFill>
                  <a:schemeClr val="lt1"/>
                </a:solidFill>
                <a:latin typeface="Arial"/>
                <a:ea typeface="Arial"/>
                <a:cs typeface="Arial"/>
                <a:sym typeface="Arial"/>
              </a:rPr>
              <a:t>Rob Thompson and Jack Erjavec, Automotive Technology: A Systems Approach, 8</a:t>
            </a:r>
            <a:r>
              <a:rPr lang="en-US" sz="900" baseline="30000">
                <a:solidFill>
                  <a:schemeClr val="lt1"/>
                </a:solidFill>
                <a:latin typeface="Arial"/>
                <a:ea typeface="Arial"/>
                <a:cs typeface="Arial"/>
                <a:sym typeface="Arial"/>
              </a:rPr>
              <a:t>th</a:t>
            </a:r>
            <a:r>
              <a:rPr lang="en-US" sz="900">
                <a:solidFill>
                  <a:schemeClr val="lt1"/>
                </a:solidFill>
                <a:latin typeface="Arial"/>
                <a:ea typeface="Arial"/>
                <a:cs typeface="Arial"/>
                <a:sym typeface="Arial"/>
              </a:rPr>
              <a:t> Edition. © 2025 Cengage. All Rights Reserved. May not be scanned, copied or duplicated, or posted to a publicly accessible website, in whole or in part.</a:t>
            </a:r>
            <a:endParaRPr sz="1050"/>
          </a:p>
        </p:txBody>
      </p:sp>
    </p:spTree>
    <p:extLst>
      <p:ext uri="{BB962C8B-B14F-4D97-AF65-F5344CB8AC3E}">
        <p14:creationId xmlns:p14="http://schemas.microsoft.com/office/powerpoint/2010/main" val="3975817914"/>
      </p:ext>
    </p:extLst>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matchingName="1_Title Content" preserve="1">
  <p:cSld name="1_Title Content">
    <p:spTree>
      <p:nvGrpSpPr>
        <p:cNvPr id="1" name="Shape 43"/>
        <p:cNvGrpSpPr/>
        <p:nvPr/>
      </p:nvGrpSpPr>
      <p:grpSpPr>
        <a:xfrm>
          <a:off x="0" y="0"/>
          <a:ext cx="0" cy="0"/>
          <a:chOff x="0" y="0"/>
          <a:chExt cx="0" cy="0"/>
        </a:xfrm>
      </p:grpSpPr>
      <p:sp>
        <p:nvSpPr>
          <p:cNvPr id="44" name="Google Shape;44;p53"/>
          <p:cNvSpPr txBox="1">
            <a:spLocks noGrp="1"/>
          </p:cNvSpPr>
          <p:nvPr>
            <p:ph type="title"/>
          </p:nvPr>
        </p:nvSpPr>
        <p:spPr>
          <a:xfrm>
            <a:off x="476845" y="473246"/>
            <a:ext cx="11241915" cy="710096"/>
          </a:xfrm>
          <a:prstGeom prst="rect">
            <a:avLst/>
          </a:prstGeom>
          <a:noFill/>
          <a:ln>
            <a:noFill/>
          </a:ln>
        </p:spPr>
        <p:txBody>
          <a:bodyPr spcFirstLastPara="1" wrap="square" lIns="91425" tIns="45700" rIns="91425" bIns="45700" anchor="t" anchorCtr="0">
            <a:noAutofit/>
          </a:bodyPr>
          <a:lstStyle>
            <a:lvl1pPr lvl="0" algn="ctr">
              <a:lnSpc>
                <a:spcPct val="90000"/>
              </a:lnSpc>
              <a:spcBef>
                <a:spcPts val="0"/>
              </a:spcBef>
              <a:spcAft>
                <a:spcPts val="0"/>
              </a:spcAft>
              <a:buClr>
                <a:schemeClr val="dk1"/>
              </a:buClr>
              <a:buSzPts val="4000"/>
              <a:buFont typeface="Work Sans"/>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r>
              <a:rPr lang="en-US"/>
              <a:t>Click to edit Master title style</a:t>
            </a:r>
            <a:endParaRPr/>
          </a:p>
        </p:txBody>
      </p:sp>
      <p:sp>
        <p:nvSpPr>
          <p:cNvPr id="45" name="Google Shape;45;p53"/>
          <p:cNvSpPr txBox="1">
            <a:spLocks noGrp="1"/>
          </p:cNvSpPr>
          <p:nvPr>
            <p:ph type="body" idx="1"/>
          </p:nvPr>
        </p:nvSpPr>
        <p:spPr>
          <a:xfrm>
            <a:off x="476844" y="1508125"/>
            <a:ext cx="8429413" cy="1920876"/>
          </a:xfrm>
          <a:prstGeom prst="rect">
            <a:avLst/>
          </a:prstGeom>
          <a:noFill/>
          <a:ln>
            <a:noFill/>
          </a:ln>
        </p:spPr>
        <p:txBody>
          <a:bodyPr spcFirstLastPara="1" wrap="square" lIns="91425" tIns="45700" rIns="91425" bIns="45700" anchor="t" anchorCtr="0">
            <a:noAutofit/>
          </a:bodyPr>
          <a:lstStyle>
            <a:lvl1pPr marL="342900" lvl="0" indent="-304800" algn="l">
              <a:lnSpc>
                <a:spcPct val="100000"/>
              </a:lnSpc>
              <a:spcBef>
                <a:spcPts val="468"/>
              </a:spcBef>
              <a:spcAft>
                <a:spcPts val="0"/>
              </a:spcAft>
              <a:buSzPts val="2800"/>
              <a:buChar char="•"/>
              <a:defRPr sz="2100"/>
            </a:lvl1pPr>
            <a:lvl2pPr marL="685800" lvl="1" indent="-295275" algn="l">
              <a:lnSpc>
                <a:spcPct val="100000"/>
              </a:lnSpc>
              <a:spcBef>
                <a:spcPts val="468"/>
              </a:spcBef>
              <a:spcAft>
                <a:spcPts val="0"/>
              </a:spcAft>
              <a:buSzPts val="2600"/>
              <a:buChar char="−"/>
              <a:defRPr sz="1950" b="0"/>
            </a:lvl2pPr>
            <a:lvl3pPr marL="1028700" lvl="2" indent="-262889" algn="l">
              <a:lnSpc>
                <a:spcPct val="100000"/>
              </a:lnSpc>
              <a:spcBef>
                <a:spcPts val="468"/>
              </a:spcBef>
              <a:spcAft>
                <a:spcPts val="0"/>
              </a:spcAft>
              <a:buSzPts val="1920"/>
              <a:buChar char="▪"/>
              <a:defRPr sz="1800" b="0"/>
            </a:lvl3pPr>
            <a:lvl4pPr marL="1371600" marR="0" lvl="3" indent="-171450" algn="l">
              <a:lnSpc>
                <a:spcPct val="100000"/>
              </a:lnSpc>
              <a:spcBef>
                <a:spcPts val="468"/>
              </a:spcBef>
              <a:spcAft>
                <a:spcPts val="0"/>
              </a:spcAft>
              <a:buClr>
                <a:schemeClr val="dk1"/>
              </a:buClr>
              <a:buSzPts val="2400"/>
              <a:buFont typeface="Arial"/>
              <a:buNone/>
              <a:defRPr/>
            </a:lvl4pPr>
            <a:lvl5pPr marL="1714500" lvl="4" indent="-257175" algn="l">
              <a:lnSpc>
                <a:spcPct val="90000"/>
              </a:lnSpc>
              <a:spcBef>
                <a:spcPts val="450"/>
              </a:spcBef>
              <a:spcAft>
                <a:spcPts val="0"/>
              </a:spcAft>
              <a:buClr>
                <a:schemeClr val="accent1"/>
              </a:buClr>
              <a:buSzPts val="1800"/>
              <a:buChar char="•"/>
              <a:defRPr/>
            </a:lvl5pPr>
            <a:lvl6pPr marL="2057400" lvl="5" indent="-257175" algn="l">
              <a:lnSpc>
                <a:spcPct val="90000"/>
              </a:lnSpc>
              <a:spcBef>
                <a:spcPts val="375"/>
              </a:spcBef>
              <a:spcAft>
                <a:spcPts val="0"/>
              </a:spcAft>
              <a:buClr>
                <a:schemeClr val="dk1"/>
              </a:buClr>
              <a:buSzPts val="1800"/>
              <a:buChar char="•"/>
              <a:defRPr/>
            </a:lvl6pPr>
            <a:lvl7pPr marL="2400300" lvl="6" indent="-257175" algn="l">
              <a:lnSpc>
                <a:spcPct val="90000"/>
              </a:lnSpc>
              <a:spcBef>
                <a:spcPts val="375"/>
              </a:spcBef>
              <a:spcAft>
                <a:spcPts val="0"/>
              </a:spcAft>
              <a:buClr>
                <a:schemeClr val="dk1"/>
              </a:buClr>
              <a:buSzPts val="1800"/>
              <a:buChar char="•"/>
              <a:defRPr/>
            </a:lvl7pPr>
            <a:lvl8pPr marL="2743200" lvl="7" indent="-257175" algn="l">
              <a:lnSpc>
                <a:spcPct val="90000"/>
              </a:lnSpc>
              <a:spcBef>
                <a:spcPts val="375"/>
              </a:spcBef>
              <a:spcAft>
                <a:spcPts val="0"/>
              </a:spcAft>
              <a:buClr>
                <a:schemeClr val="dk1"/>
              </a:buClr>
              <a:buSzPts val="1800"/>
              <a:buChar char="•"/>
              <a:defRPr/>
            </a:lvl8pPr>
            <a:lvl9pPr marL="3086100" lvl="8" indent="-257175" algn="l">
              <a:lnSpc>
                <a:spcPct val="90000"/>
              </a:lnSpc>
              <a:spcBef>
                <a:spcPts val="375"/>
              </a:spcBef>
              <a:spcAft>
                <a:spcPts val="0"/>
              </a:spcAft>
              <a:buClr>
                <a:schemeClr val="dk1"/>
              </a:buClr>
              <a:buSzPts val="1800"/>
              <a:buChar char="•"/>
              <a:defRPr/>
            </a:lvl9pPr>
          </a:lstStyle>
          <a:p>
            <a:pPr lvl="0"/>
            <a:r>
              <a:rPr lang="en-US"/>
              <a:t>Click to edit Master text styles</a:t>
            </a:r>
          </a:p>
        </p:txBody>
      </p:sp>
      <p:sp>
        <p:nvSpPr>
          <p:cNvPr id="46" name="Google Shape;46;p53"/>
          <p:cNvSpPr>
            <a:spLocks noGrp="1"/>
          </p:cNvSpPr>
          <p:nvPr>
            <p:ph type="pic" idx="2"/>
          </p:nvPr>
        </p:nvSpPr>
        <p:spPr>
          <a:xfrm>
            <a:off x="712790" y="3713163"/>
            <a:ext cx="3640137" cy="1636712"/>
          </a:xfrm>
          <a:prstGeom prst="rect">
            <a:avLst/>
          </a:prstGeom>
          <a:noFill/>
          <a:ln>
            <a:noFill/>
          </a:ln>
        </p:spPr>
      </p:sp>
      <p:sp>
        <p:nvSpPr>
          <p:cNvPr id="47" name="Google Shape;47;p53"/>
          <p:cNvSpPr>
            <a:spLocks noGrp="1"/>
          </p:cNvSpPr>
          <p:nvPr>
            <p:ph type="pic" idx="3"/>
          </p:nvPr>
        </p:nvSpPr>
        <p:spPr>
          <a:xfrm>
            <a:off x="5157791" y="3713167"/>
            <a:ext cx="3062287" cy="1343025"/>
          </a:xfrm>
          <a:prstGeom prst="rect">
            <a:avLst/>
          </a:prstGeom>
          <a:noFill/>
          <a:ln>
            <a:noFill/>
          </a:ln>
        </p:spPr>
      </p:sp>
      <p:sp>
        <p:nvSpPr>
          <p:cNvPr id="48" name="Google Shape;48;p53"/>
          <p:cNvSpPr txBox="1">
            <a:spLocks noGrp="1"/>
          </p:cNvSpPr>
          <p:nvPr>
            <p:ph type="body" idx="4"/>
          </p:nvPr>
        </p:nvSpPr>
        <p:spPr>
          <a:xfrm>
            <a:off x="7839077" y="2259013"/>
            <a:ext cx="3408363" cy="1454150"/>
          </a:xfrm>
          <a:prstGeom prst="rect">
            <a:avLst/>
          </a:prstGeom>
          <a:noFill/>
          <a:ln>
            <a:noFill/>
          </a:ln>
        </p:spPr>
        <p:txBody>
          <a:bodyPr spcFirstLastPara="1" wrap="square" lIns="91425" tIns="45700" rIns="91425" bIns="45700" anchor="t" anchorCtr="0">
            <a:noAutofit/>
          </a:bodyPr>
          <a:lstStyle>
            <a:lvl1pPr marL="342900" lvl="0" indent="-257175" algn="l">
              <a:lnSpc>
                <a:spcPct val="100000"/>
              </a:lnSpc>
              <a:spcBef>
                <a:spcPts val="750"/>
              </a:spcBef>
              <a:spcAft>
                <a:spcPts val="0"/>
              </a:spcAft>
              <a:buSzPts val="1800"/>
              <a:buChar char="•"/>
              <a:defRPr/>
            </a:lvl1pPr>
            <a:lvl2pPr marL="685800" lvl="1" indent="-257175" algn="l">
              <a:lnSpc>
                <a:spcPct val="100000"/>
              </a:lnSpc>
              <a:spcBef>
                <a:spcPts val="600"/>
              </a:spcBef>
              <a:spcAft>
                <a:spcPts val="0"/>
              </a:spcAft>
              <a:buSzPts val="1800"/>
              <a:buChar char="−"/>
              <a:defRPr/>
            </a:lvl2pPr>
            <a:lvl3pPr marL="1028700" lvl="2" indent="-240029" algn="l">
              <a:lnSpc>
                <a:spcPct val="100000"/>
              </a:lnSpc>
              <a:spcBef>
                <a:spcPts val="600"/>
              </a:spcBef>
              <a:spcAft>
                <a:spcPts val="0"/>
              </a:spcAft>
              <a:buSzPts val="1440"/>
              <a:buChar char="▪"/>
              <a:defRPr/>
            </a:lvl3pPr>
            <a:lvl4pPr marL="1371600" lvl="3" indent="-257175" algn="l">
              <a:lnSpc>
                <a:spcPct val="90000"/>
              </a:lnSpc>
              <a:spcBef>
                <a:spcPts val="600"/>
              </a:spcBef>
              <a:spcAft>
                <a:spcPts val="0"/>
              </a:spcAft>
              <a:buSzPts val="1800"/>
              <a:buChar char="•"/>
              <a:defRPr/>
            </a:lvl4pPr>
            <a:lvl5pPr marL="1714500" lvl="4" indent="-257175" algn="l">
              <a:lnSpc>
                <a:spcPct val="90000"/>
              </a:lnSpc>
              <a:spcBef>
                <a:spcPts val="375"/>
              </a:spcBef>
              <a:spcAft>
                <a:spcPts val="0"/>
              </a:spcAft>
              <a:buClr>
                <a:schemeClr val="accent1"/>
              </a:buClr>
              <a:buSzPts val="1800"/>
              <a:buChar char="•"/>
              <a:defRPr/>
            </a:lvl5pPr>
            <a:lvl6pPr marL="2057400" lvl="5" indent="-257175" algn="l">
              <a:lnSpc>
                <a:spcPct val="90000"/>
              </a:lnSpc>
              <a:spcBef>
                <a:spcPts val="375"/>
              </a:spcBef>
              <a:spcAft>
                <a:spcPts val="0"/>
              </a:spcAft>
              <a:buClr>
                <a:schemeClr val="dk1"/>
              </a:buClr>
              <a:buSzPts val="1800"/>
              <a:buChar char="•"/>
              <a:defRPr/>
            </a:lvl6pPr>
            <a:lvl7pPr marL="2400300" lvl="6" indent="-257175" algn="l">
              <a:lnSpc>
                <a:spcPct val="90000"/>
              </a:lnSpc>
              <a:spcBef>
                <a:spcPts val="375"/>
              </a:spcBef>
              <a:spcAft>
                <a:spcPts val="0"/>
              </a:spcAft>
              <a:buClr>
                <a:schemeClr val="dk1"/>
              </a:buClr>
              <a:buSzPts val="1800"/>
              <a:buChar char="•"/>
              <a:defRPr/>
            </a:lvl7pPr>
            <a:lvl8pPr marL="2743200" lvl="7" indent="-257175" algn="l">
              <a:lnSpc>
                <a:spcPct val="90000"/>
              </a:lnSpc>
              <a:spcBef>
                <a:spcPts val="375"/>
              </a:spcBef>
              <a:spcAft>
                <a:spcPts val="0"/>
              </a:spcAft>
              <a:buClr>
                <a:schemeClr val="dk1"/>
              </a:buClr>
              <a:buSzPts val="1800"/>
              <a:buChar char="•"/>
              <a:defRPr/>
            </a:lvl8pPr>
            <a:lvl9pPr marL="3086100" lvl="8" indent="-257175" algn="l">
              <a:lnSpc>
                <a:spcPct val="90000"/>
              </a:lnSpc>
              <a:spcBef>
                <a:spcPts val="375"/>
              </a:spcBef>
              <a:spcAft>
                <a:spcPts val="0"/>
              </a:spcAft>
              <a:buClr>
                <a:schemeClr val="dk1"/>
              </a:buClr>
              <a:buSzPts val="1800"/>
              <a:buChar char="•"/>
              <a:defRPr/>
            </a:lvl9pPr>
          </a:lstStyle>
          <a:p>
            <a:pPr lvl="0"/>
            <a:r>
              <a:rPr lang="en-US"/>
              <a:t>Click to edit Master text styles</a:t>
            </a:r>
          </a:p>
        </p:txBody>
      </p:sp>
      <p:sp>
        <p:nvSpPr>
          <p:cNvPr id="49" name="Google Shape;49;p53"/>
          <p:cNvSpPr txBox="1">
            <a:spLocks noGrp="1"/>
          </p:cNvSpPr>
          <p:nvPr>
            <p:ph type="body" idx="5"/>
          </p:nvPr>
        </p:nvSpPr>
        <p:spPr>
          <a:xfrm>
            <a:off x="8494713" y="4856163"/>
            <a:ext cx="914400" cy="914400"/>
          </a:xfrm>
          <a:prstGeom prst="rect">
            <a:avLst/>
          </a:prstGeom>
          <a:noFill/>
          <a:ln>
            <a:noFill/>
          </a:ln>
        </p:spPr>
        <p:txBody>
          <a:bodyPr spcFirstLastPara="1" wrap="square" lIns="91425" tIns="45700" rIns="91425" bIns="45700" anchor="t" anchorCtr="0">
            <a:noAutofit/>
          </a:bodyPr>
          <a:lstStyle>
            <a:lvl1pPr marL="342900" lvl="0" indent="-257175" algn="l">
              <a:lnSpc>
                <a:spcPct val="100000"/>
              </a:lnSpc>
              <a:spcBef>
                <a:spcPts val="750"/>
              </a:spcBef>
              <a:spcAft>
                <a:spcPts val="0"/>
              </a:spcAft>
              <a:buSzPts val="1800"/>
              <a:buChar char="•"/>
              <a:defRPr/>
            </a:lvl1pPr>
            <a:lvl2pPr marL="685800" lvl="1" indent="-257175" algn="l">
              <a:lnSpc>
                <a:spcPct val="100000"/>
              </a:lnSpc>
              <a:spcBef>
                <a:spcPts val="600"/>
              </a:spcBef>
              <a:spcAft>
                <a:spcPts val="0"/>
              </a:spcAft>
              <a:buSzPts val="1800"/>
              <a:buChar char="−"/>
              <a:defRPr/>
            </a:lvl2pPr>
            <a:lvl3pPr marL="1028700" lvl="2" indent="-240029" algn="l">
              <a:lnSpc>
                <a:spcPct val="100000"/>
              </a:lnSpc>
              <a:spcBef>
                <a:spcPts val="600"/>
              </a:spcBef>
              <a:spcAft>
                <a:spcPts val="0"/>
              </a:spcAft>
              <a:buSzPts val="1440"/>
              <a:buChar char="▪"/>
              <a:defRPr/>
            </a:lvl3pPr>
            <a:lvl4pPr marL="1371600" lvl="3" indent="-257175" algn="l">
              <a:lnSpc>
                <a:spcPct val="90000"/>
              </a:lnSpc>
              <a:spcBef>
                <a:spcPts val="600"/>
              </a:spcBef>
              <a:spcAft>
                <a:spcPts val="0"/>
              </a:spcAft>
              <a:buSzPts val="1800"/>
              <a:buChar char="•"/>
              <a:defRPr/>
            </a:lvl4pPr>
            <a:lvl5pPr marL="1714500" lvl="4" indent="-257175" algn="l">
              <a:lnSpc>
                <a:spcPct val="90000"/>
              </a:lnSpc>
              <a:spcBef>
                <a:spcPts val="375"/>
              </a:spcBef>
              <a:spcAft>
                <a:spcPts val="0"/>
              </a:spcAft>
              <a:buClr>
                <a:schemeClr val="accent1"/>
              </a:buClr>
              <a:buSzPts val="1800"/>
              <a:buChar char="•"/>
              <a:defRPr/>
            </a:lvl5pPr>
            <a:lvl6pPr marL="2057400" lvl="5" indent="-257175" algn="l">
              <a:lnSpc>
                <a:spcPct val="90000"/>
              </a:lnSpc>
              <a:spcBef>
                <a:spcPts val="375"/>
              </a:spcBef>
              <a:spcAft>
                <a:spcPts val="0"/>
              </a:spcAft>
              <a:buClr>
                <a:schemeClr val="dk1"/>
              </a:buClr>
              <a:buSzPts val="1800"/>
              <a:buChar char="•"/>
              <a:defRPr/>
            </a:lvl6pPr>
            <a:lvl7pPr marL="2400300" lvl="6" indent="-257175" algn="l">
              <a:lnSpc>
                <a:spcPct val="90000"/>
              </a:lnSpc>
              <a:spcBef>
                <a:spcPts val="375"/>
              </a:spcBef>
              <a:spcAft>
                <a:spcPts val="0"/>
              </a:spcAft>
              <a:buClr>
                <a:schemeClr val="dk1"/>
              </a:buClr>
              <a:buSzPts val="1800"/>
              <a:buChar char="•"/>
              <a:defRPr/>
            </a:lvl7pPr>
            <a:lvl8pPr marL="2743200" lvl="7" indent="-257175" algn="l">
              <a:lnSpc>
                <a:spcPct val="90000"/>
              </a:lnSpc>
              <a:spcBef>
                <a:spcPts val="375"/>
              </a:spcBef>
              <a:spcAft>
                <a:spcPts val="0"/>
              </a:spcAft>
              <a:buClr>
                <a:schemeClr val="dk1"/>
              </a:buClr>
              <a:buSzPts val="1800"/>
              <a:buChar char="•"/>
              <a:defRPr/>
            </a:lvl8pPr>
            <a:lvl9pPr marL="3086100" lvl="8" indent="-257175" algn="l">
              <a:lnSpc>
                <a:spcPct val="90000"/>
              </a:lnSpc>
              <a:spcBef>
                <a:spcPts val="375"/>
              </a:spcBef>
              <a:spcAft>
                <a:spcPts val="0"/>
              </a:spcAft>
              <a:buClr>
                <a:schemeClr val="dk1"/>
              </a:buClr>
              <a:buSzPts val="1800"/>
              <a:buChar char="•"/>
              <a:defRPr/>
            </a:lvl9pPr>
          </a:lstStyle>
          <a:p>
            <a:pPr lvl="0"/>
            <a:r>
              <a:rPr lang="en-US"/>
              <a:t>Click to edit Master text styles</a:t>
            </a:r>
          </a:p>
        </p:txBody>
      </p:sp>
    </p:spTree>
    <p:extLst>
      <p:ext uri="{BB962C8B-B14F-4D97-AF65-F5344CB8AC3E}">
        <p14:creationId xmlns:p14="http://schemas.microsoft.com/office/powerpoint/2010/main" val="3199349050"/>
      </p:ext>
    </p:extLst>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matchingName="1_Title Content and image caption" preserve="1">
  <p:cSld name="1_Title Content and image caption">
    <p:spTree>
      <p:nvGrpSpPr>
        <p:cNvPr id="1" name="Shape 50"/>
        <p:cNvGrpSpPr/>
        <p:nvPr/>
      </p:nvGrpSpPr>
      <p:grpSpPr>
        <a:xfrm>
          <a:off x="0" y="0"/>
          <a:ext cx="0" cy="0"/>
          <a:chOff x="0" y="0"/>
          <a:chExt cx="0" cy="0"/>
        </a:xfrm>
      </p:grpSpPr>
      <p:sp>
        <p:nvSpPr>
          <p:cNvPr id="51" name="Google Shape;51;p54"/>
          <p:cNvSpPr txBox="1">
            <a:spLocks noGrp="1"/>
          </p:cNvSpPr>
          <p:nvPr>
            <p:ph type="title"/>
          </p:nvPr>
        </p:nvSpPr>
        <p:spPr>
          <a:xfrm>
            <a:off x="476845" y="473246"/>
            <a:ext cx="11241915" cy="710096"/>
          </a:xfrm>
          <a:prstGeom prst="rect">
            <a:avLst/>
          </a:prstGeom>
          <a:noFill/>
          <a:ln>
            <a:noFill/>
          </a:ln>
        </p:spPr>
        <p:txBody>
          <a:bodyPr spcFirstLastPara="1" wrap="square" lIns="91425" tIns="45700" rIns="91425" bIns="45700" anchor="t" anchorCtr="0">
            <a:noAutofit/>
          </a:bodyPr>
          <a:lstStyle>
            <a:lvl1pPr lvl="0" algn="ctr">
              <a:lnSpc>
                <a:spcPct val="90000"/>
              </a:lnSpc>
              <a:spcBef>
                <a:spcPts val="0"/>
              </a:spcBef>
              <a:spcAft>
                <a:spcPts val="0"/>
              </a:spcAft>
              <a:buClr>
                <a:schemeClr val="dk1"/>
              </a:buClr>
              <a:buSzPts val="4000"/>
              <a:buFont typeface="Work Sans"/>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r>
              <a:rPr lang="en-US"/>
              <a:t>Click to edit Master title style</a:t>
            </a:r>
            <a:endParaRPr/>
          </a:p>
        </p:txBody>
      </p:sp>
      <p:sp>
        <p:nvSpPr>
          <p:cNvPr id="52" name="Google Shape;52;p54"/>
          <p:cNvSpPr txBox="1">
            <a:spLocks noGrp="1"/>
          </p:cNvSpPr>
          <p:nvPr>
            <p:ph type="body" idx="1"/>
          </p:nvPr>
        </p:nvSpPr>
        <p:spPr>
          <a:xfrm>
            <a:off x="476845" y="1280161"/>
            <a:ext cx="11241915" cy="1775012"/>
          </a:xfrm>
          <a:prstGeom prst="rect">
            <a:avLst/>
          </a:prstGeom>
          <a:noFill/>
          <a:ln>
            <a:noFill/>
          </a:ln>
        </p:spPr>
        <p:txBody>
          <a:bodyPr spcFirstLastPara="1" wrap="square" lIns="91425" tIns="45700" rIns="91425" bIns="45700" anchor="t" anchorCtr="0">
            <a:noAutofit/>
          </a:bodyPr>
          <a:lstStyle>
            <a:lvl1pPr marL="342900" lvl="0" indent="-285750" algn="l">
              <a:lnSpc>
                <a:spcPct val="100000"/>
              </a:lnSpc>
              <a:spcBef>
                <a:spcPts val="750"/>
              </a:spcBef>
              <a:spcAft>
                <a:spcPts val="0"/>
              </a:spcAft>
              <a:buSzPts val="2400"/>
              <a:buChar char="•"/>
              <a:defRPr sz="1800"/>
            </a:lvl1pPr>
            <a:lvl2pPr marL="685800" lvl="1" indent="-285750" algn="l">
              <a:lnSpc>
                <a:spcPct val="100000"/>
              </a:lnSpc>
              <a:spcBef>
                <a:spcPts val="600"/>
              </a:spcBef>
              <a:spcAft>
                <a:spcPts val="0"/>
              </a:spcAft>
              <a:buSzPts val="2400"/>
              <a:buChar char="−"/>
              <a:defRPr sz="1800" b="0"/>
            </a:lvl2pPr>
            <a:lvl3pPr marL="1028700" lvl="2" indent="-262889" algn="l">
              <a:lnSpc>
                <a:spcPct val="100000"/>
              </a:lnSpc>
              <a:spcBef>
                <a:spcPts val="600"/>
              </a:spcBef>
              <a:spcAft>
                <a:spcPts val="0"/>
              </a:spcAft>
              <a:buSzPts val="1920"/>
              <a:buChar char="▪"/>
              <a:defRPr sz="1800" b="0"/>
            </a:lvl3pPr>
            <a:lvl4pPr marL="1371600" marR="0" lvl="3" indent="-171450" algn="l">
              <a:lnSpc>
                <a:spcPct val="90000"/>
              </a:lnSpc>
              <a:spcBef>
                <a:spcPts val="600"/>
              </a:spcBef>
              <a:spcAft>
                <a:spcPts val="0"/>
              </a:spcAft>
              <a:buClr>
                <a:schemeClr val="dk1"/>
              </a:buClr>
              <a:buSzPts val="2400"/>
              <a:buFont typeface="Arial"/>
              <a:buNone/>
              <a:defRPr/>
            </a:lvl4pPr>
            <a:lvl5pPr marL="1714500" lvl="4" indent="-257175" algn="l">
              <a:lnSpc>
                <a:spcPct val="90000"/>
              </a:lnSpc>
              <a:spcBef>
                <a:spcPts val="375"/>
              </a:spcBef>
              <a:spcAft>
                <a:spcPts val="0"/>
              </a:spcAft>
              <a:buClr>
                <a:schemeClr val="accent1"/>
              </a:buClr>
              <a:buSzPts val="1800"/>
              <a:buChar char="•"/>
              <a:defRPr/>
            </a:lvl5pPr>
            <a:lvl6pPr marL="2057400" lvl="5" indent="-257175" algn="l">
              <a:lnSpc>
                <a:spcPct val="90000"/>
              </a:lnSpc>
              <a:spcBef>
                <a:spcPts val="375"/>
              </a:spcBef>
              <a:spcAft>
                <a:spcPts val="0"/>
              </a:spcAft>
              <a:buClr>
                <a:schemeClr val="dk1"/>
              </a:buClr>
              <a:buSzPts val="1800"/>
              <a:buChar char="•"/>
              <a:defRPr/>
            </a:lvl6pPr>
            <a:lvl7pPr marL="2400300" lvl="6" indent="-257175" algn="l">
              <a:lnSpc>
                <a:spcPct val="90000"/>
              </a:lnSpc>
              <a:spcBef>
                <a:spcPts val="375"/>
              </a:spcBef>
              <a:spcAft>
                <a:spcPts val="0"/>
              </a:spcAft>
              <a:buClr>
                <a:schemeClr val="dk1"/>
              </a:buClr>
              <a:buSzPts val="1800"/>
              <a:buChar char="•"/>
              <a:defRPr/>
            </a:lvl7pPr>
            <a:lvl8pPr marL="2743200" lvl="7" indent="-257175" algn="l">
              <a:lnSpc>
                <a:spcPct val="90000"/>
              </a:lnSpc>
              <a:spcBef>
                <a:spcPts val="375"/>
              </a:spcBef>
              <a:spcAft>
                <a:spcPts val="0"/>
              </a:spcAft>
              <a:buClr>
                <a:schemeClr val="dk1"/>
              </a:buClr>
              <a:buSzPts val="1800"/>
              <a:buChar char="•"/>
              <a:defRPr/>
            </a:lvl8pPr>
            <a:lvl9pPr marL="3086100" lvl="8" indent="-257175" algn="l">
              <a:lnSpc>
                <a:spcPct val="90000"/>
              </a:lnSpc>
              <a:spcBef>
                <a:spcPts val="375"/>
              </a:spcBef>
              <a:spcAft>
                <a:spcPts val="0"/>
              </a:spcAft>
              <a:buClr>
                <a:schemeClr val="dk1"/>
              </a:buClr>
              <a:buSzPts val="1800"/>
              <a:buChar char="•"/>
              <a:defRPr/>
            </a:lvl9pPr>
          </a:lstStyle>
          <a:p>
            <a:pPr lvl="0"/>
            <a:r>
              <a:rPr lang="en-US"/>
              <a:t>Click to edit Master text styles</a:t>
            </a:r>
          </a:p>
        </p:txBody>
      </p:sp>
      <p:sp>
        <p:nvSpPr>
          <p:cNvPr id="53" name="Google Shape;53;p54"/>
          <p:cNvSpPr txBox="1">
            <a:spLocks noGrp="1"/>
          </p:cNvSpPr>
          <p:nvPr>
            <p:ph type="body" idx="2"/>
          </p:nvPr>
        </p:nvSpPr>
        <p:spPr>
          <a:xfrm>
            <a:off x="476252" y="3184525"/>
            <a:ext cx="4525963" cy="612775"/>
          </a:xfrm>
          <a:prstGeom prst="rect">
            <a:avLst/>
          </a:prstGeom>
          <a:noFill/>
          <a:ln>
            <a:noFill/>
          </a:ln>
        </p:spPr>
        <p:txBody>
          <a:bodyPr spcFirstLastPara="1" wrap="square" lIns="91425" tIns="45700" rIns="91425" bIns="45700" anchor="t" anchorCtr="0">
            <a:noAutofit/>
          </a:bodyPr>
          <a:lstStyle>
            <a:lvl1pPr marL="342900" lvl="0" indent="-257175" algn="l">
              <a:lnSpc>
                <a:spcPct val="100000"/>
              </a:lnSpc>
              <a:spcBef>
                <a:spcPts val="750"/>
              </a:spcBef>
              <a:spcAft>
                <a:spcPts val="0"/>
              </a:spcAft>
              <a:buSzPts val="1800"/>
              <a:buChar char="•"/>
              <a:defRPr/>
            </a:lvl1pPr>
            <a:lvl2pPr marL="685800" lvl="1" indent="-257175" algn="l">
              <a:lnSpc>
                <a:spcPct val="100000"/>
              </a:lnSpc>
              <a:spcBef>
                <a:spcPts val="600"/>
              </a:spcBef>
              <a:spcAft>
                <a:spcPts val="0"/>
              </a:spcAft>
              <a:buSzPts val="1800"/>
              <a:buChar char="−"/>
              <a:defRPr/>
            </a:lvl2pPr>
            <a:lvl3pPr marL="1028700" lvl="2" indent="-240029" algn="l">
              <a:lnSpc>
                <a:spcPct val="100000"/>
              </a:lnSpc>
              <a:spcBef>
                <a:spcPts val="600"/>
              </a:spcBef>
              <a:spcAft>
                <a:spcPts val="0"/>
              </a:spcAft>
              <a:buSzPts val="1440"/>
              <a:buChar char="▪"/>
              <a:defRPr/>
            </a:lvl3pPr>
            <a:lvl4pPr marL="1371600" lvl="3" indent="-257175" algn="l">
              <a:lnSpc>
                <a:spcPct val="90000"/>
              </a:lnSpc>
              <a:spcBef>
                <a:spcPts val="600"/>
              </a:spcBef>
              <a:spcAft>
                <a:spcPts val="0"/>
              </a:spcAft>
              <a:buSzPts val="1800"/>
              <a:buChar char="•"/>
              <a:defRPr/>
            </a:lvl4pPr>
            <a:lvl5pPr marL="1714500" lvl="4" indent="-257175" algn="l">
              <a:lnSpc>
                <a:spcPct val="90000"/>
              </a:lnSpc>
              <a:spcBef>
                <a:spcPts val="375"/>
              </a:spcBef>
              <a:spcAft>
                <a:spcPts val="0"/>
              </a:spcAft>
              <a:buClr>
                <a:schemeClr val="accent1"/>
              </a:buClr>
              <a:buSzPts val="1800"/>
              <a:buChar char="•"/>
              <a:defRPr/>
            </a:lvl5pPr>
            <a:lvl6pPr marL="2057400" lvl="5" indent="-257175" algn="l">
              <a:lnSpc>
                <a:spcPct val="90000"/>
              </a:lnSpc>
              <a:spcBef>
                <a:spcPts val="375"/>
              </a:spcBef>
              <a:spcAft>
                <a:spcPts val="0"/>
              </a:spcAft>
              <a:buClr>
                <a:schemeClr val="dk1"/>
              </a:buClr>
              <a:buSzPts val="1800"/>
              <a:buChar char="•"/>
              <a:defRPr/>
            </a:lvl6pPr>
            <a:lvl7pPr marL="2400300" lvl="6" indent="-257175" algn="l">
              <a:lnSpc>
                <a:spcPct val="90000"/>
              </a:lnSpc>
              <a:spcBef>
                <a:spcPts val="375"/>
              </a:spcBef>
              <a:spcAft>
                <a:spcPts val="0"/>
              </a:spcAft>
              <a:buClr>
                <a:schemeClr val="dk1"/>
              </a:buClr>
              <a:buSzPts val="1800"/>
              <a:buChar char="•"/>
              <a:defRPr/>
            </a:lvl7pPr>
            <a:lvl8pPr marL="2743200" lvl="7" indent="-257175" algn="l">
              <a:lnSpc>
                <a:spcPct val="90000"/>
              </a:lnSpc>
              <a:spcBef>
                <a:spcPts val="375"/>
              </a:spcBef>
              <a:spcAft>
                <a:spcPts val="0"/>
              </a:spcAft>
              <a:buClr>
                <a:schemeClr val="dk1"/>
              </a:buClr>
              <a:buSzPts val="1800"/>
              <a:buChar char="•"/>
              <a:defRPr/>
            </a:lvl8pPr>
            <a:lvl9pPr marL="3086100" lvl="8" indent="-257175" algn="l">
              <a:lnSpc>
                <a:spcPct val="90000"/>
              </a:lnSpc>
              <a:spcBef>
                <a:spcPts val="375"/>
              </a:spcBef>
              <a:spcAft>
                <a:spcPts val="0"/>
              </a:spcAft>
              <a:buClr>
                <a:schemeClr val="dk1"/>
              </a:buClr>
              <a:buSzPts val="1800"/>
              <a:buChar char="•"/>
              <a:defRPr/>
            </a:lvl9pPr>
          </a:lstStyle>
          <a:p>
            <a:pPr lvl="0"/>
            <a:r>
              <a:rPr lang="en-US"/>
              <a:t>Click to edit Master text styles</a:t>
            </a:r>
          </a:p>
        </p:txBody>
      </p:sp>
      <p:sp>
        <p:nvSpPr>
          <p:cNvPr id="54" name="Google Shape;54;p54"/>
          <p:cNvSpPr txBox="1">
            <a:spLocks noGrp="1"/>
          </p:cNvSpPr>
          <p:nvPr>
            <p:ph type="body" idx="3"/>
          </p:nvPr>
        </p:nvSpPr>
        <p:spPr>
          <a:xfrm>
            <a:off x="476252" y="3925892"/>
            <a:ext cx="4525963" cy="612775"/>
          </a:xfrm>
          <a:prstGeom prst="rect">
            <a:avLst/>
          </a:prstGeom>
          <a:noFill/>
          <a:ln>
            <a:noFill/>
          </a:ln>
        </p:spPr>
        <p:txBody>
          <a:bodyPr spcFirstLastPara="1" wrap="square" lIns="91425" tIns="45700" rIns="91425" bIns="45700" anchor="t" anchorCtr="0">
            <a:noAutofit/>
          </a:bodyPr>
          <a:lstStyle>
            <a:lvl1pPr marL="342900" lvl="0" indent="-257175" algn="l">
              <a:lnSpc>
                <a:spcPct val="100000"/>
              </a:lnSpc>
              <a:spcBef>
                <a:spcPts val="750"/>
              </a:spcBef>
              <a:spcAft>
                <a:spcPts val="0"/>
              </a:spcAft>
              <a:buSzPts val="1800"/>
              <a:buChar char="•"/>
              <a:defRPr/>
            </a:lvl1pPr>
            <a:lvl2pPr marL="685800" lvl="1" indent="-257175" algn="l">
              <a:lnSpc>
                <a:spcPct val="100000"/>
              </a:lnSpc>
              <a:spcBef>
                <a:spcPts val="600"/>
              </a:spcBef>
              <a:spcAft>
                <a:spcPts val="0"/>
              </a:spcAft>
              <a:buSzPts val="1800"/>
              <a:buChar char="−"/>
              <a:defRPr/>
            </a:lvl2pPr>
            <a:lvl3pPr marL="1028700" lvl="2" indent="-240029" algn="l">
              <a:lnSpc>
                <a:spcPct val="100000"/>
              </a:lnSpc>
              <a:spcBef>
                <a:spcPts val="600"/>
              </a:spcBef>
              <a:spcAft>
                <a:spcPts val="0"/>
              </a:spcAft>
              <a:buSzPts val="1440"/>
              <a:buChar char="▪"/>
              <a:defRPr/>
            </a:lvl3pPr>
            <a:lvl4pPr marL="1371600" lvl="3" indent="-257175" algn="l">
              <a:lnSpc>
                <a:spcPct val="90000"/>
              </a:lnSpc>
              <a:spcBef>
                <a:spcPts val="600"/>
              </a:spcBef>
              <a:spcAft>
                <a:spcPts val="0"/>
              </a:spcAft>
              <a:buSzPts val="1800"/>
              <a:buChar char="•"/>
              <a:defRPr/>
            </a:lvl4pPr>
            <a:lvl5pPr marL="1714500" lvl="4" indent="-257175" algn="l">
              <a:lnSpc>
                <a:spcPct val="90000"/>
              </a:lnSpc>
              <a:spcBef>
                <a:spcPts val="375"/>
              </a:spcBef>
              <a:spcAft>
                <a:spcPts val="0"/>
              </a:spcAft>
              <a:buClr>
                <a:schemeClr val="accent1"/>
              </a:buClr>
              <a:buSzPts val="1800"/>
              <a:buChar char="•"/>
              <a:defRPr/>
            </a:lvl5pPr>
            <a:lvl6pPr marL="2057400" lvl="5" indent="-257175" algn="l">
              <a:lnSpc>
                <a:spcPct val="90000"/>
              </a:lnSpc>
              <a:spcBef>
                <a:spcPts val="375"/>
              </a:spcBef>
              <a:spcAft>
                <a:spcPts val="0"/>
              </a:spcAft>
              <a:buClr>
                <a:schemeClr val="dk1"/>
              </a:buClr>
              <a:buSzPts val="1800"/>
              <a:buChar char="•"/>
              <a:defRPr/>
            </a:lvl6pPr>
            <a:lvl7pPr marL="2400300" lvl="6" indent="-257175" algn="l">
              <a:lnSpc>
                <a:spcPct val="90000"/>
              </a:lnSpc>
              <a:spcBef>
                <a:spcPts val="375"/>
              </a:spcBef>
              <a:spcAft>
                <a:spcPts val="0"/>
              </a:spcAft>
              <a:buClr>
                <a:schemeClr val="dk1"/>
              </a:buClr>
              <a:buSzPts val="1800"/>
              <a:buChar char="•"/>
              <a:defRPr/>
            </a:lvl7pPr>
            <a:lvl8pPr marL="2743200" lvl="7" indent="-257175" algn="l">
              <a:lnSpc>
                <a:spcPct val="90000"/>
              </a:lnSpc>
              <a:spcBef>
                <a:spcPts val="375"/>
              </a:spcBef>
              <a:spcAft>
                <a:spcPts val="0"/>
              </a:spcAft>
              <a:buClr>
                <a:schemeClr val="dk1"/>
              </a:buClr>
              <a:buSzPts val="1800"/>
              <a:buChar char="•"/>
              <a:defRPr/>
            </a:lvl8pPr>
            <a:lvl9pPr marL="3086100" lvl="8" indent="-257175" algn="l">
              <a:lnSpc>
                <a:spcPct val="90000"/>
              </a:lnSpc>
              <a:spcBef>
                <a:spcPts val="375"/>
              </a:spcBef>
              <a:spcAft>
                <a:spcPts val="0"/>
              </a:spcAft>
              <a:buClr>
                <a:schemeClr val="dk1"/>
              </a:buClr>
              <a:buSzPts val="1800"/>
              <a:buChar char="•"/>
              <a:defRPr/>
            </a:lvl9pPr>
          </a:lstStyle>
          <a:p>
            <a:pPr lvl="0"/>
            <a:r>
              <a:rPr lang="en-US"/>
              <a:t>Click to edit Master text styles</a:t>
            </a:r>
          </a:p>
        </p:txBody>
      </p:sp>
      <p:sp>
        <p:nvSpPr>
          <p:cNvPr id="55" name="Google Shape;55;p54"/>
          <p:cNvSpPr>
            <a:spLocks noGrp="1"/>
          </p:cNvSpPr>
          <p:nvPr>
            <p:ph type="pic" idx="4"/>
          </p:nvPr>
        </p:nvSpPr>
        <p:spPr>
          <a:xfrm>
            <a:off x="5745164" y="3313113"/>
            <a:ext cx="2484437" cy="1054100"/>
          </a:xfrm>
          <a:prstGeom prst="rect">
            <a:avLst/>
          </a:prstGeom>
          <a:noFill/>
          <a:ln>
            <a:noFill/>
          </a:ln>
        </p:spPr>
      </p:sp>
      <p:sp>
        <p:nvSpPr>
          <p:cNvPr id="56" name="Google Shape;56;p54"/>
          <p:cNvSpPr>
            <a:spLocks noGrp="1"/>
          </p:cNvSpPr>
          <p:nvPr>
            <p:ph type="pic" idx="5"/>
          </p:nvPr>
        </p:nvSpPr>
        <p:spPr>
          <a:xfrm>
            <a:off x="5948365" y="4538663"/>
            <a:ext cx="2033587" cy="754062"/>
          </a:xfrm>
          <a:prstGeom prst="rect">
            <a:avLst/>
          </a:prstGeom>
          <a:noFill/>
          <a:ln>
            <a:noFill/>
          </a:ln>
        </p:spPr>
      </p:sp>
    </p:spTree>
    <p:extLst>
      <p:ext uri="{BB962C8B-B14F-4D97-AF65-F5344CB8AC3E}">
        <p14:creationId xmlns:p14="http://schemas.microsoft.com/office/powerpoint/2010/main" val="797983500"/>
      </p:ext>
    </p:extLst>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matchingName="Three Content" preserve="1">
  <p:cSld name="Three Content">
    <p:spTree>
      <p:nvGrpSpPr>
        <p:cNvPr id="1" name="Shape 57"/>
        <p:cNvGrpSpPr/>
        <p:nvPr/>
      </p:nvGrpSpPr>
      <p:grpSpPr>
        <a:xfrm>
          <a:off x="0" y="0"/>
          <a:ext cx="0" cy="0"/>
          <a:chOff x="0" y="0"/>
          <a:chExt cx="0" cy="0"/>
        </a:xfrm>
      </p:grpSpPr>
      <p:sp>
        <p:nvSpPr>
          <p:cNvPr id="58" name="Google Shape;58;p55"/>
          <p:cNvSpPr txBox="1">
            <a:spLocks noGrp="1"/>
          </p:cNvSpPr>
          <p:nvPr>
            <p:ph type="title"/>
          </p:nvPr>
        </p:nvSpPr>
        <p:spPr>
          <a:xfrm>
            <a:off x="476845" y="473249"/>
            <a:ext cx="11241915" cy="1217447"/>
          </a:xfrm>
          <a:prstGeom prst="rect">
            <a:avLst/>
          </a:prstGeom>
          <a:noFill/>
          <a:ln>
            <a:noFill/>
          </a:ln>
        </p:spPr>
        <p:txBody>
          <a:bodyPr spcFirstLastPara="1" wrap="square" lIns="91425" tIns="45700" rIns="91425" bIns="45700" anchor="t" anchorCtr="0">
            <a:noAutofit/>
          </a:bodyPr>
          <a:lstStyle>
            <a:lvl1pPr lvl="0" algn="ctr">
              <a:lnSpc>
                <a:spcPct val="90000"/>
              </a:lnSpc>
              <a:spcBef>
                <a:spcPts val="0"/>
              </a:spcBef>
              <a:spcAft>
                <a:spcPts val="0"/>
              </a:spcAft>
              <a:buClr>
                <a:schemeClr val="dk1"/>
              </a:buClr>
              <a:buSzPts val="4000"/>
              <a:buFont typeface="Work Sans"/>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r>
              <a:rPr lang="en-US"/>
              <a:t>Click to edit Master title style</a:t>
            </a:r>
            <a:endParaRPr/>
          </a:p>
        </p:txBody>
      </p:sp>
      <p:sp>
        <p:nvSpPr>
          <p:cNvPr id="59" name="Google Shape;59;p55"/>
          <p:cNvSpPr txBox="1">
            <a:spLocks noGrp="1"/>
          </p:cNvSpPr>
          <p:nvPr>
            <p:ph type="body" idx="1"/>
          </p:nvPr>
        </p:nvSpPr>
        <p:spPr>
          <a:xfrm>
            <a:off x="476845" y="1825625"/>
            <a:ext cx="3344531" cy="4351338"/>
          </a:xfrm>
          <a:prstGeom prst="rect">
            <a:avLst/>
          </a:prstGeom>
          <a:noFill/>
          <a:ln>
            <a:noFill/>
          </a:ln>
        </p:spPr>
        <p:txBody>
          <a:bodyPr spcFirstLastPara="1" wrap="square" lIns="91425" tIns="45700" rIns="91425" bIns="45700" anchor="t" anchorCtr="0">
            <a:noAutofit/>
          </a:bodyPr>
          <a:lstStyle>
            <a:lvl1pPr marL="342900" lvl="0" indent="-285750" algn="l">
              <a:lnSpc>
                <a:spcPct val="100000"/>
              </a:lnSpc>
              <a:spcBef>
                <a:spcPts val="750"/>
              </a:spcBef>
              <a:spcAft>
                <a:spcPts val="0"/>
              </a:spcAft>
              <a:buSzPts val="2400"/>
              <a:buChar char="•"/>
              <a:defRPr sz="1800"/>
            </a:lvl1pPr>
            <a:lvl2pPr marL="685800" lvl="1" indent="-285750" algn="l">
              <a:lnSpc>
                <a:spcPct val="100000"/>
              </a:lnSpc>
              <a:spcBef>
                <a:spcPts val="600"/>
              </a:spcBef>
              <a:spcAft>
                <a:spcPts val="0"/>
              </a:spcAft>
              <a:buSzPts val="2400"/>
              <a:buChar char="−"/>
              <a:defRPr sz="1800" b="0"/>
            </a:lvl2pPr>
            <a:lvl3pPr marL="1028700" lvl="2" indent="-262889" algn="l">
              <a:lnSpc>
                <a:spcPct val="100000"/>
              </a:lnSpc>
              <a:spcBef>
                <a:spcPts val="600"/>
              </a:spcBef>
              <a:spcAft>
                <a:spcPts val="0"/>
              </a:spcAft>
              <a:buSzPts val="1920"/>
              <a:buChar char="▪"/>
              <a:defRPr sz="1800" b="0"/>
            </a:lvl3pPr>
            <a:lvl4pPr marL="1371600" marR="0" lvl="3" indent="-285750" algn="l">
              <a:lnSpc>
                <a:spcPct val="90000"/>
              </a:lnSpc>
              <a:spcBef>
                <a:spcPts val="600"/>
              </a:spcBef>
              <a:spcAft>
                <a:spcPts val="0"/>
              </a:spcAft>
              <a:buClr>
                <a:schemeClr val="dk1"/>
              </a:buClr>
              <a:buSzPts val="2400"/>
              <a:buFont typeface="Arial"/>
              <a:buChar char="•"/>
              <a:defRPr/>
            </a:lvl4pPr>
            <a:lvl5pPr marL="1714500" lvl="4" indent="-257175" algn="l">
              <a:lnSpc>
                <a:spcPct val="90000"/>
              </a:lnSpc>
              <a:spcBef>
                <a:spcPts val="375"/>
              </a:spcBef>
              <a:spcAft>
                <a:spcPts val="0"/>
              </a:spcAft>
              <a:buClr>
                <a:schemeClr val="accent1"/>
              </a:buClr>
              <a:buSzPts val="1800"/>
              <a:buChar char="•"/>
              <a:defRPr/>
            </a:lvl5pPr>
            <a:lvl6pPr marL="2057400" lvl="5" indent="-257175" algn="l">
              <a:lnSpc>
                <a:spcPct val="90000"/>
              </a:lnSpc>
              <a:spcBef>
                <a:spcPts val="375"/>
              </a:spcBef>
              <a:spcAft>
                <a:spcPts val="0"/>
              </a:spcAft>
              <a:buClr>
                <a:schemeClr val="dk1"/>
              </a:buClr>
              <a:buSzPts val="1800"/>
              <a:buChar char="•"/>
              <a:defRPr/>
            </a:lvl6pPr>
            <a:lvl7pPr marL="2400300" lvl="6" indent="-257175" algn="l">
              <a:lnSpc>
                <a:spcPct val="90000"/>
              </a:lnSpc>
              <a:spcBef>
                <a:spcPts val="375"/>
              </a:spcBef>
              <a:spcAft>
                <a:spcPts val="0"/>
              </a:spcAft>
              <a:buClr>
                <a:schemeClr val="dk1"/>
              </a:buClr>
              <a:buSzPts val="1800"/>
              <a:buChar char="•"/>
              <a:defRPr/>
            </a:lvl7pPr>
            <a:lvl8pPr marL="2743200" lvl="7" indent="-257175" algn="l">
              <a:lnSpc>
                <a:spcPct val="90000"/>
              </a:lnSpc>
              <a:spcBef>
                <a:spcPts val="375"/>
              </a:spcBef>
              <a:spcAft>
                <a:spcPts val="0"/>
              </a:spcAft>
              <a:buClr>
                <a:schemeClr val="dk1"/>
              </a:buClr>
              <a:buSzPts val="1800"/>
              <a:buChar char="•"/>
              <a:defRPr/>
            </a:lvl8pPr>
            <a:lvl9pPr marL="3086100" lvl="8" indent="-257175" algn="l">
              <a:lnSpc>
                <a:spcPct val="90000"/>
              </a:lnSpc>
              <a:spcBef>
                <a:spcPts val="375"/>
              </a:spcBef>
              <a:spcAft>
                <a:spcPts val="0"/>
              </a:spcAft>
              <a:buClr>
                <a:schemeClr val="dk1"/>
              </a:buClr>
              <a:buSzPts val="1800"/>
              <a:buChar char="•"/>
              <a:defRPr/>
            </a:lvl9pPr>
          </a:lstStyle>
          <a:p>
            <a:pPr lvl="0"/>
            <a:r>
              <a:rPr lang="en-US"/>
              <a:t>Click to edit Master text styles</a:t>
            </a:r>
          </a:p>
        </p:txBody>
      </p:sp>
      <p:sp>
        <p:nvSpPr>
          <p:cNvPr id="60" name="Google Shape;60;p55"/>
          <p:cNvSpPr txBox="1">
            <a:spLocks noGrp="1"/>
          </p:cNvSpPr>
          <p:nvPr>
            <p:ph type="body" idx="2"/>
          </p:nvPr>
        </p:nvSpPr>
        <p:spPr>
          <a:xfrm>
            <a:off x="4423736" y="1829037"/>
            <a:ext cx="3344531" cy="4351338"/>
          </a:xfrm>
          <a:prstGeom prst="rect">
            <a:avLst/>
          </a:prstGeom>
          <a:noFill/>
          <a:ln>
            <a:noFill/>
          </a:ln>
        </p:spPr>
        <p:txBody>
          <a:bodyPr spcFirstLastPara="1" wrap="square" lIns="91425" tIns="45700" rIns="91425" bIns="45700" anchor="t" anchorCtr="0">
            <a:noAutofit/>
          </a:bodyPr>
          <a:lstStyle>
            <a:lvl1pPr marL="342900" lvl="0" indent="-285750" algn="l">
              <a:lnSpc>
                <a:spcPct val="100000"/>
              </a:lnSpc>
              <a:spcBef>
                <a:spcPts val="750"/>
              </a:spcBef>
              <a:spcAft>
                <a:spcPts val="0"/>
              </a:spcAft>
              <a:buSzPts val="2400"/>
              <a:buChar char="•"/>
              <a:defRPr sz="1800"/>
            </a:lvl1pPr>
            <a:lvl2pPr marL="685800" lvl="1" indent="-285750" algn="l">
              <a:lnSpc>
                <a:spcPct val="100000"/>
              </a:lnSpc>
              <a:spcBef>
                <a:spcPts val="600"/>
              </a:spcBef>
              <a:spcAft>
                <a:spcPts val="0"/>
              </a:spcAft>
              <a:buSzPts val="2400"/>
              <a:buChar char="−"/>
              <a:defRPr sz="1800" b="0"/>
            </a:lvl2pPr>
            <a:lvl3pPr marL="1028700" lvl="2" indent="-262889" algn="l">
              <a:lnSpc>
                <a:spcPct val="100000"/>
              </a:lnSpc>
              <a:spcBef>
                <a:spcPts val="600"/>
              </a:spcBef>
              <a:spcAft>
                <a:spcPts val="0"/>
              </a:spcAft>
              <a:buSzPts val="1920"/>
              <a:buChar char="▪"/>
              <a:defRPr sz="1800" b="0"/>
            </a:lvl3pPr>
            <a:lvl4pPr marL="1371600" marR="0" lvl="3" indent="-285750" algn="l">
              <a:lnSpc>
                <a:spcPct val="90000"/>
              </a:lnSpc>
              <a:spcBef>
                <a:spcPts val="600"/>
              </a:spcBef>
              <a:spcAft>
                <a:spcPts val="0"/>
              </a:spcAft>
              <a:buClr>
                <a:schemeClr val="dk1"/>
              </a:buClr>
              <a:buSzPts val="2400"/>
              <a:buFont typeface="Arial"/>
              <a:buChar char="•"/>
              <a:defRPr/>
            </a:lvl4pPr>
            <a:lvl5pPr marL="1714500" lvl="4" indent="-257175" algn="l">
              <a:lnSpc>
                <a:spcPct val="90000"/>
              </a:lnSpc>
              <a:spcBef>
                <a:spcPts val="375"/>
              </a:spcBef>
              <a:spcAft>
                <a:spcPts val="0"/>
              </a:spcAft>
              <a:buClr>
                <a:schemeClr val="accent1"/>
              </a:buClr>
              <a:buSzPts val="1800"/>
              <a:buChar char="•"/>
              <a:defRPr/>
            </a:lvl5pPr>
            <a:lvl6pPr marL="2057400" lvl="5" indent="-257175" algn="l">
              <a:lnSpc>
                <a:spcPct val="90000"/>
              </a:lnSpc>
              <a:spcBef>
                <a:spcPts val="375"/>
              </a:spcBef>
              <a:spcAft>
                <a:spcPts val="0"/>
              </a:spcAft>
              <a:buClr>
                <a:schemeClr val="dk1"/>
              </a:buClr>
              <a:buSzPts val="1800"/>
              <a:buChar char="•"/>
              <a:defRPr/>
            </a:lvl6pPr>
            <a:lvl7pPr marL="2400300" lvl="6" indent="-257175" algn="l">
              <a:lnSpc>
                <a:spcPct val="90000"/>
              </a:lnSpc>
              <a:spcBef>
                <a:spcPts val="375"/>
              </a:spcBef>
              <a:spcAft>
                <a:spcPts val="0"/>
              </a:spcAft>
              <a:buClr>
                <a:schemeClr val="dk1"/>
              </a:buClr>
              <a:buSzPts val="1800"/>
              <a:buChar char="•"/>
              <a:defRPr/>
            </a:lvl7pPr>
            <a:lvl8pPr marL="2743200" lvl="7" indent="-257175" algn="l">
              <a:lnSpc>
                <a:spcPct val="90000"/>
              </a:lnSpc>
              <a:spcBef>
                <a:spcPts val="375"/>
              </a:spcBef>
              <a:spcAft>
                <a:spcPts val="0"/>
              </a:spcAft>
              <a:buClr>
                <a:schemeClr val="dk1"/>
              </a:buClr>
              <a:buSzPts val="1800"/>
              <a:buChar char="•"/>
              <a:defRPr/>
            </a:lvl8pPr>
            <a:lvl9pPr marL="3086100" lvl="8" indent="-257175" algn="l">
              <a:lnSpc>
                <a:spcPct val="90000"/>
              </a:lnSpc>
              <a:spcBef>
                <a:spcPts val="375"/>
              </a:spcBef>
              <a:spcAft>
                <a:spcPts val="0"/>
              </a:spcAft>
              <a:buClr>
                <a:schemeClr val="dk1"/>
              </a:buClr>
              <a:buSzPts val="1800"/>
              <a:buChar char="•"/>
              <a:defRPr/>
            </a:lvl9pPr>
          </a:lstStyle>
          <a:p>
            <a:pPr lvl="0"/>
            <a:r>
              <a:rPr lang="en-US"/>
              <a:t>Click to edit Master text styles</a:t>
            </a:r>
          </a:p>
        </p:txBody>
      </p:sp>
      <p:sp>
        <p:nvSpPr>
          <p:cNvPr id="61" name="Google Shape;61;p55"/>
          <p:cNvSpPr txBox="1">
            <a:spLocks noGrp="1"/>
          </p:cNvSpPr>
          <p:nvPr>
            <p:ph type="body" idx="3"/>
          </p:nvPr>
        </p:nvSpPr>
        <p:spPr>
          <a:xfrm>
            <a:off x="8370625" y="1825625"/>
            <a:ext cx="3344531" cy="4351338"/>
          </a:xfrm>
          <a:prstGeom prst="rect">
            <a:avLst/>
          </a:prstGeom>
          <a:noFill/>
          <a:ln>
            <a:noFill/>
          </a:ln>
        </p:spPr>
        <p:txBody>
          <a:bodyPr spcFirstLastPara="1" wrap="square" lIns="91425" tIns="45700" rIns="91425" bIns="45700" anchor="t" anchorCtr="0">
            <a:noAutofit/>
          </a:bodyPr>
          <a:lstStyle>
            <a:lvl1pPr marL="342900" lvl="0" indent="-285750" algn="l">
              <a:lnSpc>
                <a:spcPct val="100000"/>
              </a:lnSpc>
              <a:spcBef>
                <a:spcPts val="750"/>
              </a:spcBef>
              <a:spcAft>
                <a:spcPts val="0"/>
              </a:spcAft>
              <a:buSzPts val="2400"/>
              <a:buChar char="•"/>
              <a:defRPr sz="1800"/>
            </a:lvl1pPr>
            <a:lvl2pPr marL="685800" lvl="1" indent="-285750" algn="l">
              <a:lnSpc>
                <a:spcPct val="100000"/>
              </a:lnSpc>
              <a:spcBef>
                <a:spcPts val="600"/>
              </a:spcBef>
              <a:spcAft>
                <a:spcPts val="0"/>
              </a:spcAft>
              <a:buSzPts val="2400"/>
              <a:buChar char="−"/>
              <a:defRPr sz="1800" b="0"/>
            </a:lvl2pPr>
            <a:lvl3pPr marL="1028700" lvl="2" indent="-262889" algn="l">
              <a:lnSpc>
                <a:spcPct val="100000"/>
              </a:lnSpc>
              <a:spcBef>
                <a:spcPts val="600"/>
              </a:spcBef>
              <a:spcAft>
                <a:spcPts val="0"/>
              </a:spcAft>
              <a:buSzPts val="1920"/>
              <a:buChar char="▪"/>
              <a:defRPr sz="1800" b="0"/>
            </a:lvl3pPr>
            <a:lvl4pPr marL="1371600" marR="0" lvl="3" indent="-285750" algn="l">
              <a:lnSpc>
                <a:spcPct val="90000"/>
              </a:lnSpc>
              <a:spcBef>
                <a:spcPts val="600"/>
              </a:spcBef>
              <a:spcAft>
                <a:spcPts val="0"/>
              </a:spcAft>
              <a:buClr>
                <a:schemeClr val="dk1"/>
              </a:buClr>
              <a:buSzPts val="2400"/>
              <a:buFont typeface="Arial"/>
              <a:buChar char="•"/>
              <a:defRPr/>
            </a:lvl4pPr>
            <a:lvl5pPr marL="1714500" lvl="4" indent="-257175" algn="l">
              <a:lnSpc>
                <a:spcPct val="90000"/>
              </a:lnSpc>
              <a:spcBef>
                <a:spcPts val="375"/>
              </a:spcBef>
              <a:spcAft>
                <a:spcPts val="0"/>
              </a:spcAft>
              <a:buClr>
                <a:schemeClr val="accent1"/>
              </a:buClr>
              <a:buSzPts val="1800"/>
              <a:buChar char="•"/>
              <a:defRPr/>
            </a:lvl5pPr>
            <a:lvl6pPr marL="2057400" lvl="5" indent="-257175" algn="l">
              <a:lnSpc>
                <a:spcPct val="90000"/>
              </a:lnSpc>
              <a:spcBef>
                <a:spcPts val="375"/>
              </a:spcBef>
              <a:spcAft>
                <a:spcPts val="0"/>
              </a:spcAft>
              <a:buClr>
                <a:schemeClr val="dk1"/>
              </a:buClr>
              <a:buSzPts val="1800"/>
              <a:buChar char="•"/>
              <a:defRPr/>
            </a:lvl6pPr>
            <a:lvl7pPr marL="2400300" lvl="6" indent="-257175" algn="l">
              <a:lnSpc>
                <a:spcPct val="90000"/>
              </a:lnSpc>
              <a:spcBef>
                <a:spcPts val="375"/>
              </a:spcBef>
              <a:spcAft>
                <a:spcPts val="0"/>
              </a:spcAft>
              <a:buClr>
                <a:schemeClr val="dk1"/>
              </a:buClr>
              <a:buSzPts val="1800"/>
              <a:buChar char="•"/>
              <a:defRPr/>
            </a:lvl7pPr>
            <a:lvl8pPr marL="2743200" lvl="7" indent="-257175" algn="l">
              <a:lnSpc>
                <a:spcPct val="90000"/>
              </a:lnSpc>
              <a:spcBef>
                <a:spcPts val="375"/>
              </a:spcBef>
              <a:spcAft>
                <a:spcPts val="0"/>
              </a:spcAft>
              <a:buClr>
                <a:schemeClr val="dk1"/>
              </a:buClr>
              <a:buSzPts val="1800"/>
              <a:buChar char="•"/>
              <a:defRPr/>
            </a:lvl8pPr>
            <a:lvl9pPr marL="3086100" lvl="8" indent="-257175" algn="l">
              <a:lnSpc>
                <a:spcPct val="90000"/>
              </a:lnSpc>
              <a:spcBef>
                <a:spcPts val="375"/>
              </a:spcBef>
              <a:spcAft>
                <a:spcPts val="0"/>
              </a:spcAft>
              <a:buClr>
                <a:schemeClr val="dk1"/>
              </a:buClr>
              <a:buSzPts val="1800"/>
              <a:buChar char="•"/>
              <a:defRPr/>
            </a:lvl9pPr>
          </a:lstStyle>
          <a:p>
            <a:pPr lvl="0"/>
            <a:r>
              <a:rPr lang="en-US"/>
              <a:t>Click to edit Master text styles</a:t>
            </a:r>
          </a:p>
        </p:txBody>
      </p:sp>
    </p:spTree>
    <p:extLst>
      <p:ext uri="{BB962C8B-B14F-4D97-AF65-F5344CB8AC3E}">
        <p14:creationId xmlns:p14="http://schemas.microsoft.com/office/powerpoint/2010/main" val="3508009734"/>
      </p:ext>
    </p:extLst>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matchingName="Title/Subtitle" preserve="1">
  <p:cSld name="Title/Subtitle">
    <p:spTree>
      <p:nvGrpSpPr>
        <p:cNvPr id="1" name="Shape 62"/>
        <p:cNvGrpSpPr/>
        <p:nvPr/>
      </p:nvGrpSpPr>
      <p:grpSpPr>
        <a:xfrm>
          <a:off x="0" y="0"/>
          <a:ext cx="0" cy="0"/>
          <a:chOff x="0" y="0"/>
          <a:chExt cx="0" cy="0"/>
        </a:xfrm>
      </p:grpSpPr>
      <p:sp>
        <p:nvSpPr>
          <p:cNvPr id="63" name="Google Shape;63;p56"/>
          <p:cNvSpPr txBox="1">
            <a:spLocks noGrp="1"/>
          </p:cNvSpPr>
          <p:nvPr>
            <p:ph type="title"/>
          </p:nvPr>
        </p:nvSpPr>
        <p:spPr>
          <a:xfrm>
            <a:off x="476845" y="473249"/>
            <a:ext cx="11241915" cy="1217447"/>
          </a:xfrm>
          <a:prstGeom prst="rect">
            <a:avLst/>
          </a:prstGeom>
          <a:noFill/>
          <a:ln>
            <a:noFill/>
          </a:ln>
        </p:spPr>
        <p:txBody>
          <a:bodyPr spcFirstLastPara="1" wrap="square" lIns="91425" tIns="45700" rIns="91425" bIns="45700" anchor="t" anchorCtr="0">
            <a:noAutofit/>
          </a:bodyPr>
          <a:lstStyle>
            <a:lvl1pPr lvl="0" algn="ctr">
              <a:lnSpc>
                <a:spcPct val="90000"/>
              </a:lnSpc>
              <a:spcBef>
                <a:spcPts val="0"/>
              </a:spcBef>
              <a:spcAft>
                <a:spcPts val="0"/>
              </a:spcAft>
              <a:buClr>
                <a:schemeClr val="dk1"/>
              </a:buClr>
              <a:buSzPts val="4000"/>
              <a:buFont typeface="Work Sans"/>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r>
              <a:rPr lang="en-US"/>
              <a:t>Click to edit Master title style</a:t>
            </a:r>
            <a:endParaRPr/>
          </a:p>
        </p:txBody>
      </p:sp>
      <p:sp>
        <p:nvSpPr>
          <p:cNvPr id="64" name="Google Shape;64;p56"/>
          <p:cNvSpPr txBox="1">
            <a:spLocks noGrp="1"/>
          </p:cNvSpPr>
          <p:nvPr>
            <p:ph type="body" idx="1"/>
          </p:nvPr>
        </p:nvSpPr>
        <p:spPr>
          <a:xfrm>
            <a:off x="476845" y="1887678"/>
            <a:ext cx="11241915" cy="691143"/>
          </a:xfrm>
          <a:prstGeom prst="rect">
            <a:avLst/>
          </a:prstGeom>
          <a:noFill/>
          <a:ln>
            <a:noFill/>
          </a:ln>
        </p:spPr>
        <p:txBody>
          <a:bodyPr spcFirstLastPara="1" wrap="square" lIns="91425" tIns="45700" rIns="91425" bIns="45700" anchor="t" anchorCtr="0">
            <a:noAutofit/>
          </a:bodyPr>
          <a:lstStyle>
            <a:lvl1pPr marL="342900" lvl="0" indent="-171450" algn="l">
              <a:lnSpc>
                <a:spcPct val="100000"/>
              </a:lnSpc>
              <a:spcBef>
                <a:spcPts val="750"/>
              </a:spcBef>
              <a:spcAft>
                <a:spcPts val="0"/>
              </a:spcAft>
              <a:buSzPts val="2800"/>
              <a:buNone/>
              <a:defRPr sz="2100" b="1"/>
            </a:lvl1pPr>
            <a:lvl2pPr marL="685800" lvl="1" indent="-304800" algn="l">
              <a:lnSpc>
                <a:spcPct val="100000"/>
              </a:lnSpc>
              <a:spcBef>
                <a:spcPts val="600"/>
              </a:spcBef>
              <a:spcAft>
                <a:spcPts val="0"/>
              </a:spcAft>
              <a:buSzPts val="2800"/>
              <a:buChar char="−"/>
              <a:defRPr sz="2100" b="0"/>
            </a:lvl2pPr>
            <a:lvl3pPr marL="1028700" lvl="2" indent="-262889" algn="l">
              <a:lnSpc>
                <a:spcPct val="100000"/>
              </a:lnSpc>
              <a:spcBef>
                <a:spcPts val="600"/>
              </a:spcBef>
              <a:spcAft>
                <a:spcPts val="0"/>
              </a:spcAft>
              <a:buSzPts val="1920"/>
              <a:buChar char="▪"/>
              <a:defRPr sz="1800" b="0"/>
            </a:lvl3pPr>
            <a:lvl4pPr marL="1371600" lvl="3" indent="-257175" algn="l">
              <a:lnSpc>
                <a:spcPct val="90000"/>
              </a:lnSpc>
              <a:spcBef>
                <a:spcPts val="600"/>
              </a:spcBef>
              <a:spcAft>
                <a:spcPts val="0"/>
              </a:spcAft>
              <a:buSzPts val="1800"/>
              <a:buChar char="•"/>
              <a:defRPr/>
            </a:lvl4pPr>
            <a:lvl5pPr marL="1714500" lvl="4" indent="-257175" algn="l">
              <a:lnSpc>
                <a:spcPct val="90000"/>
              </a:lnSpc>
              <a:spcBef>
                <a:spcPts val="375"/>
              </a:spcBef>
              <a:spcAft>
                <a:spcPts val="0"/>
              </a:spcAft>
              <a:buClr>
                <a:schemeClr val="accent1"/>
              </a:buClr>
              <a:buSzPts val="1800"/>
              <a:buChar char="•"/>
              <a:defRPr/>
            </a:lvl5pPr>
            <a:lvl6pPr marL="2057400" lvl="5" indent="-257175" algn="l">
              <a:lnSpc>
                <a:spcPct val="90000"/>
              </a:lnSpc>
              <a:spcBef>
                <a:spcPts val="375"/>
              </a:spcBef>
              <a:spcAft>
                <a:spcPts val="0"/>
              </a:spcAft>
              <a:buClr>
                <a:schemeClr val="dk1"/>
              </a:buClr>
              <a:buSzPts val="1800"/>
              <a:buChar char="•"/>
              <a:defRPr/>
            </a:lvl6pPr>
            <a:lvl7pPr marL="2400300" lvl="6" indent="-257175" algn="l">
              <a:lnSpc>
                <a:spcPct val="90000"/>
              </a:lnSpc>
              <a:spcBef>
                <a:spcPts val="375"/>
              </a:spcBef>
              <a:spcAft>
                <a:spcPts val="0"/>
              </a:spcAft>
              <a:buClr>
                <a:schemeClr val="dk1"/>
              </a:buClr>
              <a:buSzPts val="1800"/>
              <a:buChar char="•"/>
              <a:defRPr/>
            </a:lvl7pPr>
            <a:lvl8pPr marL="2743200" lvl="7" indent="-257175" algn="l">
              <a:lnSpc>
                <a:spcPct val="90000"/>
              </a:lnSpc>
              <a:spcBef>
                <a:spcPts val="375"/>
              </a:spcBef>
              <a:spcAft>
                <a:spcPts val="0"/>
              </a:spcAft>
              <a:buClr>
                <a:schemeClr val="dk1"/>
              </a:buClr>
              <a:buSzPts val="1800"/>
              <a:buChar char="•"/>
              <a:defRPr/>
            </a:lvl8pPr>
            <a:lvl9pPr marL="3086100" lvl="8" indent="-257175" algn="l">
              <a:lnSpc>
                <a:spcPct val="90000"/>
              </a:lnSpc>
              <a:spcBef>
                <a:spcPts val="375"/>
              </a:spcBef>
              <a:spcAft>
                <a:spcPts val="0"/>
              </a:spcAft>
              <a:buClr>
                <a:schemeClr val="dk1"/>
              </a:buClr>
              <a:buSzPts val="1800"/>
              <a:buChar char="•"/>
              <a:defRPr/>
            </a:lvl9pPr>
          </a:lstStyle>
          <a:p>
            <a:pPr lvl="0"/>
            <a:r>
              <a:rPr lang="en-US"/>
              <a:t>Click to edit Master text styles</a:t>
            </a:r>
          </a:p>
        </p:txBody>
      </p:sp>
      <p:sp>
        <p:nvSpPr>
          <p:cNvPr id="65" name="Google Shape;65;p56"/>
          <p:cNvSpPr txBox="1">
            <a:spLocks noGrp="1"/>
          </p:cNvSpPr>
          <p:nvPr>
            <p:ph type="body" idx="2"/>
          </p:nvPr>
        </p:nvSpPr>
        <p:spPr>
          <a:xfrm>
            <a:off x="476845" y="2677888"/>
            <a:ext cx="11241915" cy="2621900"/>
          </a:xfrm>
          <a:prstGeom prst="rect">
            <a:avLst/>
          </a:prstGeom>
          <a:noFill/>
          <a:ln>
            <a:noFill/>
          </a:ln>
        </p:spPr>
        <p:txBody>
          <a:bodyPr spcFirstLastPara="1" wrap="square" lIns="91425" tIns="45700" rIns="91425" bIns="45700" anchor="t" anchorCtr="0">
            <a:noAutofit/>
          </a:bodyPr>
          <a:lstStyle>
            <a:lvl1pPr marL="342900" lvl="0" indent="-285750" algn="l">
              <a:lnSpc>
                <a:spcPct val="100000"/>
              </a:lnSpc>
              <a:spcBef>
                <a:spcPts val="750"/>
              </a:spcBef>
              <a:spcAft>
                <a:spcPts val="0"/>
              </a:spcAft>
              <a:buSzPts val="2400"/>
              <a:buChar char="•"/>
              <a:defRPr sz="1800" b="0"/>
            </a:lvl1pPr>
            <a:lvl2pPr marL="685800" lvl="1" indent="-285750" algn="l">
              <a:lnSpc>
                <a:spcPct val="100000"/>
              </a:lnSpc>
              <a:spcBef>
                <a:spcPts val="600"/>
              </a:spcBef>
              <a:spcAft>
                <a:spcPts val="0"/>
              </a:spcAft>
              <a:buSzPts val="2400"/>
              <a:buChar char="−"/>
              <a:defRPr sz="1800" b="0"/>
            </a:lvl2pPr>
            <a:lvl3pPr marL="1028700" lvl="2" indent="-262889" algn="l">
              <a:lnSpc>
                <a:spcPct val="100000"/>
              </a:lnSpc>
              <a:spcBef>
                <a:spcPts val="600"/>
              </a:spcBef>
              <a:spcAft>
                <a:spcPts val="0"/>
              </a:spcAft>
              <a:buSzPts val="1920"/>
              <a:buChar char="▪"/>
              <a:defRPr sz="1800" b="0"/>
            </a:lvl3pPr>
            <a:lvl4pPr marL="1371600" marR="0" lvl="3" indent="-171450" algn="l">
              <a:lnSpc>
                <a:spcPct val="90000"/>
              </a:lnSpc>
              <a:spcBef>
                <a:spcPts val="600"/>
              </a:spcBef>
              <a:spcAft>
                <a:spcPts val="0"/>
              </a:spcAft>
              <a:buClr>
                <a:schemeClr val="dk1"/>
              </a:buClr>
              <a:buSzPts val="2400"/>
              <a:buFont typeface="Arial"/>
              <a:buNone/>
              <a:defRPr/>
            </a:lvl4pPr>
            <a:lvl5pPr marL="1714500" lvl="4" indent="-257175" algn="l">
              <a:lnSpc>
                <a:spcPct val="90000"/>
              </a:lnSpc>
              <a:spcBef>
                <a:spcPts val="375"/>
              </a:spcBef>
              <a:spcAft>
                <a:spcPts val="0"/>
              </a:spcAft>
              <a:buClr>
                <a:schemeClr val="accent1"/>
              </a:buClr>
              <a:buSzPts val="1800"/>
              <a:buChar char="•"/>
              <a:defRPr/>
            </a:lvl5pPr>
            <a:lvl6pPr marL="2057400" lvl="5" indent="-257175" algn="l">
              <a:lnSpc>
                <a:spcPct val="90000"/>
              </a:lnSpc>
              <a:spcBef>
                <a:spcPts val="375"/>
              </a:spcBef>
              <a:spcAft>
                <a:spcPts val="0"/>
              </a:spcAft>
              <a:buClr>
                <a:schemeClr val="dk1"/>
              </a:buClr>
              <a:buSzPts val="1800"/>
              <a:buChar char="•"/>
              <a:defRPr/>
            </a:lvl6pPr>
            <a:lvl7pPr marL="2400300" lvl="6" indent="-257175" algn="l">
              <a:lnSpc>
                <a:spcPct val="90000"/>
              </a:lnSpc>
              <a:spcBef>
                <a:spcPts val="375"/>
              </a:spcBef>
              <a:spcAft>
                <a:spcPts val="0"/>
              </a:spcAft>
              <a:buClr>
                <a:schemeClr val="dk1"/>
              </a:buClr>
              <a:buSzPts val="1800"/>
              <a:buChar char="•"/>
              <a:defRPr/>
            </a:lvl7pPr>
            <a:lvl8pPr marL="2743200" lvl="7" indent="-257175" algn="l">
              <a:lnSpc>
                <a:spcPct val="90000"/>
              </a:lnSpc>
              <a:spcBef>
                <a:spcPts val="375"/>
              </a:spcBef>
              <a:spcAft>
                <a:spcPts val="0"/>
              </a:spcAft>
              <a:buClr>
                <a:schemeClr val="dk1"/>
              </a:buClr>
              <a:buSzPts val="1800"/>
              <a:buChar char="•"/>
              <a:defRPr/>
            </a:lvl8pPr>
            <a:lvl9pPr marL="3086100" lvl="8" indent="-257175" algn="l">
              <a:lnSpc>
                <a:spcPct val="90000"/>
              </a:lnSpc>
              <a:spcBef>
                <a:spcPts val="375"/>
              </a:spcBef>
              <a:spcAft>
                <a:spcPts val="0"/>
              </a:spcAft>
              <a:buClr>
                <a:schemeClr val="dk1"/>
              </a:buClr>
              <a:buSzPts val="1800"/>
              <a:buChar char="•"/>
              <a:defRPr/>
            </a:lvl9pPr>
          </a:lstStyle>
          <a:p>
            <a:pPr lvl="0"/>
            <a:r>
              <a:rPr lang="en-US"/>
              <a:t>Click to edit Master text styles</a:t>
            </a:r>
          </a:p>
        </p:txBody>
      </p:sp>
      <p:sp>
        <p:nvSpPr>
          <p:cNvPr id="66" name="Google Shape;66;p56"/>
          <p:cNvSpPr txBox="1">
            <a:spLocks noGrp="1"/>
          </p:cNvSpPr>
          <p:nvPr>
            <p:ph type="body" idx="3"/>
          </p:nvPr>
        </p:nvSpPr>
        <p:spPr>
          <a:xfrm>
            <a:off x="476845" y="5395331"/>
            <a:ext cx="11241915" cy="951787"/>
          </a:xfrm>
          <a:prstGeom prst="rect">
            <a:avLst/>
          </a:prstGeom>
          <a:noFill/>
          <a:ln>
            <a:noFill/>
          </a:ln>
        </p:spPr>
        <p:txBody>
          <a:bodyPr spcFirstLastPara="1" wrap="square" lIns="91425" tIns="45700" rIns="91425" bIns="45700" anchor="t" anchorCtr="0">
            <a:noAutofit/>
          </a:bodyPr>
          <a:lstStyle>
            <a:lvl1pPr marL="342900" lvl="0" indent="-214313" algn="l">
              <a:lnSpc>
                <a:spcPct val="100000"/>
              </a:lnSpc>
              <a:spcBef>
                <a:spcPts val="750"/>
              </a:spcBef>
              <a:spcAft>
                <a:spcPts val="0"/>
              </a:spcAft>
              <a:buSzPts val="900"/>
              <a:buChar char="•"/>
              <a:defRPr sz="675" b="0"/>
            </a:lvl1pPr>
            <a:lvl2pPr marL="685800" lvl="1" indent="-214313" algn="l">
              <a:lnSpc>
                <a:spcPct val="100000"/>
              </a:lnSpc>
              <a:spcBef>
                <a:spcPts val="600"/>
              </a:spcBef>
              <a:spcAft>
                <a:spcPts val="0"/>
              </a:spcAft>
              <a:buSzPts val="900"/>
              <a:buChar char="−"/>
              <a:defRPr sz="675" b="0"/>
            </a:lvl2pPr>
            <a:lvl3pPr marL="1028700" lvl="2" indent="-205739" algn="l">
              <a:lnSpc>
                <a:spcPct val="100000"/>
              </a:lnSpc>
              <a:spcBef>
                <a:spcPts val="600"/>
              </a:spcBef>
              <a:spcAft>
                <a:spcPts val="0"/>
              </a:spcAft>
              <a:buSzPts val="720"/>
              <a:buChar char="▪"/>
              <a:defRPr sz="675" b="0"/>
            </a:lvl3pPr>
            <a:lvl4pPr marL="1371600" lvl="3" indent="-214313" algn="l">
              <a:lnSpc>
                <a:spcPct val="90000"/>
              </a:lnSpc>
              <a:spcBef>
                <a:spcPts val="600"/>
              </a:spcBef>
              <a:spcAft>
                <a:spcPts val="0"/>
              </a:spcAft>
              <a:buSzPts val="900"/>
              <a:buChar char="•"/>
              <a:defRPr sz="675" b="0"/>
            </a:lvl4pPr>
            <a:lvl5pPr marL="1714500" lvl="4" indent="-214313" algn="l">
              <a:lnSpc>
                <a:spcPct val="90000"/>
              </a:lnSpc>
              <a:spcBef>
                <a:spcPts val="375"/>
              </a:spcBef>
              <a:spcAft>
                <a:spcPts val="0"/>
              </a:spcAft>
              <a:buClr>
                <a:schemeClr val="accent1"/>
              </a:buClr>
              <a:buSzPts val="900"/>
              <a:buChar char="•"/>
              <a:defRPr sz="675" b="0"/>
            </a:lvl5pPr>
            <a:lvl6pPr marL="2057400" lvl="5" indent="-257175" algn="l">
              <a:lnSpc>
                <a:spcPct val="90000"/>
              </a:lnSpc>
              <a:spcBef>
                <a:spcPts val="375"/>
              </a:spcBef>
              <a:spcAft>
                <a:spcPts val="0"/>
              </a:spcAft>
              <a:buClr>
                <a:schemeClr val="dk1"/>
              </a:buClr>
              <a:buSzPts val="1800"/>
              <a:buChar char="•"/>
              <a:defRPr/>
            </a:lvl6pPr>
            <a:lvl7pPr marL="2400300" lvl="6" indent="-257175" algn="l">
              <a:lnSpc>
                <a:spcPct val="90000"/>
              </a:lnSpc>
              <a:spcBef>
                <a:spcPts val="375"/>
              </a:spcBef>
              <a:spcAft>
                <a:spcPts val="0"/>
              </a:spcAft>
              <a:buClr>
                <a:schemeClr val="dk1"/>
              </a:buClr>
              <a:buSzPts val="1800"/>
              <a:buChar char="•"/>
              <a:defRPr/>
            </a:lvl7pPr>
            <a:lvl8pPr marL="2743200" lvl="7" indent="-257175" algn="l">
              <a:lnSpc>
                <a:spcPct val="90000"/>
              </a:lnSpc>
              <a:spcBef>
                <a:spcPts val="375"/>
              </a:spcBef>
              <a:spcAft>
                <a:spcPts val="0"/>
              </a:spcAft>
              <a:buClr>
                <a:schemeClr val="dk1"/>
              </a:buClr>
              <a:buSzPts val="1800"/>
              <a:buChar char="•"/>
              <a:defRPr/>
            </a:lvl8pPr>
            <a:lvl9pPr marL="3086100" lvl="8" indent="-257175" algn="l">
              <a:lnSpc>
                <a:spcPct val="90000"/>
              </a:lnSpc>
              <a:spcBef>
                <a:spcPts val="375"/>
              </a:spcBef>
              <a:spcAft>
                <a:spcPts val="0"/>
              </a:spcAft>
              <a:buClr>
                <a:schemeClr val="dk1"/>
              </a:buClr>
              <a:buSzPts val="1800"/>
              <a:buChar char="•"/>
              <a:defRPr/>
            </a:lvl9pPr>
          </a:lstStyle>
          <a:p>
            <a:pPr lvl="0"/>
            <a:r>
              <a:rPr lang="en-US"/>
              <a:t>Click to edit Master text styles</a:t>
            </a:r>
          </a:p>
        </p:txBody>
      </p:sp>
    </p:spTree>
    <p:extLst>
      <p:ext uri="{BB962C8B-B14F-4D97-AF65-F5344CB8AC3E}">
        <p14:creationId xmlns:p14="http://schemas.microsoft.com/office/powerpoint/2010/main" val="3431776979"/>
      </p:ext>
    </p:extLst>
  </p:cSld>
  <p:clrMapOvr>
    <a:masterClrMapping/>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matchingName="Title/Subtitle/Images" preserve="1">
  <p:cSld name="Title/Subtitle/Images">
    <p:spTree>
      <p:nvGrpSpPr>
        <p:cNvPr id="1" name="Shape 67"/>
        <p:cNvGrpSpPr/>
        <p:nvPr/>
      </p:nvGrpSpPr>
      <p:grpSpPr>
        <a:xfrm>
          <a:off x="0" y="0"/>
          <a:ext cx="0" cy="0"/>
          <a:chOff x="0" y="0"/>
          <a:chExt cx="0" cy="0"/>
        </a:xfrm>
      </p:grpSpPr>
      <p:sp>
        <p:nvSpPr>
          <p:cNvPr id="68" name="Google Shape;68;p57"/>
          <p:cNvSpPr txBox="1">
            <a:spLocks noGrp="1"/>
          </p:cNvSpPr>
          <p:nvPr>
            <p:ph type="title"/>
          </p:nvPr>
        </p:nvSpPr>
        <p:spPr>
          <a:xfrm>
            <a:off x="476845" y="475488"/>
            <a:ext cx="11241915" cy="1071533"/>
          </a:xfrm>
          <a:prstGeom prst="rect">
            <a:avLst/>
          </a:prstGeom>
          <a:noFill/>
          <a:ln>
            <a:noFill/>
          </a:ln>
        </p:spPr>
        <p:txBody>
          <a:bodyPr spcFirstLastPara="1" wrap="square" lIns="91425" tIns="45700" rIns="91425" bIns="45700" anchor="t" anchorCtr="0">
            <a:noAutofit/>
          </a:bodyPr>
          <a:lstStyle>
            <a:lvl1pPr lvl="0" algn="ctr">
              <a:lnSpc>
                <a:spcPct val="90000"/>
              </a:lnSpc>
              <a:spcBef>
                <a:spcPts val="0"/>
              </a:spcBef>
              <a:spcAft>
                <a:spcPts val="0"/>
              </a:spcAft>
              <a:buClr>
                <a:schemeClr val="dk1"/>
              </a:buClr>
              <a:buSzPts val="4000"/>
              <a:buFont typeface="Work Sans"/>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r>
              <a:rPr lang="en-US"/>
              <a:t>Click to edit Master title style</a:t>
            </a:r>
            <a:endParaRPr/>
          </a:p>
        </p:txBody>
      </p:sp>
      <p:sp>
        <p:nvSpPr>
          <p:cNvPr id="69" name="Google Shape;69;p57"/>
          <p:cNvSpPr txBox="1">
            <a:spLocks noGrp="1"/>
          </p:cNvSpPr>
          <p:nvPr>
            <p:ph type="body" idx="1"/>
          </p:nvPr>
        </p:nvSpPr>
        <p:spPr>
          <a:xfrm>
            <a:off x="476845" y="1857698"/>
            <a:ext cx="11241915" cy="691143"/>
          </a:xfrm>
          <a:prstGeom prst="rect">
            <a:avLst/>
          </a:prstGeom>
          <a:noFill/>
          <a:ln>
            <a:noFill/>
          </a:ln>
        </p:spPr>
        <p:txBody>
          <a:bodyPr spcFirstLastPara="1" wrap="square" lIns="91425" tIns="45700" rIns="91425" bIns="45700" anchor="t" anchorCtr="0">
            <a:noAutofit/>
          </a:bodyPr>
          <a:lstStyle>
            <a:lvl1pPr marL="342900" lvl="0" indent="-171450" algn="l">
              <a:lnSpc>
                <a:spcPct val="100000"/>
              </a:lnSpc>
              <a:spcBef>
                <a:spcPts val="750"/>
              </a:spcBef>
              <a:spcAft>
                <a:spcPts val="0"/>
              </a:spcAft>
              <a:buSzPts val="2800"/>
              <a:buNone/>
              <a:defRPr sz="2100" b="1"/>
            </a:lvl1pPr>
            <a:lvl2pPr marL="685800" lvl="1" indent="-304800" algn="l">
              <a:lnSpc>
                <a:spcPct val="100000"/>
              </a:lnSpc>
              <a:spcBef>
                <a:spcPts val="600"/>
              </a:spcBef>
              <a:spcAft>
                <a:spcPts val="0"/>
              </a:spcAft>
              <a:buSzPts val="2800"/>
              <a:buChar char="−"/>
              <a:defRPr sz="2100" b="0"/>
            </a:lvl2pPr>
            <a:lvl3pPr marL="1028700" lvl="2" indent="-262889" algn="l">
              <a:lnSpc>
                <a:spcPct val="100000"/>
              </a:lnSpc>
              <a:spcBef>
                <a:spcPts val="600"/>
              </a:spcBef>
              <a:spcAft>
                <a:spcPts val="0"/>
              </a:spcAft>
              <a:buSzPts val="1920"/>
              <a:buChar char="▪"/>
              <a:defRPr sz="1800" b="0"/>
            </a:lvl3pPr>
            <a:lvl4pPr marL="1371600" lvl="3" indent="-257175" algn="l">
              <a:lnSpc>
                <a:spcPct val="90000"/>
              </a:lnSpc>
              <a:spcBef>
                <a:spcPts val="600"/>
              </a:spcBef>
              <a:spcAft>
                <a:spcPts val="0"/>
              </a:spcAft>
              <a:buSzPts val="1800"/>
              <a:buChar char="•"/>
              <a:defRPr/>
            </a:lvl4pPr>
            <a:lvl5pPr marL="1714500" lvl="4" indent="-257175" algn="l">
              <a:lnSpc>
                <a:spcPct val="90000"/>
              </a:lnSpc>
              <a:spcBef>
                <a:spcPts val="375"/>
              </a:spcBef>
              <a:spcAft>
                <a:spcPts val="0"/>
              </a:spcAft>
              <a:buClr>
                <a:schemeClr val="accent1"/>
              </a:buClr>
              <a:buSzPts val="1800"/>
              <a:buChar char="•"/>
              <a:defRPr/>
            </a:lvl5pPr>
            <a:lvl6pPr marL="2057400" lvl="5" indent="-257175" algn="l">
              <a:lnSpc>
                <a:spcPct val="90000"/>
              </a:lnSpc>
              <a:spcBef>
                <a:spcPts val="375"/>
              </a:spcBef>
              <a:spcAft>
                <a:spcPts val="0"/>
              </a:spcAft>
              <a:buClr>
                <a:schemeClr val="dk1"/>
              </a:buClr>
              <a:buSzPts val="1800"/>
              <a:buChar char="•"/>
              <a:defRPr/>
            </a:lvl6pPr>
            <a:lvl7pPr marL="2400300" lvl="6" indent="-257175" algn="l">
              <a:lnSpc>
                <a:spcPct val="90000"/>
              </a:lnSpc>
              <a:spcBef>
                <a:spcPts val="375"/>
              </a:spcBef>
              <a:spcAft>
                <a:spcPts val="0"/>
              </a:spcAft>
              <a:buClr>
                <a:schemeClr val="dk1"/>
              </a:buClr>
              <a:buSzPts val="1800"/>
              <a:buChar char="•"/>
              <a:defRPr/>
            </a:lvl7pPr>
            <a:lvl8pPr marL="2743200" lvl="7" indent="-257175" algn="l">
              <a:lnSpc>
                <a:spcPct val="90000"/>
              </a:lnSpc>
              <a:spcBef>
                <a:spcPts val="375"/>
              </a:spcBef>
              <a:spcAft>
                <a:spcPts val="0"/>
              </a:spcAft>
              <a:buClr>
                <a:schemeClr val="dk1"/>
              </a:buClr>
              <a:buSzPts val="1800"/>
              <a:buChar char="•"/>
              <a:defRPr/>
            </a:lvl8pPr>
            <a:lvl9pPr marL="3086100" lvl="8" indent="-257175" algn="l">
              <a:lnSpc>
                <a:spcPct val="90000"/>
              </a:lnSpc>
              <a:spcBef>
                <a:spcPts val="375"/>
              </a:spcBef>
              <a:spcAft>
                <a:spcPts val="0"/>
              </a:spcAft>
              <a:buClr>
                <a:schemeClr val="dk1"/>
              </a:buClr>
              <a:buSzPts val="1800"/>
              <a:buChar char="•"/>
              <a:defRPr/>
            </a:lvl9pPr>
          </a:lstStyle>
          <a:p>
            <a:pPr lvl="0"/>
            <a:r>
              <a:rPr lang="en-US"/>
              <a:t>Click to edit Master text styles</a:t>
            </a:r>
          </a:p>
        </p:txBody>
      </p:sp>
      <p:sp>
        <p:nvSpPr>
          <p:cNvPr id="70" name="Google Shape;70;p57"/>
          <p:cNvSpPr txBox="1">
            <a:spLocks noGrp="1"/>
          </p:cNvSpPr>
          <p:nvPr>
            <p:ph type="body" idx="2"/>
          </p:nvPr>
        </p:nvSpPr>
        <p:spPr>
          <a:xfrm>
            <a:off x="476845" y="2677888"/>
            <a:ext cx="11241915" cy="1505492"/>
          </a:xfrm>
          <a:prstGeom prst="rect">
            <a:avLst/>
          </a:prstGeom>
          <a:noFill/>
          <a:ln>
            <a:noFill/>
          </a:ln>
        </p:spPr>
        <p:txBody>
          <a:bodyPr spcFirstLastPara="1" wrap="square" lIns="91425" tIns="45700" rIns="91425" bIns="45700" anchor="t" anchorCtr="0">
            <a:noAutofit/>
          </a:bodyPr>
          <a:lstStyle>
            <a:lvl1pPr marL="342900" lvl="0" indent="-285750" algn="l">
              <a:lnSpc>
                <a:spcPct val="100000"/>
              </a:lnSpc>
              <a:spcBef>
                <a:spcPts val="750"/>
              </a:spcBef>
              <a:spcAft>
                <a:spcPts val="0"/>
              </a:spcAft>
              <a:buSzPts val="2400"/>
              <a:buChar char="•"/>
              <a:defRPr sz="1800" b="0"/>
            </a:lvl1pPr>
            <a:lvl2pPr marL="685800" lvl="1" indent="-285750" algn="l">
              <a:lnSpc>
                <a:spcPct val="100000"/>
              </a:lnSpc>
              <a:spcBef>
                <a:spcPts val="600"/>
              </a:spcBef>
              <a:spcAft>
                <a:spcPts val="0"/>
              </a:spcAft>
              <a:buSzPts val="2400"/>
              <a:buChar char="−"/>
              <a:defRPr sz="1800" b="0"/>
            </a:lvl2pPr>
            <a:lvl3pPr marL="1028700" lvl="2" indent="-262889" algn="l">
              <a:lnSpc>
                <a:spcPct val="100000"/>
              </a:lnSpc>
              <a:spcBef>
                <a:spcPts val="600"/>
              </a:spcBef>
              <a:spcAft>
                <a:spcPts val="0"/>
              </a:spcAft>
              <a:buSzPts val="1920"/>
              <a:buChar char="▪"/>
              <a:defRPr sz="1800" b="0"/>
            </a:lvl3pPr>
            <a:lvl4pPr marL="1371600" lvl="3" indent="-257175" algn="l">
              <a:lnSpc>
                <a:spcPct val="90000"/>
              </a:lnSpc>
              <a:spcBef>
                <a:spcPts val="600"/>
              </a:spcBef>
              <a:spcAft>
                <a:spcPts val="0"/>
              </a:spcAft>
              <a:buSzPts val="1800"/>
              <a:buChar char="•"/>
              <a:defRPr/>
            </a:lvl4pPr>
            <a:lvl5pPr marL="1714500" lvl="4" indent="-257175" algn="l">
              <a:lnSpc>
                <a:spcPct val="90000"/>
              </a:lnSpc>
              <a:spcBef>
                <a:spcPts val="375"/>
              </a:spcBef>
              <a:spcAft>
                <a:spcPts val="0"/>
              </a:spcAft>
              <a:buClr>
                <a:schemeClr val="accent1"/>
              </a:buClr>
              <a:buSzPts val="1800"/>
              <a:buChar char="•"/>
              <a:defRPr/>
            </a:lvl5pPr>
            <a:lvl6pPr marL="2057400" lvl="5" indent="-257175" algn="l">
              <a:lnSpc>
                <a:spcPct val="90000"/>
              </a:lnSpc>
              <a:spcBef>
                <a:spcPts val="375"/>
              </a:spcBef>
              <a:spcAft>
                <a:spcPts val="0"/>
              </a:spcAft>
              <a:buClr>
                <a:schemeClr val="dk1"/>
              </a:buClr>
              <a:buSzPts val="1800"/>
              <a:buChar char="•"/>
              <a:defRPr/>
            </a:lvl6pPr>
            <a:lvl7pPr marL="2400300" lvl="6" indent="-257175" algn="l">
              <a:lnSpc>
                <a:spcPct val="90000"/>
              </a:lnSpc>
              <a:spcBef>
                <a:spcPts val="375"/>
              </a:spcBef>
              <a:spcAft>
                <a:spcPts val="0"/>
              </a:spcAft>
              <a:buClr>
                <a:schemeClr val="dk1"/>
              </a:buClr>
              <a:buSzPts val="1800"/>
              <a:buChar char="•"/>
              <a:defRPr/>
            </a:lvl7pPr>
            <a:lvl8pPr marL="2743200" lvl="7" indent="-257175" algn="l">
              <a:lnSpc>
                <a:spcPct val="90000"/>
              </a:lnSpc>
              <a:spcBef>
                <a:spcPts val="375"/>
              </a:spcBef>
              <a:spcAft>
                <a:spcPts val="0"/>
              </a:spcAft>
              <a:buClr>
                <a:schemeClr val="dk1"/>
              </a:buClr>
              <a:buSzPts val="1800"/>
              <a:buChar char="•"/>
              <a:defRPr/>
            </a:lvl8pPr>
            <a:lvl9pPr marL="3086100" lvl="8" indent="-257175" algn="l">
              <a:lnSpc>
                <a:spcPct val="90000"/>
              </a:lnSpc>
              <a:spcBef>
                <a:spcPts val="375"/>
              </a:spcBef>
              <a:spcAft>
                <a:spcPts val="0"/>
              </a:spcAft>
              <a:buClr>
                <a:schemeClr val="dk1"/>
              </a:buClr>
              <a:buSzPts val="1800"/>
              <a:buChar char="•"/>
              <a:defRPr/>
            </a:lvl9pPr>
          </a:lstStyle>
          <a:p>
            <a:pPr lvl="0"/>
            <a:r>
              <a:rPr lang="en-US"/>
              <a:t>Click to edit Master text styles</a:t>
            </a:r>
          </a:p>
        </p:txBody>
      </p:sp>
      <p:sp>
        <p:nvSpPr>
          <p:cNvPr id="71" name="Google Shape;71;p57"/>
          <p:cNvSpPr txBox="1">
            <a:spLocks noGrp="1"/>
          </p:cNvSpPr>
          <p:nvPr>
            <p:ph type="body" idx="3"/>
          </p:nvPr>
        </p:nvSpPr>
        <p:spPr>
          <a:xfrm>
            <a:off x="476844" y="4310385"/>
            <a:ext cx="2563240" cy="2024480"/>
          </a:xfrm>
          <a:prstGeom prst="rect">
            <a:avLst/>
          </a:prstGeom>
          <a:noFill/>
          <a:ln>
            <a:noFill/>
          </a:ln>
        </p:spPr>
        <p:txBody>
          <a:bodyPr spcFirstLastPara="1" wrap="square" lIns="91425" tIns="45700" rIns="91425" bIns="45700" anchor="t" anchorCtr="0">
            <a:noAutofit/>
          </a:bodyPr>
          <a:lstStyle>
            <a:lvl1pPr marL="342900" lvl="0" indent="-171450" algn="ctr">
              <a:lnSpc>
                <a:spcPct val="100000"/>
              </a:lnSpc>
              <a:spcBef>
                <a:spcPts val="750"/>
              </a:spcBef>
              <a:spcAft>
                <a:spcPts val="0"/>
              </a:spcAft>
              <a:buSzPts val="2400"/>
              <a:buNone/>
              <a:defRPr/>
            </a:lvl1pPr>
            <a:lvl2pPr marL="685800" lvl="1" indent="-257175" algn="l">
              <a:lnSpc>
                <a:spcPct val="100000"/>
              </a:lnSpc>
              <a:spcBef>
                <a:spcPts val="600"/>
              </a:spcBef>
              <a:spcAft>
                <a:spcPts val="0"/>
              </a:spcAft>
              <a:buSzPts val="1800"/>
              <a:buChar char="−"/>
              <a:defRPr/>
            </a:lvl2pPr>
            <a:lvl3pPr marL="1028700" lvl="2" indent="-240029" algn="l">
              <a:lnSpc>
                <a:spcPct val="100000"/>
              </a:lnSpc>
              <a:spcBef>
                <a:spcPts val="600"/>
              </a:spcBef>
              <a:spcAft>
                <a:spcPts val="0"/>
              </a:spcAft>
              <a:buSzPts val="1440"/>
              <a:buChar char="▪"/>
              <a:defRPr/>
            </a:lvl3pPr>
            <a:lvl4pPr marL="1371600" lvl="3" indent="-257175" algn="l">
              <a:lnSpc>
                <a:spcPct val="90000"/>
              </a:lnSpc>
              <a:spcBef>
                <a:spcPts val="600"/>
              </a:spcBef>
              <a:spcAft>
                <a:spcPts val="0"/>
              </a:spcAft>
              <a:buSzPts val="1800"/>
              <a:buChar char="•"/>
              <a:defRPr/>
            </a:lvl4pPr>
            <a:lvl5pPr marL="1714500" lvl="4" indent="-257175" algn="l">
              <a:lnSpc>
                <a:spcPct val="90000"/>
              </a:lnSpc>
              <a:spcBef>
                <a:spcPts val="375"/>
              </a:spcBef>
              <a:spcAft>
                <a:spcPts val="0"/>
              </a:spcAft>
              <a:buClr>
                <a:schemeClr val="accent1"/>
              </a:buClr>
              <a:buSzPts val="1800"/>
              <a:buChar char="•"/>
              <a:defRPr/>
            </a:lvl5pPr>
            <a:lvl6pPr marL="2057400" lvl="5" indent="-257175" algn="l">
              <a:lnSpc>
                <a:spcPct val="90000"/>
              </a:lnSpc>
              <a:spcBef>
                <a:spcPts val="375"/>
              </a:spcBef>
              <a:spcAft>
                <a:spcPts val="0"/>
              </a:spcAft>
              <a:buClr>
                <a:schemeClr val="dk1"/>
              </a:buClr>
              <a:buSzPts val="1800"/>
              <a:buChar char="•"/>
              <a:defRPr/>
            </a:lvl6pPr>
            <a:lvl7pPr marL="2400300" lvl="6" indent="-257175" algn="l">
              <a:lnSpc>
                <a:spcPct val="90000"/>
              </a:lnSpc>
              <a:spcBef>
                <a:spcPts val="375"/>
              </a:spcBef>
              <a:spcAft>
                <a:spcPts val="0"/>
              </a:spcAft>
              <a:buClr>
                <a:schemeClr val="dk1"/>
              </a:buClr>
              <a:buSzPts val="1800"/>
              <a:buChar char="•"/>
              <a:defRPr/>
            </a:lvl7pPr>
            <a:lvl8pPr marL="2743200" lvl="7" indent="-257175" algn="l">
              <a:lnSpc>
                <a:spcPct val="90000"/>
              </a:lnSpc>
              <a:spcBef>
                <a:spcPts val="375"/>
              </a:spcBef>
              <a:spcAft>
                <a:spcPts val="0"/>
              </a:spcAft>
              <a:buClr>
                <a:schemeClr val="dk1"/>
              </a:buClr>
              <a:buSzPts val="1800"/>
              <a:buChar char="•"/>
              <a:defRPr/>
            </a:lvl8pPr>
            <a:lvl9pPr marL="3086100" lvl="8" indent="-257175" algn="l">
              <a:lnSpc>
                <a:spcPct val="90000"/>
              </a:lnSpc>
              <a:spcBef>
                <a:spcPts val="375"/>
              </a:spcBef>
              <a:spcAft>
                <a:spcPts val="0"/>
              </a:spcAft>
              <a:buClr>
                <a:schemeClr val="dk1"/>
              </a:buClr>
              <a:buSzPts val="1800"/>
              <a:buChar char="•"/>
              <a:defRPr/>
            </a:lvl9pPr>
          </a:lstStyle>
          <a:p>
            <a:pPr lvl="0"/>
            <a:r>
              <a:rPr lang="en-US"/>
              <a:t>Click to edit Master text styles</a:t>
            </a:r>
          </a:p>
        </p:txBody>
      </p:sp>
      <p:sp>
        <p:nvSpPr>
          <p:cNvPr id="72" name="Google Shape;72;p57"/>
          <p:cNvSpPr txBox="1">
            <a:spLocks noGrp="1"/>
          </p:cNvSpPr>
          <p:nvPr>
            <p:ph type="body" idx="4"/>
          </p:nvPr>
        </p:nvSpPr>
        <p:spPr>
          <a:xfrm>
            <a:off x="3382488" y="4310385"/>
            <a:ext cx="2563240" cy="2024480"/>
          </a:xfrm>
          <a:prstGeom prst="rect">
            <a:avLst/>
          </a:prstGeom>
          <a:noFill/>
          <a:ln>
            <a:noFill/>
          </a:ln>
        </p:spPr>
        <p:txBody>
          <a:bodyPr spcFirstLastPara="1" wrap="square" lIns="91425" tIns="45700" rIns="91425" bIns="45700" anchor="t" anchorCtr="0">
            <a:noAutofit/>
          </a:bodyPr>
          <a:lstStyle>
            <a:lvl1pPr marL="342900" lvl="0" indent="-171450" algn="ctr">
              <a:lnSpc>
                <a:spcPct val="100000"/>
              </a:lnSpc>
              <a:spcBef>
                <a:spcPts val="750"/>
              </a:spcBef>
              <a:spcAft>
                <a:spcPts val="0"/>
              </a:spcAft>
              <a:buSzPts val="2400"/>
              <a:buNone/>
              <a:defRPr/>
            </a:lvl1pPr>
            <a:lvl2pPr marL="685800" lvl="1" indent="-257175" algn="l">
              <a:lnSpc>
                <a:spcPct val="100000"/>
              </a:lnSpc>
              <a:spcBef>
                <a:spcPts val="600"/>
              </a:spcBef>
              <a:spcAft>
                <a:spcPts val="0"/>
              </a:spcAft>
              <a:buSzPts val="1800"/>
              <a:buChar char="−"/>
              <a:defRPr/>
            </a:lvl2pPr>
            <a:lvl3pPr marL="1028700" lvl="2" indent="-240029" algn="l">
              <a:lnSpc>
                <a:spcPct val="100000"/>
              </a:lnSpc>
              <a:spcBef>
                <a:spcPts val="600"/>
              </a:spcBef>
              <a:spcAft>
                <a:spcPts val="0"/>
              </a:spcAft>
              <a:buSzPts val="1440"/>
              <a:buChar char="▪"/>
              <a:defRPr/>
            </a:lvl3pPr>
            <a:lvl4pPr marL="1371600" lvl="3" indent="-257175" algn="l">
              <a:lnSpc>
                <a:spcPct val="90000"/>
              </a:lnSpc>
              <a:spcBef>
                <a:spcPts val="600"/>
              </a:spcBef>
              <a:spcAft>
                <a:spcPts val="0"/>
              </a:spcAft>
              <a:buSzPts val="1800"/>
              <a:buChar char="•"/>
              <a:defRPr/>
            </a:lvl4pPr>
            <a:lvl5pPr marL="1714500" lvl="4" indent="-257175" algn="l">
              <a:lnSpc>
                <a:spcPct val="90000"/>
              </a:lnSpc>
              <a:spcBef>
                <a:spcPts val="375"/>
              </a:spcBef>
              <a:spcAft>
                <a:spcPts val="0"/>
              </a:spcAft>
              <a:buClr>
                <a:schemeClr val="accent1"/>
              </a:buClr>
              <a:buSzPts val="1800"/>
              <a:buChar char="•"/>
              <a:defRPr/>
            </a:lvl5pPr>
            <a:lvl6pPr marL="2057400" lvl="5" indent="-257175" algn="l">
              <a:lnSpc>
                <a:spcPct val="90000"/>
              </a:lnSpc>
              <a:spcBef>
                <a:spcPts val="375"/>
              </a:spcBef>
              <a:spcAft>
                <a:spcPts val="0"/>
              </a:spcAft>
              <a:buClr>
                <a:schemeClr val="dk1"/>
              </a:buClr>
              <a:buSzPts val="1800"/>
              <a:buChar char="•"/>
              <a:defRPr/>
            </a:lvl6pPr>
            <a:lvl7pPr marL="2400300" lvl="6" indent="-257175" algn="l">
              <a:lnSpc>
                <a:spcPct val="90000"/>
              </a:lnSpc>
              <a:spcBef>
                <a:spcPts val="375"/>
              </a:spcBef>
              <a:spcAft>
                <a:spcPts val="0"/>
              </a:spcAft>
              <a:buClr>
                <a:schemeClr val="dk1"/>
              </a:buClr>
              <a:buSzPts val="1800"/>
              <a:buChar char="•"/>
              <a:defRPr/>
            </a:lvl7pPr>
            <a:lvl8pPr marL="2743200" lvl="7" indent="-257175" algn="l">
              <a:lnSpc>
                <a:spcPct val="90000"/>
              </a:lnSpc>
              <a:spcBef>
                <a:spcPts val="375"/>
              </a:spcBef>
              <a:spcAft>
                <a:spcPts val="0"/>
              </a:spcAft>
              <a:buClr>
                <a:schemeClr val="dk1"/>
              </a:buClr>
              <a:buSzPts val="1800"/>
              <a:buChar char="•"/>
              <a:defRPr/>
            </a:lvl8pPr>
            <a:lvl9pPr marL="3086100" lvl="8" indent="-257175" algn="l">
              <a:lnSpc>
                <a:spcPct val="90000"/>
              </a:lnSpc>
              <a:spcBef>
                <a:spcPts val="375"/>
              </a:spcBef>
              <a:spcAft>
                <a:spcPts val="0"/>
              </a:spcAft>
              <a:buClr>
                <a:schemeClr val="dk1"/>
              </a:buClr>
              <a:buSzPts val="1800"/>
              <a:buChar char="•"/>
              <a:defRPr/>
            </a:lvl9pPr>
          </a:lstStyle>
          <a:p>
            <a:pPr lvl="0"/>
            <a:r>
              <a:rPr lang="en-US"/>
              <a:t>Click to edit Master text styles</a:t>
            </a:r>
          </a:p>
        </p:txBody>
      </p:sp>
      <p:sp>
        <p:nvSpPr>
          <p:cNvPr id="73" name="Google Shape;73;p57"/>
          <p:cNvSpPr txBox="1">
            <a:spLocks noGrp="1"/>
          </p:cNvSpPr>
          <p:nvPr>
            <p:ph type="body" idx="5"/>
          </p:nvPr>
        </p:nvSpPr>
        <p:spPr>
          <a:xfrm>
            <a:off x="6281896" y="4319291"/>
            <a:ext cx="2563240" cy="2024480"/>
          </a:xfrm>
          <a:prstGeom prst="rect">
            <a:avLst/>
          </a:prstGeom>
          <a:noFill/>
          <a:ln>
            <a:noFill/>
          </a:ln>
        </p:spPr>
        <p:txBody>
          <a:bodyPr spcFirstLastPara="1" wrap="square" lIns="91425" tIns="45700" rIns="91425" bIns="45700" anchor="t" anchorCtr="0">
            <a:noAutofit/>
          </a:bodyPr>
          <a:lstStyle>
            <a:lvl1pPr marL="342900" lvl="0" indent="-171450" algn="ctr">
              <a:lnSpc>
                <a:spcPct val="100000"/>
              </a:lnSpc>
              <a:spcBef>
                <a:spcPts val="750"/>
              </a:spcBef>
              <a:spcAft>
                <a:spcPts val="0"/>
              </a:spcAft>
              <a:buSzPts val="2400"/>
              <a:buNone/>
              <a:defRPr/>
            </a:lvl1pPr>
            <a:lvl2pPr marL="685800" lvl="1" indent="-257175" algn="l">
              <a:lnSpc>
                <a:spcPct val="100000"/>
              </a:lnSpc>
              <a:spcBef>
                <a:spcPts val="600"/>
              </a:spcBef>
              <a:spcAft>
                <a:spcPts val="0"/>
              </a:spcAft>
              <a:buSzPts val="1800"/>
              <a:buChar char="−"/>
              <a:defRPr/>
            </a:lvl2pPr>
            <a:lvl3pPr marL="1028700" lvl="2" indent="-240029" algn="l">
              <a:lnSpc>
                <a:spcPct val="100000"/>
              </a:lnSpc>
              <a:spcBef>
                <a:spcPts val="600"/>
              </a:spcBef>
              <a:spcAft>
                <a:spcPts val="0"/>
              </a:spcAft>
              <a:buSzPts val="1440"/>
              <a:buChar char="▪"/>
              <a:defRPr/>
            </a:lvl3pPr>
            <a:lvl4pPr marL="1371600" lvl="3" indent="-257175" algn="l">
              <a:lnSpc>
                <a:spcPct val="90000"/>
              </a:lnSpc>
              <a:spcBef>
                <a:spcPts val="600"/>
              </a:spcBef>
              <a:spcAft>
                <a:spcPts val="0"/>
              </a:spcAft>
              <a:buSzPts val="1800"/>
              <a:buChar char="•"/>
              <a:defRPr/>
            </a:lvl4pPr>
            <a:lvl5pPr marL="1714500" lvl="4" indent="-257175" algn="l">
              <a:lnSpc>
                <a:spcPct val="90000"/>
              </a:lnSpc>
              <a:spcBef>
                <a:spcPts val="375"/>
              </a:spcBef>
              <a:spcAft>
                <a:spcPts val="0"/>
              </a:spcAft>
              <a:buClr>
                <a:schemeClr val="accent1"/>
              </a:buClr>
              <a:buSzPts val="1800"/>
              <a:buChar char="•"/>
              <a:defRPr/>
            </a:lvl5pPr>
            <a:lvl6pPr marL="2057400" lvl="5" indent="-257175" algn="l">
              <a:lnSpc>
                <a:spcPct val="90000"/>
              </a:lnSpc>
              <a:spcBef>
                <a:spcPts val="375"/>
              </a:spcBef>
              <a:spcAft>
                <a:spcPts val="0"/>
              </a:spcAft>
              <a:buClr>
                <a:schemeClr val="dk1"/>
              </a:buClr>
              <a:buSzPts val="1800"/>
              <a:buChar char="•"/>
              <a:defRPr/>
            </a:lvl6pPr>
            <a:lvl7pPr marL="2400300" lvl="6" indent="-257175" algn="l">
              <a:lnSpc>
                <a:spcPct val="90000"/>
              </a:lnSpc>
              <a:spcBef>
                <a:spcPts val="375"/>
              </a:spcBef>
              <a:spcAft>
                <a:spcPts val="0"/>
              </a:spcAft>
              <a:buClr>
                <a:schemeClr val="dk1"/>
              </a:buClr>
              <a:buSzPts val="1800"/>
              <a:buChar char="•"/>
              <a:defRPr/>
            </a:lvl7pPr>
            <a:lvl8pPr marL="2743200" lvl="7" indent="-257175" algn="l">
              <a:lnSpc>
                <a:spcPct val="90000"/>
              </a:lnSpc>
              <a:spcBef>
                <a:spcPts val="375"/>
              </a:spcBef>
              <a:spcAft>
                <a:spcPts val="0"/>
              </a:spcAft>
              <a:buClr>
                <a:schemeClr val="dk1"/>
              </a:buClr>
              <a:buSzPts val="1800"/>
              <a:buChar char="•"/>
              <a:defRPr/>
            </a:lvl8pPr>
            <a:lvl9pPr marL="3086100" lvl="8" indent="-257175" algn="l">
              <a:lnSpc>
                <a:spcPct val="90000"/>
              </a:lnSpc>
              <a:spcBef>
                <a:spcPts val="375"/>
              </a:spcBef>
              <a:spcAft>
                <a:spcPts val="0"/>
              </a:spcAft>
              <a:buClr>
                <a:schemeClr val="dk1"/>
              </a:buClr>
              <a:buSzPts val="1800"/>
              <a:buChar char="•"/>
              <a:defRPr/>
            </a:lvl9pPr>
          </a:lstStyle>
          <a:p>
            <a:pPr lvl="0"/>
            <a:r>
              <a:rPr lang="en-US"/>
              <a:t>Click to edit Master text styles</a:t>
            </a:r>
          </a:p>
        </p:txBody>
      </p:sp>
      <p:sp>
        <p:nvSpPr>
          <p:cNvPr id="74" name="Google Shape;74;p57"/>
          <p:cNvSpPr txBox="1">
            <a:spLocks noGrp="1"/>
          </p:cNvSpPr>
          <p:nvPr>
            <p:ph type="body" idx="6"/>
          </p:nvPr>
        </p:nvSpPr>
        <p:spPr>
          <a:xfrm>
            <a:off x="9151916" y="4319291"/>
            <a:ext cx="2563240" cy="2024480"/>
          </a:xfrm>
          <a:prstGeom prst="rect">
            <a:avLst/>
          </a:prstGeom>
          <a:noFill/>
          <a:ln>
            <a:noFill/>
          </a:ln>
        </p:spPr>
        <p:txBody>
          <a:bodyPr spcFirstLastPara="1" wrap="square" lIns="91425" tIns="45700" rIns="91425" bIns="45700" anchor="t" anchorCtr="0">
            <a:noAutofit/>
          </a:bodyPr>
          <a:lstStyle>
            <a:lvl1pPr marL="342900" lvl="0" indent="-171450" algn="ctr">
              <a:lnSpc>
                <a:spcPct val="100000"/>
              </a:lnSpc>
              <a:spcBef>
                <a:spcPts val="750"/>
              </a:spcBef>
              <a:spcAft>
                <a:spcPts val="0"/>
              </a:spcAft>
              <a:buSzPts val="2400"/>
              <a:buNone/>
              <a:defRPr/>
            </a:lvl1pPr>
            <a:lvl2pPr marL="685800" lvl="1" indent="-257175" algn="l">
              <a:lnSpc>
                <a:spcPct val="100000"/>
              </a:lnSpc>
              <a:spcBef>
                <a:spcPts val="600"/>
              </a:spcBef>
              <a:spcAft>
                <a:spcPts val="0"/>
              </a:spcAft>
              <a:buSzPts val="1800"/>
              <a:buChar char="−"/>
              <a:defRPr/>
            </a:lvl2pPr>
            <a:lvl3pPr marL="1028700" lvl="2" indent="-240029" algn="l">
              <a:lnSpc>
                <a:spcPct val="100000"/>
              </a:lnSpc>
              <a:spcBef>
                <a:spcPts val="600"/>
              </a:spcBef>
              <a:spcAft>
                <a:spcPts val="0"/>
              </a:spcAft>
              <a:buSzPts val="1440"/>
              <a:buChar char="▪"/>
              <a:defRPr/>
            </a:lvl3pPr>
            <a:lvl4pPr marL="1371600" lvl="3" indent="-257175" algn="l">
              <a:lnSpc>
                <a:spcPct val="90000"/>
              </a:lnSpc>
              <a:spcBef>
                <a:spcPts val="600"/>
              </a:spcBef>
              <a:spcAft>
                <a:spcPts val="0"/>
              </a:spcAft>
              <a:buSzPts val="1800"/>
              <a:buChar char="•"/>
              <a:defRPr/>
            </a:lvl4pPr>
            <a:lvl5pPr marL="1714500" lvl="4" indent="-257175" algn="l">
              <a:lnSpc>
                <a:spcPct val="90000"/>
              </a:lnSpc>
              <a:spcBef>
                <a:spcPts val="375"/>
              </a:spcBef>
              <a:spcAft>
                <a:spcPts val="0"/>
              </a:spcAft>
              <a:buClr>
                <a:schemeClr val="accent1"/>
              </a:buClr>
              <a:buSzPts val="1800"/>
              <a:buChar char="•"/>
              <a:defRPr/>
            </a:lvl5pPr>
            <a:lvl6pPr marL="2057400" lvl="5" indent="-257175" algn="l">
              <a:lnSpc>
                <a:spcPct val="90000"/>
              </a:lnSpc>
              <a:spcBef>
                <a:spcPts val="375"/>
              </a:spcBef>
              <a:spcAft>
                <a:spcPts val="0"/>
              </a:spcAft>
              <a:buClr>
                <a:schemeClr val="dk1"/>
              </a:buClr>
              <a:buSzPts val="1800"/>
              <a:buChar char="•"/>
              <a:defRPr/>
            </a:lvl6pPr>
            <a:lvl7pPr marL="2400300" lvl="6" indent="-257175" algn="l">
              <a:lnSpc>
                <a:spcPct val="90000"/>
              </a:lnSpc>
              <a:spcBef>
                <a:spcPts val="375"/>
              </a:spcBef>
              <a:spcAft>
                <a:spcPts val="0"/>
              </a:spcAft>
              <a:buClr>
                <a:schemeClr val="dk1"/>
              </a:buClr>
              <a:buSzPts val="1800"/>
              <a:buChar char="•"/>
              <a:defRPr/>
            </a:lvl7pPr>
            <a:lvl8pPr marL="2743200" lvl="7" indent="-257175" algn="l">
              <a:lnSpc>
                <a:spcPct val="90000"/>
              </a:lnSpc>
              <a:spcBef>
                <a:spcPts val="375"/>
              </a:spcBef>
              <a:spcAft>
                <a:spcPts val="0"/>
              </a:spcAft>
              <a:buClr>
                <a:schemeClr val="dk1"/>
              </a:buClr>
              <a:buSzPts val="1800"/>
              <a:buChar char="•"/>
              <a:defRPr/>
            </a:lvl8pPr>
            <a:lvl9pPr marL="3086100" lvl="8" indent="-257175" algn="l">
              <a:lnSpc>
                <a:spcPct val="90000"/>
              </a:lnSpc>
              <a:spcBef>
                <a:spcPts val="375"/>
              </a:spcBef>
              <a:spcAft>
                <a:spcPts val="0"/>
              </a:spcAft>
              <a:buClr>
                <a:schemeClr val="dk1"/>
              </a:buClr>
              <a:buSzPts val="1800"/>
              <a:buChar char="•"/>
              <a:defRPr/>
            </a:lvl9pPr>
          </a:lstStyle>
          <a:p>
            <a:pPr lvl="0"/>
            <a:r>
              <a:rPr lang="en-US"/>
              <a:t>Click to edit Master text styles</a:t>
            </a:r>
          </a:p>
        </p:txBody>
      </p:sp>
    </p:spTree>
    <p:extLst>
      <p:ext uri="{BB962C8B-B14F-4D97-AF65-F5344CB8AC3E}">
        <p14:creationId xmlns:p14="http://schemas.microsoft.com/office/powerpoint/2010/main" val="2272778308"/>
      </p:ext>
    </p:extLst>
  </p:cSld>
  <p:clrMapOvr>
    <a:masterClrMapping/>
  </p:clrMapOvr>
</p:sldLayout>
</file>

<file path=ppt/slideLayouts/slideLayout33.xml><?xml version="1.0" encoding="utf-8"?>
<p:sldLayout xmlns:a="http://schemas.openxmlformats.org/drawingml/2006/main" xmlns:r="http://schemas.openxmlformats.org/officeDocument/2006/relationships" xmlns:p="http://schemas.openxmlformats.org/presentationml/2006/main" matchingName="Multi Image/Content" preserve="1">
  <p:cSld name="Multi Image/Content">
    <p:spTree>
      <p:nvGrpSpPr>
        <p:cNvPr id="1" name="Shape 75"/>
        <p:cNvGrpSpPr/>
        <p:nvPr/>
      </p:nvGrpSpPr>
      <p:grpSpPr>
        <a:xfrm>
          <a:off x="0" y="0"/>
          <a:ext cx="0" cy="0"/>
          <a:chOff x="0" y="0"/>
          <a:chExt cx="0" cy="0"/>
        </a:xfrm>
      </p:grpSpPr>
      <p:sp>
        <p:nvSpPr>
          <p:cNvPr id="76" name="Google Shape;76;p58"/>
          <p:cNvSpPr txBox="1">
            <a:spLocks noGrp="1"/>
          </p:cNvSpPr>
          <p:nvPr>
            <p:ph type="title"/>
          </p:nvPr>
        </p:nvSpPr>
        <p:spPr>
          <a:xfrm>
            <a:off x="476845" y="473249"/>
            <a:ext cx="11241915" cy="514307"/>
          </a:xfrm>
          <a:prstGeom prst="rect">
            <a:avLst/>
          </a:prstGeom>
          <a:noFill/>
          <a:ln>
            <a:noFill/>
          </a:ln>
        </p:spPr>
        <p:txBody>
          <a:bodyPr spcFirstLastPara="1" wrap="square" lIns="91425" tIns="45700" rIns="91425" bIns="45700" anchor="t" anchorCtr="0">
            <a:noAutofit/>
          </a:bodyPr>
          <a:lstStyle>
            <a:lvl1pPr lvl="0" algn="ctr">
              <a:lnSpc>
                <a:spcPct val="90000"/>
              </a:lnSpc>
              <a:spcBef>
                <a:spcPts val="0"/>
              </a:spcBef>
              <a:spcAft>
                <a:spcPts val="0"/>
              </a:spcAft>
              <a:buClr>
                <a:schemeClr val="dk1"/>
              </a:buClr>
              <a:buSzPts val="3200"/>
              <a:buFont typeface="Arial"/>
              <a:buNone/>
              <a:defRPr sz="2400">
                <a:latin typeface="Arial"/>
                <a:ea typeface="Arial"/>
                <a:cs typeface="Arial"/>
                <a:sym typeface="Aria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r>
              <a:rPr lang="en-US"/>
              <a:t>Click to edit Master title style</a:t>
            </a:r>
            <a:endParaRPr/>
          </a:p>
        </p:txBody>
      </p:sp>
      <p:sp>
        <p:nvSpPr>
          <p:cNvPr id="77" name="Google Shape;77;p58"/>
          <p:cNvSpPr txBox="1">
            <a:spLocks noGrp="1"/>
          </p:cNvSpPr>
          <p:nvPr>
            <p:ph type="body" idx="1"/>
          </p:nvPr>
        </p:nvSpPr>
        <p:spPr>
          <a:xfrm>
            <a:off x="480447" y="1176279"/>
            <a:ext cx="2563240" cy="2024480"/>
          </a:xfrm>
          <a:prstGeom prst="rect">
            <a:avLst/>
          </a:prstGeom>
          <a:noFill/>
          <a:ln>
            <a:noFill/>
          </a:ln>
        </p:spPr>
        <p:txBody>
          <a:bodyPr spcFirstLastPara="1" wrap="square" lIns="91425" tIns="45700" rIns="91425" bIns="45700" anchor="t" anchorCtr="0">
            <a:noAutofit/>
          </a:bodyPr>
          <a:lstStyle>
            <a:lvl1pPr marL="342900" lvl="0" indent="-171450" algn="ctr">
              <a:lnSpc>
                <a:spcPct val="100000"/>
              </a:lnSpc>
              <a:spcBef>
                <a:spcPts val="750"/>
              </a:spcBef>
              <a:spcAft>
                <a:spcPts val="0"/>
              </a:spcAft>
              <a:buSzPts val="2400"/>
              <a:buNone/>
              <a:defRPr/>
            </a:lvl1pPr>
            <a:lvl2pPr marL="685800" lvl="1" indent="-257175" algn="l">
              <a:lnSpc>
                <a:spcPct val="100000"/>
              </a:lnSpc>
              <a:spcBef>
                <a:spcPts val="600"/>
              </a:spcBef>
              <a:spcAft>
                <a:spcPts val="0"/>
              </a:spcAft>
              <a:buSzPts val="1800"/>
              <a:buChar char="−"/>
              <a:defRPr/>
            </a:lvl2pPr>
            <a:lvl3pPr marL="1028700" lvl="2" indent="-240029" algn="l">
              <a:lnSpc>
                <a:spcPct val="100000"/>
              </a:lnSpc>
              <a:spcBef>
                <a:spcPts val="600"/>
              </a:spcBef>
              <a:spcAft>
                <a:spcPts val="0"/>
              </a:spcAft>
              <a:buSzPts val="1440"/>
              <a:buChar char="▪"/>
              <a:defRPr/>
            </a:lvl3pPr>
            <a:lvl4pPr marL="1371600" lvl="3" indent="-257175" algn="l">
              <a:lnSpc>
                <a:spcPct val="90000"/>
              </a:lnSpc>
              <a:spcBef>
                <a:spcPts val="600"/>
              </a:spcBef>
              <a:spcAft>
                <a:spcPts val="0"/>
              </a:spcAft>
              <a:buSzPts val="1800"/>
              <a:buChar char="•"/>
              <a:defRPr/>
            </a:lvl4pPr>
            <a:lvl5pPr marL="1714500" lvl="4" indent="-257175" algn="l">
              <a:lnSpc>
                <a:spcPct val="90000"/>
              </a:lnSpc>
              <a:spcBef>
                <a:spcPts val="375"/>
              </a:spcBef>
              <a:spcAft>
                <a:spcPts val="0"/>
              </a:spcAft>
              <a:buClr>
                <a:schemeClr val="accent1"/>
              </a:buClr>
              <a:buSzPts val="1800"/>
              <a:buChar char="•"/>
              <a:defRPr/>
            </a:lvl5pPr>
            <a:lvl6pPr marL="2057400" lvl="5" indent="-257175" algn="l">
              <a:lnSpc>
                <a:spcPct val="90000"/>
              </a:lnSpc>
              <a:spcBef>
                <a:spcPts val="375"/>
              </a:spcBef>
              <a:spcAft>
                <a:spcPts val="0"/>
              </a:spcAft>
              <a:buClr>
                <a:schemeClr val="dk1"/>
              </a:buClr>
              <a:buSzPts val="1800"/>
              <a:buChar char="•"/>
              <a:defRPr/>
            </a:lvl6pPr>
            <a:lvl7pPr marL="2400300" lvl="6" indent="-257175" algn="l">
              <a:lnSpc>
                <a:spcPct val="90000"/>
              </a:lnSpc>
              <a:spcBef>
                <a:spcPts val="375"/>
              </a:spcBef>
              <a:spcAft>
                <a:spcPts val="0"/>
              </a:spcAft>
              <a:buClr>
                <a:schemeClr val="dk1"/>
              </a:buClr>
              <a:buSzPts val="1800"/>
              <a:buChar char="•"/>
              <a:defRPr/>
            </a:lvl7pPr>
            <a:lvl8pPr marL="2743200" lvl="7" indent="-257175" algn="l">
              <a:lnSpc>
                <a:spcPct val="90000"/>
              </a:lnSpc>
              <a:spcBef>
                <a:spcPts val="375"/>
              </a:spcBef>
              <a:spcAft>
                <a:spcPts val="0"/>
              </a:spcAft>
              <a:buClr>
                <a:schemeClr val="dk1"/>
              </a:buClr>
              <a:buSzPts val="1800"/>
              <a:buChar char="•"/>
              <a:defRPr/>
            </a:lvl8pPr>
            <a:lvl9pPr marL="3086100" lvl="8" indent="-257175" algn="l">
              <a:lnSpc>
                <a:spcPct val="90000"/>
              </a:lnSpc>
              <a:spcBef>
                <a:spcPts val="375"/>
              </a:spcBef>
              <a:spcAft>
                <a:spcPts val="0"/>
              </a:spcAft>
              <a:buClr>
                <a:schemeClr val="dk1"/>
              </a:buClr>
              <a:buSzPts val="1800"/>
              <a:buChar char="•"/>
              <a:defRPr/>
            </a:lvl9pPr>
          </a:lstStyle>
          <a:p>
            <a:pPr lvl="0"/>
            <a:r>
              <a:rPr lang="en-US"/>
              <a:t>Click to edit Master text styles</a:t>
            </a:r>
          </a:p>
        </p:txBody>
      </p:sp>
      <p:sp>
        <p:nvSpPr>
          <p:cNvPr id="78" name="Google Shape;78;p58"/>
          <p:cNvSpPr txBox="1">
            <a:spLocks noGrp="1"/>
          </p:cNvSpPr>
          <p:nvPr>
            <p:ph type="body" idx="2"/>
          </p:nvPr>
        </p:nvSpPr>
        <p:spPr>
          <a:xfrm>
            <a:off x="3386091" y="1176279"/>
            <a:ext cx="2563240" cy="2024480"/>
          </a:xfrm>
          <a:prstGeom prst="rect">
            <a:avLst/>
          </a:prstGeom>
          <a:noFill/>
          <a:ln>
            <a:noFill/>
          </a:ln>
        </p:spPr>
        <p:txBody>
          <a:bodyPr spcFirstLastPara="1" wrap="square" lIns="91425" tIns="45700" rIns="91425" bIns="45700" anchor="t" anchorCtr="0">
            <a:noAutofit/>
          </a:bodyPr>
          <a:lstStyle>
            <a:lvl1pPr marL="342900" lvl="0" indent="-171450" algn="ctr">
              <a:lnSpc>
                <a:spcPct val="100000"/>
              </a:lnSpc>
              <a:spcBef>
                <a:spcPts val="750"/>
              </a:spcBef>
              <a:spcAft>
                <a:spcPts val="0"/>
              </a:spcAft>
              <a:buSzPts val="2400"/>
              <a:buNone/>
              <a:defRPr/>
            </a:lvl1pPr>
            <a:lvl2pPr marL="685800" lvl="1" indent="-257175" algn="l">
              <a:lnSpc>
                <a:spcPct val="100000"/>
              </a:lnSpc>
              <a:spcBef>
                <a:spcPts val="600"/>
              </a:spcBef>
              <a:spcAft>
                <a:spcPts val="0"/>
              </a:spcAft>
              <a:buSzPts val="1800"/>
              <a:buChar char="−"/>
              <a:defRPr/>
            </a:lvl2pPr>
            <a:lvl3pPr marL="1028700" lvl="2" indent="-240029" algn="l">
              <a:lnSpc>
                <a:spcPct val="100000"/>
              </a:lnSpc>
              <a:spcBef>
                <a:spcPts val="600"/>
              </a:spcBef>
              <a:spcAft>
                <a:spcPts val="0"/>
              </a:spcAft>
              <a:buSzPts val="1440"/>
              <a:buChar char="▪"/>
              <a:defRPr/>
            </a:lvl3pPr>
            <a:lvl4pPr marL="1371600" lvl="3" indent="-257175" algn="l">
              <a:lnSpc>
                <a:spcPct val="90000"/>
              </a:lnSpc>
              <a:spcBef>
                <a:spcPts val="600"/>
              </a:spcBef>
              <a:spcAft>
                <a:spcPts val="0"/>
              </a:spcAft>
              <a:buSzPts val="1800"/>
              <a:buChar char="•"/>
              <a:defRPr/>
            </a:lvl4pPr>
            <a:lvl5pPr marL="1714500" lvl="4" indent="-257175" algn="l">
              <a:lnSpc>
                <a:spcPct val="90000"/>
              </a:lnSpc>
              <a:spcBef>
                <a:spcPts val="375"/>
              </a:spcBef>
              <a:spcAft>
                <a:spcPts val="0"/>
              </a:spcAft>
              <a:buClr>
                <a:schemeClr val="accent1"/>
              </a:buClr>
              <a:buSzPts val="1800"/>
              <a:buChar char="•"/>
              <a:defRPr/>
            </a:lvl5pPr>
            <a:lvl6pPr marL="2057400" lvl="5" indent="-257175" algn="l">
              <a:lnSpc>
                <a:spcPct val="90000"/>
              </a:lnSpc>
              <a:spcBef>
                <a:spcPts val="375"/>
              </a:spcBef>
              <a:spcAft>
                <a:spcPts val="0"/>
              </a:spcAft>
              <a:buClr>
                <a:schemeClr val="dk1"/>
              </a:buClr>
              <a:buSzPts val="1800"/>
              <a:buChar char="•"/>
              <a:defRPr/>
            </a:lvl6pPr>
            <a:lvl7pPr marL="2400300" lvl="6" indent="-257175" algn="l">
              <a:lnSpc>
                <a:spcPct val="90000"/>
              </a:lnSpc>
              <a:spcBef>
                <a:spcPts val="375"/>
              </a:spcBef>
              <a:spcAft>
                <a:spcPts val="0"/>
              </a:spcAft>
              <a:buClr>
                <a:schemeClr val="dk1"/>
              </a:buClr>
              <a:buSzPts val="1800"/>
              <a:buChar char="•"/>
              <a:defRPr/>
            </a:lvl7pPr>
            <a:lvl8pPr marL="2743200" lvl="7" indent="-257175" algn="l">
              <a:lnSpc>
                <a:spcPct val="90000"/>
              </a:lnSpc>
              <a:spcBef>
                <a:spcPts val="375"/>
              </a:spcBef>
              <a:spcAft>
                <a:spcPts val="0"/>
              </a:spcAft>
              <a:buClr>
                <a:schemeClr val="dk1"/>
              </a:buClr>
              <a:buSzPts val="1800"/>
              <a:buChar char="•"/>
              <a:defRPr/>
            </a:lvl8pPr>
            <a:lvl9pPr marL="3086100" lvl="8" indent="-257175" algn="l">
              <a:lnSpc>
                <a:spcPct val="90000"/>
              </a:lnSpc>
              <a:spcBef>
                <a:spcPts val="375"/>
              </a:spcBef>
              <a:spcAft>
                <a:spcPts val="0"/>
              </a:spcAft>
              <a:buClr>
                <a:schemeClr val="dk1"/>
              </a:buClr>
              <a:buSzPts val="1800"/>
              <a:buChar char="•"/>
              <a:defRPr/>
            </a:lvl9pPr>
          </a:lstStyle>
          <a:p>
            <a:pPr lvl="0"/>
            <a:r>
              <a:rPr lang="en-US"/>
              <a:t>Click to edit Master text styles</a:t>
            </a:r>
          </a:p>
        </p:txBody>
      </p:sp>
      <p:sp>
        <p:nvSpPr>
          <p:cNvPr id="79" name="Google Shape;79;p58"/>
          <p:cNvSpPr txBox="1">
            <a:spLocks noGrp="1"/>
          </p:cNvSpPr>
          <p:nvPr>
            <p:ph type="body" idx="3"/>
          </p:nvPr>
        </p:nvSpPr>
        <p:spPr>
          <a:xfrm>
            <a:off x="6285499" y="1185185"/>
            <a:ext cx="2563240" cy="2024480"/>
          </a:xfrm>
          <a:prstGeom prst="rect">
            <a:avLst/>
          </a:prstGeom>
          <a:noFill/>
          <a:ln>
            <a:noFill/>
          </a:ln>
        </p:spPr>
        <p:txBody>
          <a:bodyPr spcFirstLastPara="1" wrap="square" lIns="91425" tIns="45700" rIns="91425" bIns="45700" anchor="t" anchorCtr="0">
            <a:noAutofit/>
          </a:bodyPr>
          <a:lstStyle>
            <a:lvl1pPr marL="342900" lvl="0" indent="-171450" algn="ctr">
              <a:lnSpc>
                <a:spcPct val="100000"/>
              </a:lnSpc>
              <a:spcBef>
                <a:spcPts val="750"/>
              </a:spcBef>
              <a:spcAft>
                <a:spcPts val="0"/>
              </a:spcAft>
              <a:buSzPts val="2400"/>
              <a:buNone/>
              <a:defRPr/>
            </a:lvl1pPr>
            <a:lvl2pPr marL="685800" lvl="1" indent="-257175" algn="l">
              <a:lnSpc>
                <a:spcPct val="100000"/>
              </a:lnSpc>
              <a:spcBef>
                <a:spcPts val="600"/>
              </a:spcBef>
              <a:spcAft>
                <a:spcPts val="0"/>
              </a:spcAft>
              <a:buSzPts val="1800"/>
              <a:buChar char="−"/>
              <a:defRPr/>
            </a:lvl2pPr>
            <a:lvl3pPr marL="1028700" lvl="2" indent="-240029" algn="l">
              <a:lnSpc>
                <a:spcPct val="100000"/>
              </a:lnSpc>
              <a:spcBef>
                <a:spcPts val="600"/>
              </a:spcBef>
              <a:spcAft>
                <a:spcPts val="0"/>
              </a:spcAft>
              <a:buSzPts val="1440"/>
              <a:buChar char="▪"/>
              <a:defRPr/>
            </a:lvl3pPr>
            <a:lvl4pPr marL="1371600" lvl="3" indent="-257175" algn="l">
              <a:lnSpc>
                <a:spcPct val="90000"/>
              </a:lnSpc>
              <a:spcBef>
                <a:spcPts val="600"/>
              </a:spcBef>
              <a:spcAft>
                <a:spcPts val="0"/>
              </a:spcAft>
              <a:buSzPts val="1800"/>
              <a:buChar char="•"/>
              <a:defRPr/>
            </a:lvl4pPr>
            <a:lvl5pPr marL="1714500" lvl="4" indent="-257175" algn="l">
              <a:lnSpc>
                <a:spcPct val="90000"/>
              </a:lnSpc>
              <a:spcBef>
                <a:spcPts val="375"/>
              </a:spcBef>
              <a:spcAft>
                <a:spcPts val="0"/>
              </a:spcAft>
              <a:buClr>
                <a:schemeClr val="accent1"/>
              </a:buClr>
              <a:buSzPts val="1800"/>
              <a:buChar char="•"/>
              <a:defRPr/>
            </a:lvl5pPr>
            <a:lvl6pPr marL="2057400" lvl="5" indent="-257175" algn="l">
              <a:lnSpc>
                <a:spcPct val="90000"/>
              </a:lnSpc>
              <a:spcBef>
                <a:spcPts val="375"/>
              </a:spcBef>
              <a:spcAft>
                <a:spcPts val="0"/>
              </a:spcAft>
              <a:buClr>
                <a:schemeClr val="dk1"/>
              </a:buClr>
              <a:buSzPts val="1800"/>
              <a:buChar char="•"/>
              <a:defRPr/>
            </a:lvl6pPr>
            <a:lvl7pPr marL="2400300" lvl="6" indent="-257175" algn="l">
              <a:lnSpc>
                <a:spcPct val="90000"/>
              </a:lnSpc>
              <a:spcBef>
                <a:spcPts val="375"/>
              </a:spcBef>
              <a:spcAft>
                <a:spcPts val="0"/>
              </a:spcAft>
              <a:buClr>
                <a:schemeClr val="dk1"/>
              </a:buClr>
              <a:buSzPts val="1800"/>
              <a:buChar char="•"/>
              <a:defRPr/>
            </a:lvl7pPr>
            <a:lvl8pPr marL="2743200" lvl="7" indent="-257175" algn="l">
              <a:lnSpc>
                <a:spcPct val="90000"/>
              </a:lnSpc>
              <a:spcBef>
                <a:spcPts val="375"/>
              </a:spcBef>
              <a:spcAft>
                <a:spcPts val="0"/>
              </a:spcAft>
              <a:buClr>
                <a:schemeClr val="dk1"/>
              </a:buClr>
              <a:buSzPts val="1800"/>
              <a:buChar char="•"/>
              <a:defRPr/>
            </a:lvl8pPr>
            <a:lvl9pPr marL="3086100" lvl="8" indent="-257175" algn="l">
              <a:lnSpc>
                <a:spcPct val="90000"/>
              </a:lnSpc>
              <a:spcBef>
                <a:spcPts val="375"/>
              </a:spcBef>
              <a:spcAft>
                <a:spcPts val="0"/>
              </a:spcAft>
              <a:buClr>
                <a:schemeClr val="dk1"/>
              </a:buClr>
              <a:buSzPts val="1800"/>
              <a:buChar char="•"/>
              <a:defRPr/>
            </a:lvl9pPr>
          </a:lstStyle>
          <a:p>
            <a:pPr lvl="0"/>
            <a:r>
              <a:rPr lang="en-US"/>
              <a:t>Click to edit Master text styles</a:t>
            </a:r>
          </a:p>
        </p:txBody>
      </p:sp>
      <p:sp>
        <p:nvSpPr>
          <p:cNvPr id="80" name="Google Shape;80;p58"/>
          <p:cNvSpPr txBox="1">
            <a:spLocks noGrp="1"/>
          </p:cNvSpPr>
          <p:nvPr>
            <p:ph type="body" idx="4"/>
          </p:nvPr>
        </p:nvSpPr>
        <p:spPr>
          <a:xfrm>
            <a:off x="9155519" y="1185185"/>
            <a:ext cx="2563240" cy="2024480"/>
          </a:xfrm>
          <a:prstGeom prst="rect">
            <a:avLst/>
          </a:prstGeom>
          <a:noFill/>
          <a:ln>
            <a:noFill/>
          </a:ln>
        </p:spPr>
        <p:txBody>
          <a:bodyPr spcFirstLastPara="1" wrap="square" lIns="91425" tIns="45700" rIns="91425" bIns="45700" anchor="t" anchorCtr="0">
            <a:noAutofit/>
          </a:bodyPr>
          <a:lstStyle>
            <a:lvl1pPr marL="342900" lvl="0" indent="-171450" algn="ctr">
              <a:lnSpc>
                <a:spcPct val="100000"/>
              </a:lnSpc>
              <a:spcBef>
                <a:spcPts val="750"/>
              </a:spcBef>
              <a:spcAft>
                <a:spcPts val="0"/>
              </a:spcAft>
              <a:buSzPts val="2400"/>
              <a:buNone/>
              <a:defRPr/>
            </a:lvl1pPr>
            <a:lvl2pPr marL="685800" lvl="1" indent="-257175" algn="l">
              <a:lnSpc>
                <a:spcPct val="100000"/>
              </a:lnSpc>
              <a:spcBef>
                <a:spcPts val="600"/>
              </a:spcBef>
              <a:spcAft>
                <a:spcPts val="0"/>
              </a:spcAft>
              <a:buSzPts val="1800"/>
              <a:buChar char="−"/>
              <a:defRPr/>
            </a:lvl2pPr>
            <a:lvl3pPr marL="1028700" lvl="2" indent="-240029" algn="l">
              <a:lnSpc>
                <a:spcPct val="100000"/>
              </a:lnSpc>
              <a:spcBef>
                <a:spcPts val="600"/>
              </a:spcBef>
              <a:spcAft>
                <a:spcPts val="0"/>
              </a:spcAft>
              <a:buSzPts val="1440"/>
              <a:buChar char="▪"/>
              <a:defRPr/>
            </a:lvl3pPr>
            <a:lvl4pPr marL="1371600" lvl="3" indent="-257175" algn="l">
              <a:lnSpc>
                <a:spcPct val="90000"/>
              </a:lnSpc>
              <a:spcBef>
                <a:spcPts val="600"/>
              </a:spcBef>
              <a:spcAft>
                <a:spcPts val="0"/>
              </a:spcAft>
              <a:buSzPts val="1800"/>
              <a:buChar char="•"/>
              <a:defRPr/>
            </a:lvl4pPr>
            <a:lvl5pPr marL="1714500" lvl="4" indent="-257175" algn="l">
              <a:lnSpc>
                <a:spcPct val="90000"/>
              </a:lnSpc>
              <a:spcBef>
                <a:spcPts val="375"/>
              </a:spcBef>
              <a:spcAft>
                <a:spcPts val="0"/>
              </a:spcAft>
              <a:buClr>
                <a:schemeClr val="accent1"/>
              </a:buClr>
              <a:buSzPts val="1800"/>
              <a:buChar char="•"/>
              <a:defRPr/>
            </a:lvl5pPr>
            <a:lvl6pPr marL="2057400" lvl="5" indent="-257175" algn="l">
              <a:lnSpc>
                <a:spcPct val="90000"/>
              </a:lnSpc>
              <a:spcBef>
                <a:spcPts val="375"/>
              </a:spcBef>
              <a:spcAft>
                <a:spcPts val="0"/>
              </a:spcAft>
              <a:buClr>
                <a:schemeClr val="dk1"/>
              </a:buClr>
              <a:buSzPts val="1800"/>
              <a:buChar char="•"/>
              <a:defRPr/>
            </a:lvl6pPr>
            <a:lvl7pPr marL="2400300" lvl="6" indent="-257175" algn="l">
              <a:lnSpc>
                <a:spcPct val="90000"/>
              </a:lnSpc>
              <a:spcBef>
                <a:spcPts val="375"/>
              </a:spcBef>
              <a:spcAft>
                <a:spcPts val="0"/>
              </a:spcAft>
              <a:buClr>
                <a:schemeClr val="dk1"/>
              </a:buClr>
              <a:buSzPts val="1800"/>
              <a:buChar char="•"/>
              <a:defRPr/>
            </a:lvl7pPr>
            <a:lvl8pPr marL="2743200" lvl="7" indent="-257175" algn="l">
              <a:lnSpc>
                <a:spcPct val="90000"/>
              </a:lnSpc>
              <a:spcBef>
                <a:spcPts val="375"/>
              </a:spcBef>
              <a:spcAft>
                <a:spcPts val="0"/>
              </a:spcAft>
              <a:buClr>
                <a:schemeClr val="dk1"/>
              </a:buClr>
              <a:buSzPts val="1800"/>
              <a:buChar char="•"/>
              <a:defRPr/>
            </a:lvl8pPr>
            <a:lvl9pPr marL="3086100" lvl="8" indent="-257175" algn="l">
              <a:lnSpc>
                <a:spcPct val="90000"/>
              </a:lnSpc>
              <a:spcBef>
                <a:spcPts val="375"/>
              </a:spcBef>
              <a:spcAft>
                <a:spcPts val="0"/>
              </a:spcAft>
              <a:buClr>
                <a:schemeClr val="dk1"/>
              </a:buClr>
              <a:buSzPts val="1800"/>
              <a:buChar char="•"/>
              <a:defRPr/>
            </a:lvl9pPr>
          </a:lstStyle>
          <a:p>
            <a:pPr lvl="0"/>
            <a:r>
              <a:rPr lang="en-US"/>
              <a:t>Click to edit Master text styles</a:t>
            </a:r>
          </a:p>
        </p:txBody>
      </p:sp>
      <p:sp>
        <p:nvSpPr>
          <p:cNvPr id="81" name="Google Shape;81;p58"/>
          <p:cNvSpPr txBox="1">
            <a:spLocks noGrp="1"/>
          </p:cNvSpPr>
          <p:nvPr>
            <p:ph type="body" idx="5"/>
          </p:nvPr>
        </p:nvSpPr>
        <p:spPr>
          <a:xfrm>
            <a:off x="480447" y="3359963"/>
            <a:ext cx="2563241" cy="2024480"/>
          </a:xfrm>
          <a:prstGeom prst="rect">
            <a:avLst/>
          </a:prstGeom>
          <a:noFill/>
          <a:ln>
            <a:noFill/>
          </a:ln>
        </p:spPr>
        <p:txBody>
          <a:bodyPr spcFirstLastPara="1" wrap="square" lIns="91425" tIns="45700" rIns="91425" bIns="45700" anchor="t" anchorCtr="0">
            <a:noAutofit/>
          </a:bodyPr>
          <a:lstStyle>
            <a:lvl1pPr marL="342900" lvl="0" indent="-171450" algn="ctr">
              <a:lnSpc>
                <a:spcPct val="100000"/>
              </a:lnSpc>
              <a:spcBef>
                <a:spcPts val="750"/>
              </a:spcBef>
              <a:spcAft>
                <a:spcPts val="0"/>
              </a:spcAft>
              <a:buSzPts val="2400"/>
              <a:buNone/>
              <a:defRPr/>
            </a:lvl1pPr>
            <a:lvl2pPr marL="685800" lvl="1" indent="-257175" algn="l">
              <a:lnSpc>
                <a:spcPct val="100000"/>
              </a:lnSpc>
              <a:spcBef>
                <a:spcPts val="600"/>
              </a:spcBef>
              <a:spcAft>
                <a:spcPts val="0"/>
              </a:spcAft>
              <a:buSzPts val="1800"/>
              <a:buChar char="−"/>
              <a:defRPr/>
            </a:lvl2pPr>
            <a:lvl3pPr marL="1028700" lvl="2" indent="-240029" algn="l">
              <a:lnSpc>
                <a:spcPct val="100000"/>
              </a:lnSpc>
              <a:spcBef>
                <a:spcPts val="600"/>
              </a:spcBef>
              <a:spcAft>
                <a:spcPts val="0"/>
              </a:spcAft>
              <a:buSzPts val="1440"/>
              <a:buChar char="▪"/>
              <a:defRPr/>
            </a:lvl3pPr>
            <a:lvl4pPr marL="1371600" lvl="3" indent="-257175" algn="l">
              <a:lnSpc>
                <a:spcPct val="90000"/>
              </a:lnSpc>
              <a:spcBef>
                <a:spcPts val="600"/>
              </a:spcBef>
              <a:spcAft>
                <a:spcPts val="0"/>
              </a:spcAft>
              <a:buSzPts val="1800"/>
              <a:buChar char="•"/>
              <a:defRPr/>
            </a:lvl4pPr>
            <a:lvl5pPr marL="1714500" lvl="4" indent="-257175" algn="l">
              <a:lnSpc>
                <a:spcPct val="90000"/>
              </a:lnSpc>
              <a:spcBef>
                <a:spcPts val="375"/>
              </a:spcBef>
              <a:spcAft>
                <a:spcPts val="0"/>
              </a:spcAft>
              <a:buClr>
                <a:schemeClr val="accent1"/>
              </a:buClr>
              <a:buSzPts val="1800"/>
              <a:buChar char="•"/>
              <a:defRPr/>
            </a:lvl5pPr>
            <a:lvl6pPr marL="2057400" lvl="5" indent="-257175" algn="l">
              <a:lnSpc>
                <a:spcPct val="90000"/>
              </a:lnSpc>
              <a:spcBef>
                <a:spcPts val="375"/>
              </a:spcBef>
              <a:spcAft>
                <a:spcPts val="0"/>
              </a:spcAft>
              <a:buClr>
                <a:schemeClr val="dk1"/>
              </a:buClr>
              <a:buSzPts val="1800"/>
              <a:buChar char="•"/>
              <a:defRPr/>
            </a:lvl6pPr>
            <a:lvl7pPr marL="2400300" lvl="6" indent="-257175" algn="l">
              <a:lnSpc>
                <a:spcPct val="90000"/>
              </a:lnSpc>
              <a:spcBef>
                <a:spcPts val="375"/>
              </a:spcBef>
              <a:spcAft>
                <a:spcPts val="0"/>
              </a:spcAft>
              <a:buClr>
                <a:schemeClr val="dk1"/>
              </a:buClr>
              <a:buSzPts val="1800"/>
              <a:buChar char="•"/>
              <a:defRPr/>
            </a:lvl7pPr>
            <a:lvl8pPr marL="2743200" lvl="7" indent="-257175" algn="l">
              <a:lnSpc>
                <a:spcPct val="90000"/>
              </a:lnSpc>
              <a:spcBef>
                <a:spcPts val="375"/>
              </a:spcBef>
              <a:spcAft>
                <a:spcPts val="0"/>
              </a:spcAft>
              <a:buClr>
                <a:schemeClr val="dk1"/>
              </a:buClr>
              <a:buSzPts val="1800"/>
              <a:buChar char="•"/>
              <a:defRPr/>
            </a:lvl8pPr>
            <a:lvl9pPr marL="3086100" lvl="8" indent="-257175" algn="l">
              <a:lnSpc>
                <a:spcPct val="90000"/>
              </a:lnSpc>
              <a:spcBef>
                <a:spcPts val="375"/>
              </a:spcBef>
              <a:spcAft>
                <a:spcPts val="0"/>
              </a:spcAft>
              <a:buClr>
                <a:schemeClr val="dk1"/>
              </a:buClr>
              <a:buSzPts val="1800"/>
              <a:buChar char="•"/>
              <a:defRPr/>
            </a:lvl9pPr>
          </a:lstStyle>
          <a:p>
            <a:pPr lvl="0"/>
            <a:r>
              <a:rPr lang="en-US"/>
              <a:t>Click to edit Master text styles</a:t>
            </a:r>
          </a:p>
        </p:txBody>
      </p:sp>
      <p:sp>
        <p:nvSpPr>
          <p:cNvPr id="82" name="Google Shape;82;p58"/>
          <p:cNvSpPr txBox="1">
            <a:spLocks noGrp="1"/>
          </p:cNvSpPr>
          <p:nvPr>
            <p:ph type="body" idx="6"/>
          </p:nvPr>
        </p:nvSpPr>
        <p:spPr>
          <a:xfrm>
            <a:off x="3386092" y="3359963"/>
            <a:ext cx="2563241" cy="2024480"/>
          </a:xfrm>
          <a:prstGeom prst="rect">
            <a:avLst/>
          </a:prstGeom>
          <a:noFill/>
          <a:ln>
            <a:noFill/>
          </a:ln>
        </p:spPr>
        <p:txBody>
          <a:bodyPr spcFirstLastPara="1" wrap="square" lIns="91425" tIns="45700" rIns="91425" bIns="45700" anchor="t" anchorCtr="0">
            <a:noAutofit/>
          </a:bodyPr>
          <a:lstStyle>
            <a:lvl1pPr marL="342900" lvl="0" indent="-171450" algn="ctr">
              <a:lnSpc>
                <a:spcPct val="100000"/>
              </a:lnSpc>
              <a:spcBef>
                <a:spcPts val="750"/>
              </a:spcBef>
              <a:spcAft>
                <a:spcPts val="0"/>
              </a:spcAft>
              <a:buSzPts val="2400"/>
              <a:buNone/>
              <a:defRPr/>
            </a:lvl1pPr>
            <a:lvl2pPr marL="685800" lvl="1" indent="-257175" algn="l">
              <a:lnSpc>
                <a:spcPct val="100000"/>
              </a:lnSpc>
              <a:spcBef>
                <a:spcPts val="600"/>
              </a:spcBef>
              <a:spcAft>
                <a:spcPts val="0"/>
              </a:spcAft>
              <a:buSzPts val="1800"/>
              <a:buChar char="−"/>
              <a:defRPr/>
            </a:lvl2pPr>
            <a:lvl3pPr marL="1028700" lvl="2" indent="-240029" algn="l">
              <a:lnSpc>
                <a:spcPct val="100000"/>
              </a:lnSpc>
              <a:spcBef>
                <a:spcPts val="600"/>
              </a:spcBef>
              <a:spcAft>
                <a:spcPts val="0"/>
              </a:spcAft>
              <a:buSzPts val="1440"/>
              <a:buChar char="▪"/>
              <a:defRPr/>
            </a:lvl3pPr>
            <a:lvl4pPr marL="1371600" lvl="3" indent="-257175" algn="l">
              <a:lnSpc>
                <a:spcPct val="90000"/>
              </a:lnSpc>
              <a:spcBef>
                <a:spcPts val="600"/>
              </a:spcBef>
              <a:spcAft>
                <a:spcPts val="0"/>
              </a:spcAft>
              <a:buSzPts val="1800"/>
              <a:buChar char="•"/>
              <a:defRPr/>
            </a:lvl4pPr>
            <a:lvl5pPr marL="1714500" lvl="4" indent="-257175" algn="l">
              <a:lnSpc>
                <a:spcPct val="90000"/>
              </a:lnSpc>
              <a:spcBef>
                <a:spcPts val="375"/>
              </a:spcBef>
              <a:spcAft>
                <a:spcPts val="0"/>
              </a:spcAft>
              <a:buClr>
                <a:schemeClr val="accent1"/>
              </a:buClr>
              <a:buSzPts val="1800"/>
              <a:buChar char="•"/>
              <a:defRPr/>
            </a:lvl5pPr>
            <a:lvl6pPr marL="2057400" lvl="5" indent="-257175" algn="l">
              <a:lnSpc>
                <a:spcPct val="90000"/>
              </a:lnSpc>
              <a:spcBef>
                <a:spcPts val="375"/>
              </a:spcBef>
              <a:spcAft>
                <a:spcPts val="0"/>
              </a:spcAft>
              <a:buClr>
                <a:schemeClr val="dk1"/>
              </a:buClr>
              <a:buSzPts val="1800"/>
              <a:buChar char="•"/>
              <a:defRPr/>
            </a:lvl6pPr>
            <a:lvl7pPr marL="2400300" lvl="6" indent="-257175" algn="l">
              <a:lnSpc>
                <a:spcPct val="90000"/>
              </a:lnSpc>
              <a:spcBef>
                <a:spcPts val="375"/>
              </a:spcBef>
              <a:spcAft>
                <a:spcPts val="0"/>
              </a:spcAft>
              <a:buClr>
                <a:schemeClr val="dk1"/>
              </a:buClr>
              <a:buSzPts val="1800"/>
              <a:buChar char="•"/>
              <a:defRPr/>
            </a:lvl7pPr>
            <a:lvl8pPr marL="2743200" lvl="7" indent="-257175" algn="l">
              <a:lnSpc>
                <a:spcPct val="90000"/>
              </a:lnSpc>
              <a:spcBef>
                <a:spcPts val="375"/>
              </a:spcBef>
              <a:spcAft>
                <a:spcPts val="0"/>
              </a:spcAft>
              <a:buClr>
                <a:schemeClr val="dk1"/>
              </a:buClr>
              <a:buSzPts val="1800"/>
              <a:buChar char="•"/>
              <a:defRPr/>
            </a:lvl8pPr>
            <a:lvl9pPr marL="3086100" lvl="8" indent="-257175" algn="l">
              <a:lnSpc>
                <a:spcPct val="90000"/>
              </a:lnSpc>
              <a:spcBef>
                <a:spcPts val="375"/>
              </a:spcBef>
              <a:spcAft>
                <a:spcPts val="0"/>
              </a:spcAft>
              <a:buClr>
                <a:schemeClr val="dk1"/>
              </a:buClr>
              <a:buSzPts val="1800"/>
              <a:buChar char="•"/>
              <a:defRPr/>
            </a:lvl9pPr>
          </a:lstStyle>
          <a:p>
            <a:pPr lvl="0"/>
            <a:r>
              <a:rPr lang="en-US"/>
              <a:t>Click to edit Master text styles</a:t>
            </a:r>
          </a:p>
        </p:txBody>
      </p:sp>
      <p:sp>
        <p:nvSpPr>
          <p:cNvPr id="83" name="Google Shape;83;p58"/>
          <p:cNvSpPr txBox="1">
            <a:spLocks noGrp="1"/>
          </p:cNvSpPr>
          <p:nvPr>
            <p:ph type="body" idx="7"/>
          </p:nvPr>
        </p:nvSpPr>
        <p:spPr>
          <a:xfrm>
            <a:off x="6285500" y="3368869"/>
            <a:ext cx="2563241" cy="2024480"/>
          </a:xfrm>
          <a:prstGeom prst="rect">
            <a:avLst/>
          </a:prstGeom>
          <a:noFill/>
          <a:ln>
            <a:noFill/>
          </a:ln>
        </p:spPr>
        <p:txBody>
          <a:bodyPr spcFirstLastPara="1" wrap="square" lIns="91425" tIns="45700" rIns="91425" bIns="45700" anchor="t" anchorCtr="0">
            <a:noAutofit/>
          </a:bodyPr>
          <a:lstStyle>
            <a:lvl1pPr marL="342900" lvl="0" indent="-171450" algn="ctr">
              <a:lnSpc>
                <a:spcPct val="100000"/>
              </a:lnSpc>
              <a:spcBef>
                <a:spcPts val="750"/>
              </a:spcBef>
              <a:spcAft>
                <a:spcPts val="0"/>
              </a:spcAft>
              <a:buSzPts val="2400"/>
              <a:buNone/>
              <a:defRPr/>
            </a:lvl1pPr>
            <a:lvl2pPr marL="685800" lvl="1" indent="-257175" algn="l">
              <a:lnSpc>
                <a:spcPct val="100000"/>
              </a:lnSpc>
              <a:spcBef>
                <a:spcPts val="600"/>
              </a:spcBef>
              <a:spcAft>
                <a:spcPts val="0"/>
              </a:spcAft>
              <a:buSzPts val="1800"/>
              <a:buChar char="−"/>
              <a:defRPr/>
            </a:lvl2pPr>
            <a:lvl3pPr marL="1028700" lvl="2" indent="-240029" algn="l">
              <a:lnSpc>
                <a:spcPct val="100000"/>
              </a:lnSpc>
              <a:spcBef>
                <a:spcPts val="600"/>
              </a:spcBef>
              <a:spcAft>
                <a:spcPts val="0"/>
              </a:spcAft>
              <a:buSzPts val="1440"/>
              <a:buChar char="▪"/>
              <a:defRPr/>
            </a:lvl3pPr>
            <a:lvl4pPr marL="1371600" lvl="3" indent="-257175" algn="l">
              <a:lnSpc>
                <a:spcPct val="90000"/>
              </a:lnSpc>
              <a:spcBef>
                <a:spcPts val="600"/>
              </a:spcBef>
              <a:spcAft>
                <a:spcPts val="0"/>
              </a:spcAft>
              <a:buSzPts val="1800"/>
              <a:buChar char="•"/>
              <a:defRPr/>
            </a:lvl4pPr>
            <a:lvl5pPr marL="1714500" lvl="4" indent="-257175" algn="l">
              <a:lnSpc>
                <a:spcPct val="90000"/>
              </a:lnSpc>
              <a:spcBef>
                <a:spcPts val="375"/>
              </a:spcBef>
              <a:spcAft>
                <a:spcPts val="0"/>
              </a:spcAft>
              <a:buClr>
                <a:schemeClr val="accent1"/>
              </a:buClr>
              <a:buSzPts val="1800"/>
              <a:buChar char="•"/>
              <a:defRPr/>
            </a:lvl5pPr>
            <a:lvl6pPr marL="2057400" lvl="5" indent="-257175" algn="l">
              <a:lnSpc>
                <a:spcPct val="90000"/>
              </a:lnSpc>
              <a:spcBef>
                <a:spcPts val="375"/>
              </a:spcBef>
              <a:spcAft>
                <a:spcPts val="0"/>
              </a:spcAft>
              <a:buClr>
                <a:schemeClr val="dk1"/>
              </a:buClr>
              <a:buSzPts val="1800"/>
              <a:buChar char="•"/>
              <a:defRPr/>
            </a:lvl6pPr>
            <a:lvl7pPr marL="2400300" lvl="6" indent="-257175" algn="l">
              <a:lnSpc>
                <a:spcPct val="90000"/>
              </a:lnSpc>
              <a:spcBef>
                <a:spcPts val="375"/>
              </a:spcBef>
              <a:spcAft>
                <a:spcPts val="0"/>
              </a:spcAft>
              <a:buClr>
                <a:schemeClr val="dk1"/>
              </a:buClr>
              <a:buSzPts val="1800"/>
              <a:buChar char="•"/>
              <a:defRPr/>
            </a:lvl7pPr>
            <a:lvl8pPr marL="2743200" lvl="7" indent="-257175" algn="l">
              <a:lnSpc>
                <a:spcPct val="90000"/>
              </a:lnSpc>
              <a:spcBef>
                <a:spcPts val="375"/>
              </a:spcBef>
              <a:spcAft>
                <a:spcPts val="0"/>
              </a:spcAft>
              <a:buClr>
                <a:schemeClr val="dk1"/>
              </a:buClr>
              <a:buSzPts val="1800"/>
              <a:buChar char="•"/>
              <a:defRPr/>
            </a:lvl8pPr>
            <a:lvl9pPr marL="3086100" lvl="8" indent="-257175" algn="l">
              <a:lnSpc>
                <a:spcPct val="90000"/>
              </a:lnSpc>
              <a:spcBef>
                <a:spcPts val="375"/>
              </a:spcBef>
              <a:spcAft>
                <a:spcPts val="0"/>
              </a:spcAft>
              <a:buClr>
                <a:schemeClr val="dk1"/>
              </a:buClr>
              <a:buSzPts val="1800"/>
              <a:buChar char="•"/>
              <a:defRPr/>
            </a:lvl9pPr>
          </a:lstStyle>
          <a:p>
            <a:pPr lvl="0"/>
            <a:r>
              <a:rPr lang="en-US"/>
              <a:t>Click to edit Master text styles</a:t>
            </a:r>
          </a:p>
        </p:txBody>
      </p:sp>
      <p:sp>
        <p:nvSpPr>
          <p:cNvPr id="84" name="Google Shape;84;p58"/>
          <p:cNvSpPr txBox="1">
            <a:spLocks noGrp="1"/>
          </p:cNvSpPr>
          <p:nvPr>
            <p:ph type="body" idx="8"/>
          </p:nvPr>
        </p:nvSpPr>
        <p:spPr>
          <a:xfrm>
            <a:off x="9155520" y="3368869"/>
            <a:ext cx="2563241" cy="2024480"/>
          </a:xfrm>
          <a:prstGeom prst="rect">
            <a:avLst/>
          </a:prstGeom>
          <a:noFill/>
          <a:ln>
            <a:noFill/>
          </a:ln>
        </p:spPr>
        <p:txBody>
          <a:bodyPr spcFirstLastPara="1" wrap="square" lIns="91425" tIns="45700" rIns="91425" bIns="45700" anchor="t" anchorCtr="0">
            <a:noAutofit/>
          </a:bodyPr>
          <a:lstStyle>
            <a:lvl1pPr marL="342900" lvl="0" indent="-171450" algn="ctr">
              <a:lnSpc>
                <a:spcPct val="100000"/>
              </a:lnSpc>
              <a:spcBef>
                <a:spcPts val="750"/>
              </a:spcBef>
              <a:spcAft>
                <a:spcPts val="0"/>
              </a:spcAft>
              <a:buSzPts val="2400"/>
              <a:buNone/>
              <a:defRPr/>
            </a:lvl1pPr>
            <a:lvl2pPr marL="685800" lvl="1" indent="-257175" algn="l">
              <a:lnSpc>
                <a:spcPct val="100000"/>
              </a:lnSpc>
              <a:spcBef>
                <a:spcPts val="600"/>
              </a:spcBef>
              <a:spcAft>
                <a:spcPts val="0"/>
              </a:spcAft>
              <a:buSzPts val="1800"/>
              <a:buChar char="−"/>
              <a:defRPr/>
            </a:lvl2pPr>
            <a:lvl3pPr marL="1028700" lvl="2" indent="-240029" algn="l">
              <a:lnSpc>
                <a:spcPct val="100000"/>
              </a:lnSpc>
              <a:spcBef>
                <a:spcPts val="600"/>
              </a:spcBef>
              <a:spcAft>
                <a:spcPts val="0"/>
              </a:spcAft>
              <a:buSzPts val="1440"/>
              <a:buChar char="▪"/>
              <a:defRPr/>
            </a:lvl3pPr>
            <a:lvl4pPr marL="1371600" lvl="3" indent="-257175" algn="l">
              <a:lnSpc>
                <a:spcPct val="90000"/>
              </a:lnSpc>
              <a:spcBef>
                <a:spcPts val="600"/>
              </a:spcBef>
              <a:spcAft>
                <a:spcPts val="0"/>
              </a:spcAft>
              <a:buSzPts val="1800"/>
              <a:buChar char="•"/>
              <a:defRPr/>
            </a:lvl4pPr>
            <a:lvl5pPr marL="1714500" lvl="4" indent="-257175" algn="l">
              <a:lnSpc>
                <a:spcPct val="90000"/>
              </a:lnSpc>
              <a:spcBef>
                <a:spcPts val="375"/>
              </a:spcBef>
              <a:spcAft>
                <a:spcPts val="0"/>
              </a:spcAft>
              <a:buClr>
                <a:schemeClr val="accent1"/>
              </a:buClr>
              <a:buSzPts val="1800"/>
              <a:buChar char="•"/>
              <a:defRPr/>
            </a:lvl5pPr>
            <a:lvl6pPr marL="2057400" lvl="5" indent="-257175" algn="l">
              <a:lnSpc>
                <a:spcPct val="90000"/>
              </a:lnSpc>
              <a:spcBef>
                <a:spcPts val="375"/>
              </a:spcBef>
              <a:spcAft>
                <a:spcPts val="0"/>
              </a:spcAft>
              <a:buClr>
                <a:schemeClr val="dk1"/>
              </a:buClr>
              <a:buSzPts val="1800"/>
              <a:buChar char="•"/>
              <a:defRPr/>
            </a:lvl6pPr>
            <a:lvl7pPr marL="2400300" lvl="6" indent="-257175" algn="l">
              <a:lnSpc>
                <a:spcPct val="90000"/>
              </a:lnSpc>
              <a:spcBef>
                <a:spcPts val="375"/>
              </a:spcBef>
              <a:spcAft>
                <a:spcPts val="0"/>
              </a:spcAft>
              <a:buClr>
                <a:schemeClr val="dk1"/>
              </a:buClr>
              <a:buSzPts val="1800"/>
              <a:buChar char="•"/>
              <a:defRPr/>
            </a:lvl7pPr>
            <a:lvl8pPr marL="2743200" lvl="7" indent="-257175" algn="l">
              <a:lnSpc>
                <a:spcPct val="90000"/>
              </a:lnSpc>
              <a:spcBef>
                <a:spcPts val="375"/>
              </a:spcBef>
              <a:spcAft>
                <a:spcPts val="0"/>
              </a:spcAft>
              <a:buClr>
                <a:schemeClr val="dk1"/>
              </a:buClr>
              <a:buSzPts val="1800"/>
              <a:buChar char="•"/>
              <a:defRPr/>
            </a:lvl8pPr>
            <a:lvl9pPr marL="3086100" lvl="8" indent="-257175" algn="l">
              <a:lnSpc>
                <a:spcPct val="90000"/>
              </a:lnSpc>
              <a:spcBef>
                <a:spcPts val="375"/>
              </a:spcBef>
              <a:spcAft>
                <a:spcPts val="0"/>
              </a:spcAft>
              <a:buClr>
                <a:schemeClr val="dk1"/>
              </a:buClr>
              <a:buSzPts val="1800"/>
              <a:buChar char="•"/>
              <a:defRPr/>
            </a:lvl9pPr>
          </a:lstStyle>
          <a:p>
            <a:pPr lvl="0"/>
            <a:r>
              <a:rPr lang="en-US"/>
              <a:t>Click to edit Master text styles</a:t>
            </a:r>
          </a:p>
        </p:txBody>
      </p:sp>
      <p:sp>
        <p:nvSpPr>
          <p:cNvPr id="85" name="Google Shape;85;p58"/>
          <p:cNvSpPr txBox="1">
            <a:spLocks noGrp="1"/>
          </p:cNvSpPr>
          <p:nvPr>
            <p:ph type="body" idx="9"/>
          </p:nvPr>
        </p:nvSpPr>
        <p:spPr>
          <a:xfrm>
            <a:off x="741362" y="5549904"/>
            <a:ext cx="1909763" cy="430213"/>
          </a:xfrm>
          <a:prstGeom prst="rect">
            <a:avLst/>
          </a:prstGeom>
          <a:noFill/>
          <a:ln>
            <a:noFill/>
          </a:ln>
        </p:spPr>
        <p:txBody>
          <a:bodyPr spcFirstLastPara="1" wrap="square" lIns="91425" tIns="45700" rIns="91425" bIns="45700" anchor="t" anchorCtr="0">
            <a:noAutofit/>
          </a:bodyPr>
          <a:lstStyle>
            <a:lvl1pPr marL="342900" lvl="0" indent="-171450" algn="l">
              <a:lnSpc>
                <a:spcPct val="100000"/>
              </a:lnSpc>
              <a:spcBef>
                <a:spcPts val="750"/>
              </a:spcBef>
              <a:spcAft>
                <a:spcPts val="0"/>
              </a:spcAft>
              <a:buSzPts val="2400"/>
              <a:buNone/>
              <a:defRPr/>
            </a:lvl1pPr>
            <a:lvl2pPr marL="685800" lvl="1" indent="-257175" algn="l">
              <a:lnSpc>
                <a:spcPct val="100000"/>
              </a:lnSpc>
              <a:spcBef>
                <a:spcPts val="600"/>
              </a:spcBef>
              <a:spcAft>
                <a:spcPts val="0"/>
              </a:spcAft>
              <a:buSzPts val="1800"/>
              <a:buChar char="−"/>
              <a:defRPr/>
            </a:lvl2pPr>
            <a:lvl3pPr marL="1028700" lvl="2" indent="-240029" algn="l">
              <a:lnSpc>
                <a:spcPct val="100000"/>
              </a:lnSpc>
              <a:spcBef>
                <a:spcPts val="600"/>
              </a:spcBef>
              <a:spcAft>
                <a:spcPts val="0"/>
              </a:spcAft>
              <a:buSzPts val="1440"/>
              <a:buChar char="▪"/>
              <a:defRPr/>
            </a:lvl3pPr>
            <a:lvl4pPr marL="1371600" lvl="3" indent="-257175" algn="l">
              <a:lnSpc>
                <a:spcPct val="90000"/>
              </a:lnSpc>
              <a:spcBef>
                <a:spcPts val="600"/>
              </a:spcBef>
              <a:spcAft>
                <a:spcPts val="0"/>
              </a:spcAft>
              <a:buSzPts val="1800"/>
              <a:buChar char="•"/>
              <a:defRPr/>
            </a:lvl4pPr>
            <a:lvl5pPr marL="1714500" lvl="4" indent="-257175" algn="l">
              <a:lnSpc>
                <a:spcPct val="90000"/>
              </a:lnSpc>
              <a:spcBef>
                <a:spcPts val="375"/>
              </a:spcBef>
              <a:spcAft>
                <a:spcPts val="0"/>
              </a:spcAft>
              <a:buClr>
                <a:schemeClr val="accent1"/>
              </a:buClr>
              <a:buSzPts val="1800"/>
              <a:buChar char="•"/>
              <a:defRPr/>
            </a:lvl5pPr>
            <a:lvl6pPr marL="2057400" lvl="5" indent="-257175" algn="l">
              <a:lnSpc>
                <a:spcPct val="90000"/>
              </a:lnSpc>
              <a:spcBef>
                <a:spcPts val="375"/>
              </a:spcBef>
              <a:spcAft>
                <a:spcPts val="0"/>
              </a:spcAft>
              <a:buClr>
                <a:schemeClr val="dk1"/>
              </a:buClr>
              <a:buSzPts val="1800"/>
              <a:buChar char="•"/>
              <a:defRPr/>
            </a:lvl6pPr>
            <a:lvl7pPr marL="2400300" lvl="6" indent="-257175" algn="l">
              <a:lnSpc>
                <a:spcPct val="90000"/>
              </a:lnSpc>
              <a:spcBef>
                <a:spcPts val="375"/>
              </a:spcBef>
              <a:spcAft>
                <a:spcPts val="0"/>
              </a:spcAft>
              <a:buClr>
                <a:schemeClr val="dk1"/>
              </a:buClr>
              <a:buSzPts val="1800"/>
              <a:buChar char="•"/>
              <a:defRPr/>
            </a:lvl7pPr>
            <a:lvl8pPr marL="2743200" lvl="7" indent="-257175" algn="l">
              <a:lnSpc>
                <a:spcPct val="90000"/>
              </a:lnSpc>
              <a:spcBef>
                <a:spcPts val="375"/>
              </a:spcBef>
              <a:spcAft>
                <a:spcPts val="0"/>
              </a:spcAft>
              <a:buClr>
                <a:schemeClr val="dk1"/>
              </a:buClr>
              <a:buSzPts val="1800"/>
              <a:buChar char="•"/>
              <a:defRPr/>
            </a:lvl8pPr>
            <a:lvl9pPr marL="3086100" lvl="8" indent="-257175" algn="l">
              <a:lnSpc>
                <a:spcPct val="90000"/>
              </a:lnSpc>
              <a:spcBef>
                <a:spcPts val="375"/>
              </a:spcBef>
              <a:spcAft>
                <a:spcPts val="0"/>
              </a:spcAft>
              <a:buClr>
                <a:schemeClr val="dk1"/>
              </a:buClr>
              <a:buSzPts val="1800"/>
              <a:buChar char="•"/>
              <a:defRPr/>
            </a:lvl9pPr>
          </a:lstStyle>
          <a:p>
            <a:pPr lvl="0"/>
            <a:r>
              <a:rPr lang="en-US"/>
              <a:t>Click to edit Master text styles</a:t>
            </a:r>
          </a:p>
        </p:txBody>
      </p:sp>
      <p:sp>
        <p:nvSpPr>
          <p:cNvPr id="86" name="Google Shape;86;p58"/>
          <p:cNvSpPr txBox="1">
            <a:spLocks noGrp="1"/>
          </p:cNvSpPr>
          <p:nvPr>
            <p:ph type="body" idx="13"/>
          </p:nvPr>
        </p:nvSpPr>
        <p:spPr>
          <a:xfrm>
            <a:off x="3305178" y="5549904"/>
            <a:ext cx="2562225" cy="430213"/>
          </a:xfrm>
          <a:prstGeom prst="rect">
            <a:avLst/>
          </a:prstGeom>
          <a:noFill/>
          <a:ln>
            <a:noFill/>
          </a:ln>
        </p:spPr>
        <p:txBody>
          <a:bodyPr spcFirstLastPara="1" wrap="square" lIns="91425" tIns="45700" rIns="91425" bIns="45700" anchor="t" anchorCtr="0">
            <a:noAutofit/>
          </a:bodyPr>
          <a:lstStyle>
            <a:lvl1pPr marL="342900" lvl="0" indent="-171450" algn="l">
              <a:lnSpc>
                <a:spcPct val="100000"/>
              </a:lnSpc>
              <a:spcBef>
                <a:spcPts val="750"/>
              </a:spcBef>
              <a:spcAft>
                <a:spcPts val="0"/>
              </a:spcAft>
              <a:buSzPts val="2400"/>
              <a:buNone/>
              <a:defRPr/>
            </a:lvl1pPr>
            <a:lvl2pPr marL="685800" lvl="1" indent="-257175" algn="l">
              <a:lnSpc>
                <a:spcPct val="100000"/>
              </a:lnSpc>
              <a:spcBef>
                <a:spcPts val="600"/>
              </a:spcBef>
              <a:spcAft>
                <a:spcPts val="0"/>
              </a:spcAft>
              <a:buSzPts val="1800"/>
              <a:buChar char="−"/>
              <a:defRPr/>
            </a:lvl2pPr>
            <a:lvl3pPr marL="1028700" lvl="2" indent="-240029" algn="l">
              <a:lnSpc>
                <a:spcPct val="100000"/>
              </a:lnSpc>
              <a:spcBef>
                <a:spcPts val="600"/>
              </a:spcBef>
              <a:spcAft>
                <a:spcPts val="0"/>
              </a:spcAft>
              <a:buSzPts val="1440"/>
              <a:buChar char="▪"/>
              <a:defRPr/>
            </a:lvl3pPr>
            <a:lvl4pPr marL="1371600" lvl="3" indent="-257175" algn="l">
              <a:lnSpc>
                <a:spcPct val="90000"/>
              </a:lnSpc>
              <a:spcBef>
                <a:spcPts val="600"/>
              </a:spcBef>
              <a:spcAft>
                <a:spcPts val="0"/>
              </a:spcAft>
              <a:buSzPts val="1800"/>
              <a:buChar char="•"/>
              <a:defRPr/>
            </a:lvl4pPr>
            <a:lvl5pPr marL="1714500" lvl="4" indent="-257175" algn="l">
              <a:lnSpc>
                <a:spcPct val="90000"/>
              </a:lnSpc>
              <a:spcBef>
                <a:spcPts val="375"/>
              </a:spcBef>
              <a:spcAft>
                <a:spcPts val="0"/>
              </a:spcAft>
              <a:buClr>
                <a:schemeClr val="accent1"/>
              </a:buClr>
              <a:buSzPts val="1800"/>
              <a:buChar char="•"/>
              <a:defRPr/>
            </a:lvl5pPr>
            <a:lvl6pPr marL="2057400" lvl="5" indent="-257175" algn="l">
              <a:lnSpc>
                <a:spcPct val="90000"/>
              </a:lnSpc>
              <a:spcBef>
                <a:spcPts val="375"/>
              </a:spcBef>
              <a:spcAft>
                <a:spcPts val="0"/>
              </a:spcAft>
              <a:buClr>
                <a:schemeClr val="dk1"/>
              </a:buClr>
              <a:buSzPts val="1800"/>
              <a:buChar char="•"/>
              <a:defRPr/>
            </a:lvl6pPr>
            <a:lvl7pPr marL="2400300" lvl="6" indent="-257175" algn="l">
              <a:lnSpc>
                <a:spcPct val="90000"/>
              </a:lnSpc>
              <a:spcBef>
                <a:spcPts val="375"/>
              </a:spcBef>
              <a:spcAft>
                <a:spcPts val="0"/>
              </a:spcAft>
              <a:buClr>
                <a:schemeClr val="dk1"/>
              </a:buClr>
              <a:buSzPts val="1800"/>
              <a:buChar char="•"/>
              <a:defRPr/>
            </a:lvl7pPr>
            <a:lvl8pPr marL="2743200" lvl="7" indent="-257175" algn="l">
              <a:lnSpc>
                <a:spcPct val="90000"/>
              </a:lnSpc>
              <a:spcBef>
                <a:spcPts val="375"/>
              </a:spcBef>
              <a:spcAft>
                <a:spcPts val="0"/>
              </a:spcAft>
              <a:buClr>
                <a:schemeClr val="dk1"/>
              </a:buClr>
              <a:buSzPts val="1800"/>
              <a:buChar char="•"/>
              <a:defRPr/>
            </a:lvl8pPr>
            <a:lvl9pPr marL="3086100" lvl="8" indent="-257175" algn="l">
              <a:lnSpc>
                <a:spcPct val="90000"/>
              </a:lnSpc>
              <a:spcBef>
                <a:spcPts val="375"/>
              </a:spcBef>
              <a:spcAft>
                <a:spcPts val="0"/>
              </a:spcAft>
              <a:buClr>
                <a:schemeClr val="dk1"/>
              </a:buClr>
              <a:buSzPts val="1800"/>
              <a:buChar char="•"/>
              <a:defRPr/>
            </a:lvl9pPr>
          </a:lstStyle>
          <a:p>
            <a:pPr lvl="0"/>
            <a:r>
              <a:rPr lang="en-US"/>
              <a:t>Click to edit Master text styles</a:t>
            </a:r>
          </a:p>
        </p:txBody>
      </p:sp>
      <p:sp>
        <p:nvSpPr>
          <p:cNvPr id="87" name="Google Shape;87;p58"/>
          <p:cNvSpPr txBox="1">
            <a:spLocks noGrp="1"/>
          </p:cNvSpPr>
          <p:nvPr>
            <p:ph type="body" idx="14"/>
          </p:nvPr>
        </p:nvSpPr>
        <p:spPr>
          <a:xfrm>
            <a:off x="6181727" y="5543550"/>
            <a:ext cx="2562225" cy="514350"/>
          </a:xfrm>
          <a:prstGeom prst="rect">
            <a:avLst/>
          </a:prstGeom>
          <a:noFill/>
          <a:ln>
            <a:noFill/>
          </a:ln>
        </p:spPr>
        <p:txBody>
          <a:bodyPr spcFirstLastPara="1" wrap="square" lIns="91425" tIns="45700" rIns="91425" bIns="45700" anchor="t" anchorCtr="0">
            <a:noAutofit/>
          </a:bodyPr>
          <a:lstStyle>
            <a:lvl1pPr marL="342900" lvl="0" indent="-171450" algn="l">
              <a:lnSpc>
                <a:spcPct val="100000"/>
              </a:lnSpc>
              <a:spcBef>
                <a:spcPts val="750"/>
              </a:spcBef>
              <a:spcAft>
                <a:spcPts val="0"/>
              </a:spcAft>
              <a:buSzPts val="2400"/>
              <a:buNone/>
              <a:defRPr/>
            </a:lvl1pPr>
            <a:lvl2pPr marL="685800" lvl="1" indent="-257175" algn="l">
              <a:lnSpc>
                <a:spcPct val="100000"/>
              </a:lnSpc>
              <a:spcBef>
                <a:spcPts val="600"/>
              </a:spcBef>
              <a:spcAft>
                <a:spcPts val="0"/>
              </a:spcAft>
              <a:buSzPts val="1800"/>
              <a:buChar char="−"/>
              <a:defRPr/>
            </a:lvl2pPr>
            <a:lvl3pPr marL="1028700" lvl="2" indent="-240029" algn="l">
              <a:lnSpc>
                <a:spcPct val="100000"/>
              </a:lnSpc>
              <a:spcBef>
                <a:spcPts val="600"/>
              </a:spcBef>
              <a:spcAft>
                <a:spcPts val="0"/>
              </a:spcAft>
              <a:buSzPts val="1440"/>
              <a:buChar char="▪"/>
              <a:defRPr/>
            </a:lvl3pPr>
            <a:lvl4pPr marL="1371600" lvl="3" indent="-257175" algn="l">
              <a:lnSpc>
                <a:spcPct val="90000"/>
              </a:lnSpc>
              <a:spcBef>
                <a:spcPts val="600"/>
              </a:spcBef>
              <a:spcAft>
                <a:spcPts val="0"/>
              </a:spcAft>
              <a:buSzPts val="1800"/>
              <a:buChar char="•"/>
              <a:defRPr/>
            </a:lvl4pPr>
            <a:lvl5pPr marL="1714500" lvl="4" indent="-257175" algn="l">
              <a:lnSpc>
                <a:spcPct val="90000"/>
              </a:lnSpc>
              <a:spcBef>
                <a:spcPts val="375"/>
              </a:spcBef>
              <a:spcAft>
                <a:spcPts val="0"/>
              </a:spcAft>
              <a:buClr>
                <a:schemeClr val="accent1"/>
              </a:buClr>
              <a:buSzPts val="1800"/>
              <a:buChar char="•"/>
              <a:defRPr/>
            </a:lvl5pPr>
            <a:lvl6pPr marL="2057400" lvl="5" indent="-257175" algn="l">
              <a:lnSpc>
                <a:spcPct val="90000"/>
              </a:lnSpc>
              <a:spcBef>
                <a:spcPts val="375"/>
              </a:spcBef>
              <a:spcAft>
                <a:spcPts val="0"/>
              </a:spcAft>
              <a:buClr>
                <a:schemeClr val="dk1"/>
              </a:buClr>
              <a:buSzPts val="1800"/>
              <a:buChar char="•"/>
              <a:defRPr/>
            </a:lvl6pPr>
            <a:lvl7pPr marL="2400300" lvl="6" indent="-257175" algn="l">
              <a:lnSpc>
                <a:spcPct val="90000"/>
              </a:lnSpc>
              <a:spcBef>
                <a:spcPts val="375"/>
              </a:spcBef>
              <a:spcAft>
                <a:spcPts val="0"/>
              </a:spcAft>
              <a:buClr>
                <a:schemeClr val="dk1"/>
              </a:buClr>
              <a:buSzPts val="1800"/>
              <a:buChar char="•"/>
              <a:defRPr/>
            </a:lvl7pPr>
            <a:lvl8pPr marL="2743200" lvl="7" indent="-257175" algn="l">
              <a:lnSpc>
                <a:spcPct val="90000"/>
              </a:lnSpc>
              <a:spcBef>
                <a:spcPts val="375"/>
              </a:spcBef>
              <a:spcAft>
                <a:spcPts val="0"/>
              </a:spcAft>
              <a:buClr>
                <a:schemeClr val="dk1"/>
              </a:buClr>
              <a:buSzPts val="1800"/>
              <a:buChar char="•"/>
              <a:defRPr/>
            </a:lvl8pPr>
            <a:lvl9pPr marL="3086100" lvl="8" indent="-257175" algn="l">
              <a:lnSpc>
                <a:spcPct val="90000"/>
              </a:lnSpc>
              <a:spcBef>
                <a:spcPts val="375"/>
              </a:spcBef>
              <a:spcAft>
                <a:spcPts val="0"/>
              </a:spcAft>
              <a:buClr>
                <a:schemeClr val="dk1"/>
              </a:buClr>
              <a:buSzPts val="1800"/>
              <a:buChar char="•"/>
              <a:defRPr/>
            </a:lvl9pPr>
          </a:lstStyle>
          <a:p>
            <a:pPr lvl="0"/>
            <a:r>
              <a:rPr lang="en-US"/>
              <a:t>Click to edit Master text styles</a:t>
            </a:r>
          </a:p>
        </p:txBody>
      </p:sp>
      <p:sp>
        <p:nvSpPr>
          <p:cNvPr id="88" name="Google Shape;88;p58"/>
          <p:cNvSpPr txBox="1">
            <a:spLocks noGrp="1"/>
          </p:cNvSpPr>
          <p:nvPr>
            <p:ph type="body" idx="15"/>
          </p:nvPr>
        </p:nvSpPr>
        <p:spPr>
          <a:xfrm>
            <a:off x="9156536" y="5549900"/>
            <a:ext cx="2562225" cy="514350"/>
          </a:xfrm>
          <a:prstGeom prst="rect">
            <a:avLst/>
          </a:prstGeom>
          <a:noFill/>
          <a:ln>
            <a:noFill/>
          </a:ln>
        </p:spPr>
        <p:txBody>
          <a:bodyPr spcFirstLastPara="1" wrap="square" lIns="91425" tIns="45700" rIns="91425" bIns="45700" anchor="t" anchorCtr="0">
            <a:noAutofit/>
          </a:bodyPr>
          <a:lstStyle>
            <a:lvl1pPr marL="342900" lvl="0" indent="-171450" algn="l">
              <a:lnSpc>
                <a:spcPct val="100000"/>
              </a:lnSpc>
              <a:spcBef>
                <a:spcPts val="750"/>
              </a:spcBef>
              <a:spcAft>
                <a:spcPts val="0"/>
              </a:spcAft>
              <a:buSzPts val="2400"/>
              <a:buNone/>
              <a:defRPr/>
            </a:lvl1pPr>
            <a:lvl2pPr marL="685800" lvl="1" indent="-257175" algn="l">
              <a:lnSpc>
                <a:spcPct val="100000"/>
              </a:lnSpc>
              <a:spcBef>
                <a:spcPts val="600"/>
              </a:spcBef>
              <a:spcAft>
                <a:spcPts val="0"/>
              </a:spcAft>
              <a:buSzPts val="1800"/>
              <a:buChar char="−"/>
              <a:defRPr/>
            </a:lvl2pPr>
            <a:lvl3pPr marL="1028700" lvl="2" indent="-240029" algn="l">
              <a:lnSpc>
                <a:spcPct val="100000"/>
              </a:lnSpc>
              <a:spcBef>
                <a:spcPts val="600"/>
              </a:spcBef>
              <a:spcAft>
                <a:spcPts val="0"/>
              </a:spcAft>
              <a:buSzPts val="1440"/>
              <a:buChar char="▪"/>
              <a:defRPr/>
            </a:lvl3pPr>
            <a:lvl4pPr marL="1371600" lvl="3" indent="-257175" algn="l">
              <a:lnSpc>
                <a:spcPct val="90000"/>
              </a:lnSpc>
              <a:spcBef>
                <a:spcPts val="600"/>
              </a:spcBef>
              <a:spcAft>
                <a:spcPts val="0"/>
              </a:spcAft>
              <a:buSzPts val="1800"/>
              <a:buChar char="•"/>
              <a:defRPr/>
            </a:lvl4pPr>
            <a:lvl5pPr marL="1714500" lvl="4" indent="-257175" algn="l">
              <a:lnSpc>
                <a:spcPct val="90000"/>
              </a:lnSpc>
              <a:spcBef>
                <a:spcPts val="375"/>
              </a:spcBef>
              <a:spcAft>
                <a:spcPts val="0"/>
              </a:spcAft>
              <a:buClr>
                <a:schemeClr val="accent1"/>
              </a:buClr>
              <a:buSzPts val="1800"/>
              <a:buChar char="•"/>
              <a:defRPr/>
            </a:lvl5pPr>
            <a:lvl6pPr marL="2057400" lvl="5" indent="-257175" algn="l">
              <a:lnSpc>
                <a:spcPct val="90000"/>
              </a:lnSpc>
              <a:spcBef>
                <a:spcPts val="375"/>
              </a:spcBef>
              <a:spcAft>
                <a:spcPts val="0"/>
              </a:spcAft>
              <a:buClr>
                <a:schemeClr val="dk1"/>
              </a:buClr>
              <a:buSzPts val="1800"/>
              <a:buChar char="•"/>
              <a:defRPr/>
            </a:lvl6pPr>
            <a:lvl7pPr marL="2400300" lvl="6" indent="-257175" algn="l">
              <a:lnSpc>
                <a:spcPct val="90000"/>
              </a:lnSpc>
              <a:spcBef>
                <a:spcPts val="375"/>
              </a:spcBef>
              <a:spcAft>
                <a:spcPts val="0"/>
              </a:spcAft>
              <a:buClr>
                <a:schemeClr val="dk1"/>
              </a:buClr>
              <a:buSzPts val="1800"/>
              <a:buChar char="•"/>
              <a:defRPr/>
            </a:lvl7pPr>
            <a:lvl8pPr marL="2743200" lvl="7" indent="-257175" algn="l">
              <a:lnSpc>
                <a:spcPct val="90000"/>
              </a:lnSpc>
              <a:spcBef>
                <a:spcPts val="375"/>
              </a:spcBef>
              <a:spcAft>
                <a:spcPts val="0"/>
              </a:spcAft>
              <a:buClr>
                <a:schemeClr val="dk1"/>
              </a:buClr>
              <a:buSzPts val="1800"/>
              <a:buChar char="•"/>
              <a:defRPr/>
            </a:lvl8pPr>
            <a:lvl9pPr marL="3086100" lvl="8" indent="-257175" algn="l">
              <a:lnSpc>
                <a:spcPct val="90000"/>
              </a:lnSpc>
              <a:spcBef>
                <a:spcPts val="375"/>
              </a:spcBef>
              <a:spcAft>
                <a:spcPts val="0"/>
              </a:spcAft>
              <a:buClr>
                <a:schemeClr val="dk1"/>
              </a:buClr>
              <a:buSzPts val="1800"/>
              <a:buChar char="•"/>
              <a:defRPr/>
            </a:lvl9pPr>
          </a:lstStyle>
          <a:p>
            <a:pPr lvl="0"/>
            <a:r>
              <a:rPr lang="en-US"/>
              <a:t>Click to edit Master text styles</a:t>
            </a:r>
          </a:p>
        </p:txBody>
      </p:sp>
    </p:spTree>
    <p:extLst>
      <p:ext uri="{BB962C8B-B14F-4D97-AF65-F5344CB8AC3E}">
        <p14:creationId xmlns:p14="http://schemas.microsoft.com/office/powerpoint/2010/main" val="15022314"/>
      </p:ext>
    </p:extLst>
  </p:cSld>
  <p:clrMapOvr>
    <a:masterClrMapping/>
  </p:clrMapOvr>
</p:sldLayout>
</file>

<file path=ppt/slideLayouts/slideLayout34.xml><?xml version="1.0" encoding="utf-8"?>
<p:sldLayout xmlns:a="http://schemas.openxmlformats.org/drawingml/2006/main" xmlns:r="http://schemas.openxmlformats.org/officeDocument/2006/relationships" xmlns:p="http://schemas.openxmlformats.org/presentationml/2006/main" matchingName="Two Image/One Content" preserve="1">
  <p:cSld name="Two Image/One Content">
    <p:spTree>
      <p:nvGrpSpPr>
        <p:cNvPr id="1" name="Shape 89"/>
        <p:cNvGrpSpPr/>
        <p:nvPr/>
      </p:nvGrpSpPr>
      <p:grpSpPr>
        <a:xfrm>
          <a:off x="0" y="0"/>
          <a:ext cx="0" cy="0"/>
          <a:chOff x="0" y="0"/>
          <a:chExt cx="0" cy="0"/>
        </a:xfrm>
      </p:grpSpPr>
      <p:sp>
        <p:nvSpPr>
          <p:cNvPr id="90" name="Google Shape;90;p59"/>
          <p:cNvSpPr txBox="1">
            <a:spLocks noGrp="1"/>
          </p:cNvSpPr>
          <p:nvPr>
            <p:ph type="title"/>
          </p:nvPr>
        </p:nvSpPr>
        <p:spPr>
          <a:xfrm>
            <a:off x="476845" y="473249"/>
            <a:ext cx="11241915" cy="1217447"/>
          </a:xfrm>
          <a:prstGeom prst="rect">
            <a:avLst/>
          </a:prstGeom>
          <a:noFill/>
          <a:ln>
            <a:noFill/>
          </a:ln>
        </p:spPr>
        <p:txBody>
          <a:bodyPr spcFirstLastPara="1" wrap="square" lIns="91425" tIns="45700" rIns="91425" bIns="45700" anchor="t" anchorCtr="0">
            <a:noAutofit/>
          </a:bodyPr>
          <a:lstStyle>
            <a:lvl1pPr lvl="0" algn="ctr">
              <a:lnSpc>
                <a:spcPct val="90000"/>
              </a:lnSpc>
              <a:spcBef>
                <a:spcPts val="0"/>
              </a:spcBef>
              <a:spcAft>
                <a:spcPts val="0"/>
              </a:spcAft>
              <a:buClr>
                <a:schemeClr val="dk1"/>
              </a:buClr>
              <a:buSzPts val="4000"/>
              <a:buFont typeface="Work Sans"/>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r>
              <a:rPr lang="en-US"/>
              <a:t>Click to edit Master title style</a:t>
            </a:r>
            <a:endParaRPr/>
          </a:p>
        </p:txBody>
      </p:sp>
      <p:sp>
        <p:nvSpPr>
          <p:cNvPr id="91" name="Google Shape;91;p59"/>
          <p:cNvSpPr txBox="1">
            <a:spLocks noGrp="1"/>
          </p:cNvSpPr>
          <p:nvPr>
            <p:ph type="body" idx="1"/>
          </p:nvPr>
        </p:nvSpPr>
        <p:spPr>
          <a:xfrm>
            <a:off x="476844" y="1825628"/>
            <a:ext cx="2875957" cy="2045728"/>
          </a:xfrm>
          <a:prstGeom prst="rect">
            <a:avLst/>
          </a:prstGeom>
          <a:noFill/>
          <a:ln>
            <a:noFill/>
          </a:ln>
        </p:spPr>
        <p:txBody>
          <a:bodyPr spcFirstLastPara="1" wrap="square" lIns="91425" tIns="45700" rIns="91425" bIns="45700" anchor="t" anchorCtr="0">
            <a:noAutofit/>
          </a:bodyPr>
          <a:lstStyle>
            <a:lvl1pPr marL="342900" lvl="0" indent="-171450" algn="l">
              <a:lnSpc>
                <a:spcPct val="100000"/>
              </a:lnSpc>
              <a:spcBef>
                <a:spcPts val="750"/>
              </a:spcBef>
              <a:spcAft>
                <a:spcPts val="0"/>
              </a:spcAft>
              <a:buSzPts val="2400"/>
              <a:buNone/>
              <a:defRPr/>
            </a:lvl1pPr>
            <a:lvl2pPr marL="685800" lvl="1" indent="-171450" algn="l">
              <a:lnSpc>
                <a:spcPct val="100000"/>
              </a:lnSpc>
              <a:spcBef>
                <a:spcPts val="600"/>
              </a:spcBef>
              <a:spcAft>
                <a:spcPts val="0"/>
              </a:spcAft>
              <a:buSzPts val="2400"/>
              <a:buNone/>
              <a:defRPr/>
            </a:lvl2pPr>
            <a:lvl3pPr marL="1028700" lvl="2" indent="-171450" algn="l">
              <a:lnSpc>
                <a:spcPct val="100000"/>
              </a:lnSpc>
              <a:spcBef>
                <a:spcPts val="600"/>
              </a:spcBef>
              <a:spcAft>
                <a:spcPts val="0"/>
              </a:spcAft>
              <a:buSzPts val="1920"/>
              <a:buNone/>
              <a:defRPr/>
            </a:lvl3pPr>
            <a:lvl4pPr marL="1371600" lvl="3" indent="-257175" algn="l">
              <a:lnSpc>
                <a:spcPct val="90000"/>
              </a:lnSpc>
              <a:spcBef>
                <a:spcPts val="600"/>
              </a:spcBef>
              <a:spcAft>
                <a:spcPts val="0"/>
              </a:spcAft>
              <a:buSzPts val="1800"/>
              <a:buChar char="•"/>
              <a:defRPr/>
            </a:lvl4pPr>
            <a:lvl5pPr marL="1714500" lvl="4" indent="-257175" algn="l">
              <a:lnSpc>
                <a:spcPct val="90000"/>
              </a:lnSpc>
              <a:spcBef>
                <a:spcPts val="375"/>
              </a:spcBef>
              <a:spcAft>
                <a:spcPts val="0"/>
              </a:spcAft>
              <a:buClr>
                <a:schemeClr val="accent1"/>
              </a:buClr>
              <a:buSzPts val="1800"/>
              <a:buChar char="•"/>
              <a:defRPr/>
            </a:lvl5pPr>
            <a:lvl6pPr marL="2057400" lvl="5" indent="-257175" algn="l">
              <a:lnSpc>
                <a:spcPct val="90000"/>
              </a:lnSpc>
              <a:spcBef>
                <a:spcPts val="375"/>
              </a:spcBef>
              <a:spcAft>
                <a:spcPts val="0"/>
              </a:spcAft>
              <a:buClr>
                <a:schemeClr val="dk1"/>
              </a:buClr>
              <a:buSzPts val="1800"/>
              <a:buChar char="•"/>
              <a:defRPr/>
            </a:lvl6pPr>
            <a:lvl7pPr marL="2400300" lvl="6" indent="-257175" algn="l">
              <a:lnSpc>
                <a:spcPct val="90000"/>
              </a:lnSpc>
              <a:spcBef>
                <a:spcPts val="375"/>
              </a:spcBef>
              <a:spcAft>
                <a:spcPts val="0"/>
              </a:spcAft>
              <a:buClr>
                <a:schemeClr val="dk1"/>
              </a:buClr>
              <a:buSzPts val="1800"/>
              <a:buChar char="•"/>
              <a:defRPr/>
            </a:lvl7pPr>
            <a:lvl8pPr marL="2743200" lvl="7" indent="-257175" algn="l">
              <a:lnSpc>
                <a:spcPct val="90000"/>
              </a:lnSpc>
              <a:spcBef>
                <a:spcPts val="375"/>
              </a:spcBef>
              <a:spcAft>
                <a:spcPts val="0"/>
              </a:spcAft>
              <a:buClr>
                <a:schemeClr val="dk1"/>
              </a:buClr>
              <a:buSzPts val="1800"/>
              <a:buChar char="•"/>
              <a:defRPr/>
            </a:lvl8pPr>
            <a:lvl9pPr marL="3086100" lvl="8" indent="-257175" algn="l">
              <a:lnSpc>
                <a:spcPct val="90000"/>
              </a:lnSpc>
              <a:spcBef>
                <a:spcPts val="375"/>
              </a:spcBef>
              <a:spcAft>
                <a:spcPts val="0"/>
              </a:spcAft>
              <a:buClr>
                <a:schemeClr val="dk1"/>
              </a:buClr>
              <a:buSzPts val="1800"/>
              <a:buChar char="•"/>
              <a:defRPr/>
            </a:lvl9pPr>
          </a:lstStyle>
          <a:p>
            <a:pPr lvl="0"/>
            <a:r>
              <a:rPr lang="en-US"/>
              <a:t>Click to edit Master text styles</a:t>
            </a:r>
          </a:p>
        </p:txBody>
      </p:sp>
      <p:sp>
        <p:nvSpPr>
          <p:cNvPr id="92" name="Google Shape;92;p59"/>
          <p:cNvSpPr txBox="1">
            <a:spLocks noGrp="1"/>
          </p:cNvSpPr>
          <p:nvPr>
            <p:ph type="body" idx="2"/>
          </p:nvPr>
        </p:nvSpPr>
        <p:spPr>
          <a:xfrm>
            <a:off x="476844" y="4132562"/>
            <a:ext cx="2875957" cy="2045727"/>
          </a:xfrm>
          <a:prstGeom prst="rect">
            <a:avLst/>
          </a:prstGeom>
          <a:noFill/>
          <a:ln>
            <a:noFill/>
          </a:ln>
        </p:spPr>
        <p:txBody>
          <a:bodyPr spcFirstLastPara="1" wrap="square" lIns="91425" tIns="45700" rIns="91425" bIns="45700" anchor="t" anchorCtr="0">
            <a:noAutofit/>
          </a:bodyPr>
          <a:lstStyle>
            <a:lvl1pPr marL="342900" lvl="0" indent="-171450" algn="l">
              <a:lnSpc>
                <a:spcPct val="100000"/>
              </a:lnSpc>
              <a:spcBef>
                <a:spcPts val="750"/>
              </a:spcBef>
              <a:spcAft>
                <a:spcPts val="0"/>
              </a:spcAft>
              <a:buSzPts val="2400"/>
              <a:buNone/>
              <a:defRPr/>
            </a:lvl1pPr>
            <a:lvl2pPr marL="685800" lvl="1" indent="-171450" algn="l">
              <a:lnSpc>
                <a:spcPct val="100000"/>
              </a:lnSpc>
              <a:spcBef>
                <a:spcPts val="600"/>
              </a:spcBef>
              <a:spcAft>
                <a:spcPts val="0"/>
              </a:spcAft>
              <a:buSzPts val="2400"/>
              <a:buNone/>
              <a:defRPr/>
            </a:lvl2pPr>
            <a:lvl3pPr marL="1028700" lvl="2" indent="-171450" algn="l">
              <a:lnSpc>
                <a:spcPct val="100000"/>
              </a:lnSpc>
              <a:spcBef>
                <a:spcPts val="600"/>
              </a:spcBef>
              <a:spcAft>
                <a:spcPts val="0"/>
              </a:spcAft>
              <a:buSzPts val="1920"/>
              <a:buNone/>
              <a:defRPr/>
            </a:lvl3pPr>
            <a:lvl4pPr marL="1371600" lvl="3" indent="-257175" algn="l">
              <a:lnSpc>
                <a:spcPct val="90000"/>
              </a:lnSpc>
              <a:spcBef>
                <a:spcPts val="600"/>
              </a:spcBef>
              <a:spcAft>
                <a:spcPts val="0"/>
              </a:spcAft>
              <a:buSzPts val="1800"/>
              <a:buChar char="•"/>
              <a:defRPr/>
            </a:lvl4pPr>
            <a:lvl5pPr marL="1714500" lvl="4" indent="-257175" algn="l">
              <a:lnSpc>
                <a:spcPct val="90000"/>
              </a:lnSpc>
              <a:spcBef>
                <a:spcPts val="375"/>
              </a:spcBef>
              <a:spcAft>
                <a:spcPts val="0"/>
              </a:spcAft>
              <a:buClr>
                <a:schemeClr val="accent1"/>
              </a:buClr>
              <a:buSzPts val="1800"/>
              <a:buChar char="•"/>
              <a:defRPr/>
            </a:lvl5pPr>
            <a:lvl6pPr marL="2057400" lvl="5" indent="-257175" algn="l">
              <a:lnSpc>
                <a:spcPct val="90000"/>
              </a:lnSpc>
              <a:spcBef>
                <a:spcPts val="375"/>
              </a:spcBef>
              <a:spcAft>
                <a:spcPts val="0"/>
              </a:spcAft>
              <a:buClr>
                <a:schemeClr val="dk1"/>
              </a:buClr>
              <a:buSzPts val="1800"/>
              <a:buChar char="•"/>
              <a:defRPr/>
            </a:lvl6pPr>
            <a:lvl7pPr marL="2400300" lvl="6" indent="-257175" algn="l">
              <a:lnSpc>
                <a:spcPct val="90000"/>
              </a:lnSpc>
              <a:spcBef>
                <a:spcPts val="375"/>
              </a:spcBef>
              <a:spcAft>
                <a:spcPts val="0"/>
              </a:spcAft>
              <a:buClr>
                <a:schemeClr val="dk1"/>
              </a:buClr>
              <a:buSzPts val="1800"/>
              <a:buChar char="•"/>
              <a:defRPr/>
            </a:lvl7pPr>
            <a:lvl8pPr marL="2743200" lvl="7" indent="-257175" algn="l">
              <a:lnSpc>
                <a:spcPct val="90000"/>
              </a:lnSpc>
              <a:spcBef>
                <a:spcPts val="375"/>
              </a:spcBef>
              <a:spcAft>
                <a:spcPts val="0"/>
              </a:spcAft>
              <a:buClr>
                <a:schemeClr val="dk1"/>
              </a:buClr>
              <a:buSzPts val="1800"/>
              <a:buChar char="•"/>
              <a:defRPr/>
            </a:lvl8pPr>
            <a:lvl9pPr marL="3086100" lvl="8" indent="-257175" algn="l">
              <a:lnSpc>
                <a:spcPct val="90000"/>
              </a:lnSpc>
              <a:spcBef>
                <a:spcPts val="375"/>
              </a:spcBef>
              <a:spcAft>
                <a:spcPts val="0"/>
              </a:spcAft>
              <a:buClr>
                <a:schemeClr val="dk1"/>
              </a:buClr>
              <a:buSzPts val="1800"/>
              <a:buChar char="•"/>
              <a:defRPr/>
            </a:lvl9pPr>
          </a:lstStyle>
          <a:p>
            <a:pPr lvl="0"/>
            <a:r>
              <a:rPr lang="en-US"/>
              <a:t>Click to edit Master text styles</a:t>
            </a:r>
          </a:p>
        </p:txBody>
      </p:sp>
      <p:sp>
        <p:nvSpPr>
          <p:cNvPr id="93" name="Google Shape;93;p59"/>
          <p:cNvSpPr txBox="1">
            <a:spLocks noGrp="1"/>
          </p:cNvSpPr>
          <p:nvPr>
            <p:ph type="body" idx="3"/>
          </p:nvPr>
        </p:nvSpPr>
        <p:spPr>
          <a:xfrm>
            <a:off x="3624200" y="1825625"/>
            <a:ext cx="8090957" cy="4351338"/>
          </a:xfrm>
          <a:prstGeom prst="rect">
            <a:avLst/>
          </a:prstGeom>
          <a:noFill/>
          <a:ln>
            <a:noFill/>
          </a:ln>
        </p:spPr>
        <p:txBody>
          <a:bodyPr spcFirstLastPara="1" wrap="square" lIns="91425" tIns="45700" rIns="91425" bIns="45700" anchor="t" anchorCtr="0">
            <a:noAutofit/>
          </a:bodyPr>
          <a:lstStyle>
            <a:lvl1pPr marL="342900" lvl="0" indent="-285750" algn="l">
              <a:lnSpc>
                <a:spcPct val="100000"/>
              </a:lnSpc>
              <a:spcBef>
                <a:spcPts val="750"/>
              </a:spcBef>
              <a:spcAft>
                <a:spcPts val="0"/>
              </a:spcAft>
              <a:buSzPts val="2400"/>
              <a:buChar char="•"/>
              <a:defRPr sz="1800" b="0"/>
            </a:lvl1pPr>
            <a:lvl2pPr marL="685800" lvl="1" indent="-285750" algn="l">
              <a:lnSpc>
                <a:spcPct val="100000"/>
              </a:lnSpc>
              <a:spcBef>
                <a:spcPts val="600"/>
              </a:spcBef>
              <a:spcAft>
                <a:spcPts val="0"/>
              </a:spcAft>
              <a:buSzPts val="2400"/>
              <a:buChar char="−"/>
              <a:defRPr sz="1800" b="0"/>
            </a:lvl2pPr>
            <a:lvl3pPr marL="1028700" lvl="2" indent="-262889" algn="l">
              <a:lnSpc>
                <a:spcPct val="100000"/>
              </a:lnSpc>
              <a:spcBef>
                <a:spcPts val="600"/>
              </a:spcBef>
              <a:spcAft>
                <a:spcPts val="0"/>
              </a:spcAft>
              <a:buSzPts val="1920"/>
              <a:buChar char="▪"/>
              <a:defRPr sz="1800" b="0"/>
            </a:lvl3pPr>
            <a:lvl4pPr marL="1371600" marR="0" lvl="3" indent="-171450" algn="l">
              <a:lnSpc>
                <a:spcPct val="90000"/>
              </a:lnSpc>
              <a:spcBef>
                <a:spcPts val="600"/>
              </a:spcBef>
              <a:spcAft>
                <a:spcPts val="0"/>
              </a:spcAft>
              <a:buClr>
                <a:schemeClr val="dk1"/>
              </a:buClr>
              <a:buSzPts val="2400"/>
              <a:buFont typeface="Arial"/>
              <a:buNone/>
              <a:defRPr/>
            </a:lvl4pPr>
            <a:lvl5pPr marL="1714500" lvl="4" indent="-257175" algn="l">
              <a:lnSpc>
                <a:spcPct val="90000"/>
              </a:lnSpc>
              <a:spcBef>
                <a:spcPts val="375"/>
              </a:spcBef>
              <a:spcAft>
                <a:spcPts val="0"/>
              </a:spcAft>
              <a:buClr>
                <a:schemeClr val="accent1"/>
              </a:buClr>
              <a:buSzPts val="1800"/>
              <a:buChar char="•"/>
              <a:defRPr/>
            </a:lvl5pPr>
            <a:lvl6pPr marL="2057400" lvl="5" indent="-257175" algn="l">
              <a:lnSpc>
                <a:spcPct val="90000"/>
              </a:lnSpc>
              <a:spcBef>
                <a:spcPts val="375"/>
              </a:spcBef>
              <a:spcAft>
                <a:spcPts val="0"/>
              </a:spcAft>
              <a:buClr>
                <a:schemeClr val="dk1"/>
              </a:buClr>
              <a:buSzPts val="1800"/>
              <a:buChar char="•"/>
              <a:defRPr/>
            </a:lvl6pPr>
            <a:lvl7pPr marL="2400300" lvl="6" indent="-257175" algn="l">
              <a:lnSpc>
                <a:spcPct val="90000"/>
              </a:lnSpc>
              <a:spcBef>
                <a:spcPts val="375"/>
              </a:spcBef>
              <a:spcAft>
                <a:spcPts val="0"/>
              </a:spcAft>
              <a:buClr>
                <a:schemeClr val="dk1"/>
              </a:buClr>
              <a:buSzPts val="1800"/>
              <a:buChar char="•"/>
              <a:defRPr/>
            </a:lvl7pPr>
            <a:lvl8pPr marL="2743200" lvl="7" indent="-257175" algn="l">
              <a:lnSpc>
                <a:spcPct val="90000"/>
              </a:lnSpc>
              <a:spcBef>
                <a:spcPts val="375"/>
              </a:spcBef>
              <a:spcAft>
                <a:spcPts val="0"/>
              </a:spcAft>
              <a:buClr>
                <a:schemeClr val="dk1"/>
              </a:buClr>
              <a:buSzPts val="1800"/>
              <a:buChar char="•"/>
              <a:defRPr/>
            </a:lvl8pPr>
            <a:lvl9pPr marL="3086100" lvl="8" indent="-257175" algn="l">
              <a:lnSpc>
                <a:spcPct val="90000"/>
              </a:lnSpc>
              <a:spcBef>
                <a:spcPts val="375"/>
              </a:spcBef>
              <a:spcAft>
                <a:spcPts val="0"/>
              </a:spcAft>
              <a:buClr>
                <a:schemeClr val="dk1"/>
              </a:buClr>
              <a:buSzPts val="1800"/>
              <a:buChar char="•"/>
              <a:defRPr/>
            </a:lvl9pPr>
          </a:lstStyle>
          <a:p>
            <a:pPr lvl="0"/>
            <a:r>
              <a:rPr lang="en-US"/>
              <a:t>Click to edit Master text styles</a:t>
            </a:r>
          </a:p>
        </p:txBody>
      </p:sp>
    </p:spTree>
    <p:extLst>
      <p:ext uri="{BB962C8B-B14F-4D97-AF65-F5344CB8AC3E}">
        <p14:creationId xmlns:p14="http://schemas.microsoft.com/office/powerpoint/2010/main" val="2206649576"/>
      </p:ext>
    </p:extLst>
  </p:cSld>
  <p:clrMapOvr>
    <a:masterClrMapping/>
  </p:clrMapOvr>
</p:sldLayout>
</file>

<file path=ppt/slideLayouts/slideLayout35.xml><?xml version="1.0" encoding="utf-8"?>
<p:sldLayout xmlns:a="http://schemas.openxmlformats.org/drawingml/2006/main" xmlns:r="http://schemas.openxmlformats.org/officeDocument/2006/relationships" xmlns:p="http://schemas.openxmlformats.org/presentationml/2006/main" matchingName="Two Image/Two Content" preserve="1">
  <p:cSld name="Two Image/Two Content">
    <p:spTree>
      <p:nvGrpSpPr>
        <p:cNvPr id="1" name="Shape 94"/>
        <p:cNvGrpSpPr/>
        <p:nvPr/>
      </p:nvGrpSpPr>
      <p:grpSpPr>
        <a:xfrm>
          <a:off x="0" y="0"/>
          <a:ext cx="0" cy="0"/>
          <a:chOff x="0" y="0"/>
          <a:chExt cx="0" cy="0"/>
        </a:xfrm>
      </p:grpSpPr>
      <p:sp>
        <p:nvSpPr>
          <p:cNvPr id="95" name="Google Shape;95;p60"/>
          <p:cNvSpPr txBox="1">
            <a:spLocks noGrp="1"/>
          </p:cNvSpPr>
          <p:nvPr>
            <p:ph type="title"/>
          </p:nvPr>
        </p:nvSpPr>
        <p:spPr>
          <a:xfrm>
            <a:off x="476845" y="473249"/>
            <a:ext cx="11241915" cy="1217447"/>
          </a:xfrm>
          <a:prstGeom prst="rect">
            <a:avLst/>
          </a:prstGeom>
          <a:noFill/>
          <a:ln>
            <a:noFill/>
          </a:ln>
        </p:spPr>
        <p:txBody>
          <a:bodyPr spcFirstLastPara="1" wrap="square" lIns="91425" tIns="45700" rIns="91425" bIns="45700" anchor="t" anchorCtr="0">
            <a:noAutofit/>
          </a:bodyPr>
          <a:lstStyle>
            <a:lvl1pPr lvl="0" algn="ctr">
              <a:lnSpc>
                <a:spcPct val="90000"/>
              </a:lnSpc>
              <a:spcBef>
                <a:spcPts val="0"/>
              </a:spcBef>
              <a:spcAft>
                <a:spcPts val="0"/>
              </a:spcAft>
              <a:buClr>
                <a:schemeClr val="dk1"/>
              </a:buClr>
              <a:buSzPts val="4000"/>
              <a:buFont typeface="Work Sans"/>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r>
              <a:rPr lang="en-US"/>
              <a:t>Click to edit Master title style</a:t>
            </a:r>
            <a:endParaRPr/>
          </a:p>
        </p:txBody>
      </p:sp>
      <p:sp>
        <p:nvSpPr>
          <p:cNvPr id="96" name="Google Shape;96;p60"/>
          <p:cNvSpPr txBox="1">
            <a:spLocks noGrp="1"/>
          </p:cNvSpPr>
          <p:nvPr>
            <p:ph type="body" idx="1"/>
          </p:nvPr>
        </p:nvSpPr>
        <p:spPr>
          <a:xfrm>
            <a:off x="476844" y="1825628"/>
            <a:ext cx="2875957" cy="2045728"/>
          </a:xfrm>
          <a:prstGeom prst="rect">
            <a:avLst/>
          </a:prstGeom>
          <a:noFill/>
          <a:ln>
            <a:noFill/>
          </a:ln>
        </p:spPr>
        <p:txBody>
          <a:bodyPr spcFirstLastPara="1" wrap="square" lIns="91425" tIns="45700" rIns="91425" bIns="45700" anchor="t" anchorCtr="0">
            <a:noAutofit/>
          </a:bodyPr>
          <a:lstStyle>
            <a:lvl1pPr marL="342900" lvl="0" indent="-171450" algn="l">
              <a:lnSpc>
                <a:spcPct val="100000"/>
              </a:lnSpc>
              <a:spcBef>
                <a:spcPts val="750"/>
              </a:spcBef>
              <a:spcAft>
                <a:spcPts val="0"/>
              </a:spcAft>
              <a:buSzPts val="2400"/>
              <a:buNone/>
              <a:defRPr/>
            </a:lvl1pPr>
            <a:lvl2pPr marL="685800" lvl="1" indent="-171450" algn="l">
              <a:lnSpc>
                <a:spcPct val="100000"/>
              </a:lnSpc>
              <a:spcBef>
                <a:spcPts val="600"/>
              </a:spcBef>
              <a:spcAft>
                <a:spcPts val="0"/>
              </a:spcAft>
              <a:buSzPts val="2400"/>
              <a:buNone/>
              <a:defRPr/>
            </a:lvl2pPr>
            <a:lvl3pPr marL="1028700" lvl="2" indent="-171450" algn="l">
              <a:lnSpc>
                <a:spcPct val="100000"/>
              </a:lnSpc>
              <a:spcBef>
                <a:spcPts val="600"/>
              </a:spcBef>
              <a:spcAft>
                <a:spcPts val="0"/>
              </a:spcAft>
              <a:buSzPts val="1920"/>
              <a:buNone/>
              <a:defRPr/>
            </a:lvl3pPr>
            <a:lvl4pPr marL="1371600" lvl="3" indent="-257175" algn="l">
              <a:lnSpc>
                <a:spcPct val="90000"/>
              </a:lnSpc>
              <a:spcBef>
                <a:spcPts val="600"/>
              </a:spcBef>
              <a:spcAft>
                <a:spcPts val="0"/>
              </a:spcAft>
              <a:buSzPts val="1800"/>
              <a:buChar char="•"/>
              <a:defRPr/>
            </a:lvl4pPr>
            <a:lvl5pPr marL="1714500" lvl="4" indent="-257175" algn="l">
              <a:lnSpc>
                <a:spcPct val="90000"/>
              </a:lnSpc>
              <a:spcBef>
                <a:spcPts val="375"/>
              </a:spcBef>
              <a:spcAft>
                <a:spcPts val="0"/>
              </a:spcAft>
              <a:buClr>
                <a:schemeClr val="accent1"/>
              </a:buClr>
              <a:buSzPts val="1800"/>
              <a:buChar char="•"/>
              <a:defRPr/>
            </a:lvl5pPr>
            <a:lvl6pPr marL="2057400" lvl="5" indent="-257175" algn="l">
              <a:lnSpc>
                <a:spcPct val="90000"/>
              </a:lnSpc>
              <a:spcBef>
                <a:spcPts val="375"/>
              </a:spcBef>
              <a:spcAft>
                <a:spcPts val="0"/>
              </a:spcAft>
              <a:buClr>
                <a:schemeClr val="dk1"/>
              </a:buClr>
              <a:buSzPts val="1800"/>
              <a:buChar char="•"/>
              <a:defRPr/>
            </a:lvl6pPr>
            <a:lvl7pPr marL="2400300" lvl="6" indent="-257175" algn="l">
              <a:lnSpc>
                <a:spcPct val="90000"/>
              </a:lnSpc>
              <a:spcBef>
                <a:spcPts val="375"/>
              </a:spcBef>
              <a:spcAft>
                <a:spcPts val="0"/>
              </a:spcAft>
              <a:buClr>
                <a:schemeClr val="dk1"/>
              </a:buClr>
              <a:buSzPts val="1800"/>
              <a:buChar char="•"/>
              <a:defRPr/>
            </a:lvl7pPr>
            <a:lvl8pPr marL="2743200" lvl="7" indent="-257175" algn="l">
              <a:lnSpc>
                <a:spcPct val="90000"/>
              </a:lnSpc>
              <a:spcBef>
                <a:spcPts val="375"/>
              </a:spcBef>
              <a:spcAft>
                <a:spcPts val="0"/>
              </a:spcAft>
              <a:buClr>
                <a:schemeClr val="dk1"/>
              </a:buClr>
              <a:buSzPts val="1800"/>
              <a:buChar char="•"/>
              <a:defRPr/>
            </a:lvl8pPr>
            <a:lvl9pPr marL="3086100" lvl="8" indent="-257175" algn="l">
              <a:lnSpc>
                <a:spcPct val="90000"/>
              </a:lnSpc>
              <a:spcBef>
                <a:spcPts val="375"/>
              </a:spcBef>
              <a:spcAft>
                <a:spcPts val="0"/>
              </a:spcAft>
              <a:buClr>
                <a:schemeClr val="dk1"/>
              </a:buClr>
              <a:buSzPts val="1800"/>
              <a:buChar char="•"/>
              <a:defRPr/>
            </a:lvl9pPr>
          </a:lstStyle>
          <a:p>
            <a:pPr lvl="0"/>
            <a:r>
              <a:rPr lang="en-US"/>
              <a:t>Click to edit Master text styles</a:t>
            </a:r>
          </a:p>
        </p:txBody>
      </p:sp>
      <p:sp>
        <p:nvSpPr>
          <p:cNvPr id="97" name="Google Shape;97;p60"/>
          <p:cNvSpPr txBox="1">
            <a:spLocks noGrp="1"/>
          </p:cNvSpPr>
          <p:nvPr>
            <p:ph type="body" idx="2"/>
          </p:nvPr>
        </p:nvSpPr>
        <p:spPr>
          <a:xfrm>
            <a:off x="3624200" y="1825625"/>
            <a:ext cx="8090957" cy="2045728"/>
          </a:xfrm>
          <a:prstGeom prst="rect">
            <a:avLst/>
          </a:prstGeom>
          <a:noFill/>
          <a:ln>
            <a:noFill/>
          </a:ln>
        </p:spPr>
        <p:txBody>
          <a:bodyPr spcFirstLastPara="1" wrap="square" lIns="91425" tIns="45700" rIns="91425" bIns="45700" anchor="t" anchorCtr="0">
            <a:noAutofit/>
          </a:bodyPr>
          <a:lstStyle>
            <a:lvl1pPr marL="342900" lvl="0" indent="-285750" algn="l">
              <a:lnSpc>
                <a:spcPct val="100000"/>
              </a:lnSpc>
              <a:spcBef>
                <a:spcPts val="750"/>
              </a:spcBef>
              <a:spcAft>
                <a:spcPts val="0"/>
              </a:spcAft>
              <a:buSzPts val="2400"/>
              <a:buChar char="•"/>
              <a:defRPr sz="1800" b="0"/>
            </a:lvl1pPr>
            <a:lvl2pPr marL="685800" lvl="1" indent="-285750" algn="l">
              <a:lnSpc>
                <a:spcPct val="100000"/>
              </a:lnSpc>
              <a:spcBef>
                <a:spcPts val="600"/>
              </a:spcBef>
              <a:spcAft>
                <a:spcPts val="0"/>
              </a:spcAft>
              <a:buSzPts val="2400"/>
              <a:buChar char="−"/>
              <a:defRPr sz="1800" b="0"/>
            </a:lvl2pPr>
            <a:lvl3pPr marL="1028700" lvl="2" indent="-262889" algn="l">
              <a:lnSpc>
                <a:spcPct val="100000"/>
              </a:lnSpc>
              <a:spcBef>
                <a:spcPts val="600"/>
              </a:spcBef>
              <a:spcAft>
                <a:spcPts val="0"/>
              </a:spcAft>
              <a:buSzPts val="1920"/>
              <a:buChar char="▪"/>
              <a:defRPr sz="1800" b="0"/>
            </a:lvl3pPr>
            <a:lvl4pPr marL="1371600" marR="0" lvl="3" indent="-171450" algn="l">
              <a:lnSpc>
                <a:spcPct val="90000"/>
              </a:lnSpc>
              <a:spcBef>
                <a:spcPts val="600"/>
              </a:spcBef>
              <a:spcAft>
                <a:spcPts val="0"/>
              </a:spcAft>
              <a:buClr>
                <a:schemeClr val="dk1"/>
              </a:buClr>
              <a:buSzPts val="2400"/>
              <a:buFont typeface="Arial"/>
              <a:buNone/>
              <a:defRPr/>
            </a:lvl4pPr>
            <a:lvl5pPr marL="1714500" lvl="4" indent="-257175" algn="l">
              <a:lnSpc>
                <a:spcPct val="90000"/>
              </a:lnSpc>
              <a:spcBef>
                <a:spcPts val="375"/>
              </a:spcBef>
              <a:spcAft>
                <a:spcPts val="0"/>
              </a:spcAft>
              <a:buClr>
                <a:schemeClr val="accent1"/>
              </a:buClr>
              <a:buSzPts val="1800"/>
              <a:buChar char="•"/>
              <a:defRPr/>
            </a:lvl5pPr>
            <a:lvl6pPr marL="2057400" lvl="5" indent="-257175" algn="l">
              <a:lnSpc>
                <a:spcPct val="90000"/>
              </a:lnSpc>
              <a:spcBef>
                <a:spcPts val="375"/>
              </a:spcBef>
              <a:spcAft>
                <a:spcPts val="0"/>
              </a:spcAft>
              <a:buClr>
                <a:schemeClr val="dk1"/>
              </a:buClr>
              <a:buSzPts val="1800"/>
              <a:buChar char="•"/>
              <a:defRPr/>
            </a:lvl6pPr>
            <a:lvl7pPr marL="2400300" lvl="6" indent="-257175" algn="l">
              <a:lnSpc>
                <a:spcPct val="90000"/>
              </a:lnSpc>
              <a:spcBef>
                <a:spcPts val="375"/>
              </a:spcBef>
              <a:spcAft>
                <a:spcPts val="0"/>
              </a:spcAft>
              <a:buClr>
                <a:schemeClr val="dk1"/>
              </a:buClr>
              <a:buSzPts val="1800"/>
              <a:buChar char="•"/>
              <a:defRPr/>
            </a:lvl7pPr>
            <a:lvl8pPr marL="2743200" lvl="7" indent="-257175" algn="l">
              <a:lnSpc>
                <a:spcPct val="90000"/>
              </a:lnSpc>
              <a:spcBef>
                <a:spcPts val="375"/>
              </a:spcBef>
              <a:spcAft>
                <a:spcPts val="0"/>
              </a:spcAft>
              <a:buClr>
                <a:schemeClr val="dk1"/>
              </a:buClr>
              <a:buSzPts val="1800"/>
              <a:buChar char="•"/>
              <a:defRPr/>
            </a:lvl8pPr>
            <a:lvl9pPr marL="3086100" lvl="8" indent="-257175" algn="l">
              <a:lnSpc>
                <a:spcPct val="90000"/>
              </a:lnSpc>
              <a:spcBef>
                <a:spcPts val="375"/>
              </a:spcBef>
              <a:spcAft>
                <a:spcPts val="0"/>
              </a:spcAft>
              <a:buClr>
                <a:schemeClr val="dk1"/>
              </a:buClr>
              <a:buSzPts val="1800"/>
              <a:buChar char="•"/>
              <a:defRPr/>
            </a:lvl9pPr>
          </a:lstStyle>
          <a:p>
            <a:pPr lvl="0"/>
            <a:r>
              <a:rPr lang="en-US"/>
              <a:t>Click to edit Master text styles</a:t>
            </a:r>
          </a:p>
        </p:txBody>
      </p:sp>
      <p:sp>
        <p:nvSpPr>
          <p:cNvPr id="98" name="Google Shape;98;p60"/>
          <p:cNvSpPr txBox="1">
            <a:spLocks noGrp="1"/>
          </p:cNvSpPr>
          <p:nvPr>
            <p:ph type="body" idx="3"/>
          </p:nvPr>
        </p:nvSpPr>
        <p:spPr>
          <a:xfrm>
            <a:off x="476844" y="4132562"/>
            <a:ext cx="2875957" cy="2045727"/>
          </a:xfrm>
          <a:prstGeom prst="rect">
            <a:avLst/>
          </a:prstGeom>
          <a:noFill/>
          <a:ln>
            <a:noFill/>
          </a:ln>
        </p:spPr>
        <p:txBody>
          <a:bodyPr spcFirstLastPara="1" wrap="square" lIns="91425" tIns="45700" rIns="91425" bIns="45700" anchor="t" anchorCtr="0">
            <a:noAutofit/>
          </a:bodyPr>
          <a:lstStyle>
            <a:lvl1pPr marL="342900" lvl="0" indent="-171450" algn="l">
              <a:lnSpc>
                <a:spcPct val="100000"/>
              </a:lnSpc>
              <a:spcBef>
                <a:spcPts val="750"/>
              </a:spcBef>
              <a:spcAft>
                <a:spcPts val="0"/>
              </a:spcAft>
              <a:buSzPts val="2400"/>
              <a:buNone/>
              <a:defRPr/>
            </a:lvl1pPr>
            <a:lvl2pPr marL="685800" lvl="1" indent="-171450" algn="l">
              <a:lnSpc>
                <a:spcPct val="100000"/>
              </a:lnSpc>
              <a:spcBef>
                <a:spcPts val="600"/>
              </a:spcBef>
              <a:spcAft>
                <a:spcPts val="0"/>
              </a:spcAft>
              <a:buSzPts val="2400"/>
              <a:buNone/>
              <a:defRPr/>
            </a:lvl2pPr>
            <a:lvl3pPr marL="1028700" lvl="2" indent="-171450" algn="l">
              <a:lnSpc>
                <a:spcPct val="100000"/>
              </a:lnSpc>
              <a:spcBef>
                <a:spcPts val="600"/>
              </a:spcBef>
              <a:spcAft>
                <a:spcPts val="0"/>
              </a:spcAft>
              <a:buSzPts val="1920"/>
              <a:buNone/>
              <a:defRPr/>
            </a:lvl3pPr>
            <a:lvl4pPr marL="1371600" lvl="3" indent="-257175" algn="l">
              <a:lnSpc>
                <a:spcPct val="90000"/>
              </a:lnSpc>
              <a:spcBef>
                <a:spcPts val="600"/>
              </a:spcBef>
              <a:spcAft>
                <a:spcPts val="0"/>
              </a:spcAft>
              <a:buSzPts val="1800"/>
              <a:buChar char="•"/>
              <a:defRPr/>
            </a:lvl4pPr>
            <a:lvl5pPr marL="1714500" lvl="4" indent="-257175" algn="l">
              <a:lnSpc>
                <a:spcPct val="90000"/>
              </a:lnSpc>
              <a:spcBef>
                <a:spcPts val="375"/>
              </a:spcBef>
              <a:spcAft>
                <a:spcPts val="0"/>
              </a:spcAft>
              <a:buClr>
                <a:schemeClr val="accent1"/>
              </a:buClr>
              <a:buSzPts val="1800"/>
              <a:buChar char="•"/>
              <a:defRPr/>
            </a:lvl5pPr>
            <a:lvl6pPr marL="2057400" lvl="5" indent="-257175" algn="l">
              <a:lnSpc>
                <a:spcPct val="90000"/>
              </a:lnSpc>
              <a:spcBef>
                <a:spcPts val="375"/>
              </a:spcBef>
              <a:spcAft>
                <a:spcPts val="0"/>
              </a:spcAft>
              <a:buClr>
                <a:schemeClr val="dk1"/>
              </a:buClr>
              <a:buSzPts val="1800"/>
              <a:buChar char="•"/>
              <a:defRPr/>
            </a:lvl6pPr>
            <a:lvl7pPr marL="2400300" lvl="6" indent="-257175" algn="l">
              <a:lnSpc>
                <a:spcPct val="90000"/>
              </a:lnSpc>
              <a:spcBef>
                <a:spcPts val="375"/>
              </a:spcBef>
              <a:spcAft>
                <a:spcPts val="0"/>
              </a:spcAft>
              <a:buClr>
                <a:schemeClr val="dk1"/>
              </a:buClr>
              <a:buSzPts val="1800"/>
              <a:buChar char="•"/>
              <a:defRPr/>
            </a:lvl7pPr>
            <a:lvl8pPr marL="2743200" lvl="7" indent="-257175" algn="l">
              <a:lnSpc>
                <a:spcPct val="90000"/>
              </a:lnSpc>
              <a:spcBef>
                <a:spcPts val="375"/>
              </a:spcBef>
              <a:spcAft>
                <a:spcPts val="0"/>
              </a:spcAft>
              <a:buClr>
                <a:schemeClr val="dk1"/>
              </a:buClr>
              <a:buSzPts val="1800"/>
              <a:buChar char="•"/>
              <a:defRPr/>
            </a:lvl8pPr>
            <a:lvl9pPr marL="3086100" lvl="8" indent="-257175" algn="l">
              <a:lnSpc>
                <a:spcPct val="90000"/>
              </a:lnSpc>
              <a:spcBef>
                <a:spcPts val="375"/>
              </a:spcBef>
              <a:spcAft>
                <a:spcPts val="0"/>
              </a:spcAft>
              <a:buClr>
                <a:schemeClr val="dk1"/>
              </a:buClr>
              <a:buSzPts val="1800"/>
              <a:buChar char="•"/>
              <a:defRPr/>
            </a:lvl9pPr>
          </a:lstStyle>
          <a:p>
            <a:pPr lvl="0"/>
            <a:r>
              <a:rPr lang="en-US"/>
              <a:t>Click to edit Master text styles</a:t>
            </a:r>
          </a:p>
        </p:txBody>
      </p:sp>
      <p:sp>
        <p:nvSpPr>
          <p:cNvPr id="99" name="Google Shape;99;p60"/>
          <p:cNvSpPr txBox="1">
            <a:spLocks noGrp="1"/>
          </p:cNvSpPr>
          <p:nvPr>
            <p:ph type="body" idx="4"/>
          </p:nvPr>
        </p:nvSpPr>
        <p:spPr>
          <a:xfrm>
            <a:off x="3624200" y="4136860"/>
            <a:ext cx="8090957" cy="2045728"/>
          </a:xfrm>
          <a:prstGeom prst="rect">
            <a:avLst/>
          </a:prstGeom>
          <a:noFill/>
          <a:ln>
            <a:noFill/>
          </a:ln>
        </p:spPr>
        <p:txBody>
          <a:bodyPr spcFirstLastPara="1" wrap="square" lIns="91425" tIns="45700" rIns="91425" bIns="45700" anchor="t" anchorCtr="0">
            <a:noAutofit/>
          </a:bodyPr>
          <a:lstStyle>
            <a:lvl1pPr marL="342900" lvl="0" indent="-285750" algn="l">
              <a:lnSpc>
                <a:spcPct val="100000"/>
              </a:lnSpc>
              <a:spcBef>
                <a:spcPts val="750"/>
              </a:spcBef>
              <a:spcAft>
                <a:spcPts val="0"/>
              </a:spcAft>
              <a:buSzPts val="2400"/>
              <a:buChar char="•"/>
              <a:defRPr sz="1800" b="0"/>
            </a:lvl1pPr>
            <a:lvl2pPr marL="685800" lvl="1" indent="-285750" algn="l">
              <a:lnSpc>
                <a:spcPct val="100000"/>
              </a:lnSpc>
              <a:spcBef>
                <a:spcPts val="600"/>
              </a:spcBef>
              <a:spcAft>
                <a:spcPts val="0"/>
              </a:spcAft>
              <a:buSzPts val="2400"/>
              <a:buChar char="−"/>
              <a:defRPr sz="1800" b="0"/>
            </a:lvl2pPr>
            <a:lvl3pPr marL="1028700" lvl="2" indent="-262889" algn="l">
              <a:lnSpc>
                <a:spcPct val="100000"/>
              </a:lnSpc>
              <a:spcBef>
                <a:spcPts val="600"/>
              </a:spcBef>
              <a:spcAft>
                <a:spcPts val="0"/>
              </a:spcAft>
              <a:buSzPts val="1920"/>
              <a:buChar char="▪"/>
              <a:defRPr sz="1800" b="0"/>
            </a:lvl3pPr>
            <a:lvl4pPr marL="1371600" marR="0" lvl="3" indent="-171450" algn="l">
              <a:lnSpc>
                <a:spcPct val="90000"/>
              </a:lnSpc>
              <a:spcBef>
                <a:spcPts val="600"/>
              </a:spcBef>
              <a:spcAft>
                <a:spcPts val="0"/>
              </a:spcAft>
              <a:buClr>
                <a:schemeClr val="dk1"/>
              </a:buClr>
              <a:buSzPts val="2400"/>
              <a:buFont typeface="Arial"/>
              <a:buNone/>
              <a:defRPr/>
            </a:lvl4pPr>
            <a:lvl5pPr marL="1714500" lvl="4" indent="-257175" algn="l">
              <a:lnSpc>
                <a:spcPct val="90000"/>
              </a:lnSpc>
              <a:spcBef>
                <a:spcPts val="375"/>
              </a:spcBef>
              <a:spcAft>
                <a:spcPts val="0"/>
              </a:spcAft>
              <a:buClr>
                <a:schemeClr val="accent1"/>
              </a:buClr>
              <a:buSzPts val="1800"/>
              <a:buChar char="•"/>
              <a:defRPr/>
            </a:lvl5pPr>
            <a:lvl6pPr marL="2057400" lvl="5" indent="-257175" algn="l">
              <a:lnSpc>
                <a:spcPct val="90000"/>
              </a:lnSpc>
              <a:spcBef>
                <a:spcPts val="375"/>
              </a:spcBef>
              <a:spcAft>
                <a:spcPts val="0"/>
              </a:spcAft>
              <a:buClr>
                <a:schemeClr val="dk1"/>
              </a:buClr>
              <a:buSzPts val="1800"/>
              <a:buChar char="•"/>
              <a:defRPr/>
            </a:lvl6pPr>
            <a:lvl7pPr marL="2400300" lvl="6" indent="-257175" algn="l">
              <a:lnSpc>
                <a:spcPct val="90000"/>
              </a:lnSpc>
              <a:spcBef>
                <a:spcPts val="375"/>
              </a:spcBef>
              <a:spcAft>
                <a:spcPts val="0"/>
              </a:spcAft>
              <a:buClr>
                <a:schemeClr val="dk1"/>
              </a:buClr>
              <a:buSzPts val="1800"/>
              <a:buChar char="•"/>
              <a:defRPr/>
            </a:lvl7pPr>
            <a:lvl8pPr marL="2743200" lvl="7" indent="-257175" algn="l">
              <a:lnSpc>
                <a:spcPct val="90000"/>
              </a:lnSpc>
              <a:spcBef>
                <a:spcPts val="375"/>
              </a:spcBef>
              <a:spcAft>
                <a:spcPts val="0"/>
              </a:spcAft>
              <a:buClr>
                <a:schemeClr val="dk1"/>
              </a:buClr>
              <a:buSzPts val="1800"/>
              <a:buChar char="•"/>
              <a:defRPr/>
            </a:lvl8pPr>
            <a:lvl9pPr marL="3086100" lvl="8" indent="-257175" algn="l">
              <a:lnSpc>
                <a:spcPct val="90000"/>
              </a:lnSpc>
              <a:spcBef>
                <a:spcPts val="375"/>
              </a:spcBef>
              <a:spcAft>
                <a:spcPts val="0"/>
              </a:spcAft>
              <a:buClr>
                <a:schemeClr val="dk1"/>
              </a:buClr>
              <a:buSzPts val="1800"/>
              <a:buChar char="•"/>
              <a:defRPr/>
            </a:lvl9pPr>
          </a:lstStyle>
          <a:p>
            <a:pPr lvl="0"/>
            <a:r>
              <a:rPr lang="en-US"/>
              <a:t>Click to edit Master text styles</a:t>
            </a:r>
          </a:p>
        </p:txBody>
      </p:sp>
    </p:spTree>
    <p:extLst>
      <p:ext uri="{BB962C8B-B14F-4D97-AF65-F5344CB8AC3E}">
        <p14:creationId xmlns:p14="http://schemas.microsoft.com/office/powerpoint/2010/main" val="339667645"/>
      </p:ext>
    </p:extLst>
  </p:cSld>
  <p:clrMapOvr>
    <a:masterClrMapping/>
  </p:clrMapOvr>
</p:sldLayout>
</file>

<file path=ppt/slideLayouts/slideLayout36.xml><?xml version="1.0" encoding="utf-8"?>
<p:sldLayout xmlns:a="http://schemas.openxmlformats.org/drawingml/2006/main" xmlns:r="http://schemas.openxmlformats.org/officeDocument/2006/relationships" xmlns:p="http://schemas.openxmlformats.org/presentationml/2006/main" matchingName="Three Image/Three Content" preserve="1">
  <p:cSld name="Three Image/Three Content">
    <p:spTree>
      <p:nvGrpSpPr>
        <p:cNvPr id="1" name="Shape 100"/>
        <p:cNvGrpSpPr/>
        <p:nvPr/>
      </p:nvGrpSpPr>
      <p:grpSpPr>
        <a:xfrm>
          <a:off x="0" y="0"/>
          <a:ext cx="0" cy="0"/>
          <a:chOff x="0" y="0"/>
          <a:chExt cx="0" cy="0"/>
        </a:xfrm>
      </p:grpSpPr>
      <p:sp>
        <p:nvSpPr>
          <p:cNvPr id="101" name="Google Shape;101;p61"/>
          <p:cNvSpPr txBox="1">
            <a:spLocks noGrp="1"/>
          </p:cNvSpPr>
          <p:nvPr>
            <p:ph type="title"/>
          </p:nvPr>
        </p:nvSpPr>
        <p:spPr>
          <a:xfrm>
            <a:off x="476845" y="473249"/>
            <a:ext cx="11241915" cy="1217447"/>
          </a:xfrm>
          <a:prstGeom prst="rect">
            <a:avLst/>
          </a:prstGeom>
          <a:noFill/>
          <a:ln>
            <a:noFill/>
          </a:ln>
        </p:spPr>
        <p:txBody>
          <a:bodyPr spcFirstLastPara="1" wrap="square" lIns="91425" tIns="45700" rIns="91425" bIns="45700" anchor="t" anchorCtr="0">
            <a:noAutofit/>
          </a:bodyPr>
          <a:lstStyle>
            <a:lvl1pPr lvl="0" algn="ctr">
              <a:lnSpc>
                <a:spcPct val="90000"/>
              </a:lnSpc>
              <a:spcBef>
                <a:spcPts val="0"/>
              </a:spcBef>
              <a:spcAft>
                <a:spcPts val="0"/>
              </a:spcAft>
              <a:buClr>
                <a:schemeClr val="dk1"/>
              </a:buClr>
              <a:buSzPts val="4000"/>
              <a:buFont typeface="Work Sans"/>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r>
              <a:rPr lang="en-US"/>
              <a:t>Click to edit Master title style</a:t>
            </a:r>
            <a:endParaRPr/>
          </a:p>
        </p:txBody>
      </p:sp>
      <p:sp>
        <p:nvSpPr>
          <p:cNvPr id="102" name="Google Shape;102;p61"/>
          <p:cNvSpPr txBox="1">
            <a:spLocks noGrp="1"/>
          </p:cNvSpPr>
          <p:nvPr>
            <p:ph type="body" idx="1"/>
          </p:nvPr>
        </p:nvSpPr>
        <p:spPr>
          <a:xfrm>
            <a:off x="476844" y="1825632"/>
            <a:ext cx="2875957" cy="1217447"/>
          </a:xfrm>
          <a:prstGeom prst="rect">
            <a:avLst/>
          </a:prstGeom>
          <a:noFill/>
          <a:ln>
            <a:noFill/>
          </a:ln>
        </p:spPr>
        <p:txBody>
          <a:bodyPr spcFirstLastPara="1" wrap="square" lIns="91425" tIns="45700" rIns="91425" bIns="45700" anchor="t" anchorCtr="0">
            <a:noAutofit/>
          </a:bodyPr>
          <a:lstStyle>
            <a:lvl1pPr marL="342900" lvl="0" indent="-171450" algn="l">
              <a:lnSpc>
                <a:spcPct val="100000"/>
              </a:lnSpc>
              <a:spcBef>
                <a:spcPts val="750"/>
              </a:spcBef>
              <a:spcAft>
                <a:spcPts val="0"/>
              </a:spcAft>
              <a:buSzPts val="2400"/>
              <a:buNone/>
              <a:defRPr/>
            </a:lvl1pPr>
            <a:lvl2pPr marL="685800" lvl="1" indent="-171450" algn="l">
              <a:lnSpc>
                <a:spcPct val="100000"/>
              </a:lnSpc>
              <a:spcBef>
                <a:spcPts val="600"/>
              </a:spcBef>
              <a:spcAft>
                <a:spcPts val="0"/>
              </a:spcAft>
              <a:buSzPts val="2400"/>
              <a:buNone/>
              <a:defRPr/>
            </a:lvl2pPr>
            <a:lvl3pPr marL="1028700" lvl="2" indent="-171450" algn="l">
              <a:lnSpc>
                <a:spcPct val="100000"/>
              </a:lnSpc>
              <a:spcBef>
                <a:spcPts val="600"/>
              </a:spcBef>
              <a:spcAft>
                <a:spcPts val="0"/>
              </a:spcAft>
              <a:buSzPts val="1920"/>
              <a:buNone/>
              <a:defRPr/>
            </a:lvl3pPr>
            <a:lvl4pPr marL="1371600" lvl="3" indent="-257175" algn="l">
              <a:lnSpc>
                <a:spcPct val="90000"/>
              </a:lnSpc>
              <a:spcBef>
                <a:spcPts val="600"/>
              </a:spcBef>
              <a:spcAft>
                <a:spcPts val="0"/>
              </a:spcAft>
              <a:buSzPts val="1800"/>
              <a:buChar char="•"/>
              <a:defRPr/>
            </a:lvl4pPr>
            <a:lvl5pPr marL="1714500" lvl="4" indent="-257175" algn="l">
              <a:lnSpc>
                <a:spcPct val="90000"/>
              </a:lnSpc>
              <a:spcBef>
                <a:spcPts val="375"/>
              </a:spcBef>
              <a:spcAft>
                <a:spcPts val="0"/>
              </a:spcAft>
              <a:buClr>
                <a:schemeClr val="accent1"/>
              </a:buClr>
              <a:buSzPts val="1800"/>
              <a:buChar char="•"/>
              <a:defRPr/>
            </a:lvl5pPr>
            <a:lvl6pPr marL="2057400" lvl="5" indent="-257175" algn="l">
              <a:lnSpc>
                <a:spcPct val="90000"/>
              </a:lnSpc>
              <a:spcBef>
                <a:spcPts val="375"/>
              </a:spcBef>
              <a:spcAft>
                <a:spcPts val="0"/>
              </a:spcAft>
              <a:buClr>
                <a:schemeClr val="dk1"/>
              </a:buClr>
              <a:buSzPts val="1800"/>
              <a:buChar char="•"/>
              <a:defRPr/>
            </a:lvl6pPr>
            <a:lvl7pPr marL="2400300" lvl="6" indent="-257175" algn="l">
              <a:lnSpc>
                <a:spcPct val="90000"/>
              </a:lnSpc>
              <a:spcBef>
                <a:spcPts val="375"/>
              </a:spcBef>
              <a:spcAft>
                <a:spcPts val="0"/>
              </a:spcAft>
              <a:buClr>
                <a:schemeClr val="dk1"/>
              </a:buClr>
              <a:buSzPts val="1800"/>
              <a:buChar char="•"/>
              <a:defRPr/>
            </a:lvl7pPr>
            <a:lvl8pPr marL="2743200" lvl="7" indent="-257175" algn="l">
              <a:lnSpc>
                <a:spcPct val="90000"/>
              </a:lnSpc>
              <a:spcBef>
                <a:spcPts val="375"/>
              </a:spcBef>
              <a:spcAft>
                <a:spcPts val="0"/>
              </a:spcAft>
              <a:buClr>
                <a:schemeClr val="dk1"/>
              </a:buClr>
              <a:buSzPts val="1800"/>
              <a:buChar char="•"/>
              <a:defRPr/>
            </a:lvl8pPr>
            <a:lvl9pPr marL="3086100" lvl="8" indent="-257175" algn="l">
              <a:lnSpc>
                <a:spcPct val="90000"/>
              </a:lnSpc>
              <a:spcBef>
                <a:spcPts val="375"/>
              </a:spcBef>
              <a:spcAft>
                <a:spcPts val="0"/>
              </a:spcAft>
              <a:buClr>
                <a:schemeClr val="dk1"/>
              </a:buClr>
              <a:buSzPts val="1800"/>
              <a:buChar char="•"/>
              <a:defRPr/>
            </a:lvl9pPr>
          </a:lstStyle>
          <a:p>
            <a:pPr lvl="0"/>
            <a:r>
              <a:rPr lang="en-US"/>
              <a:t>Click to edit Master text styles</a:t>
            </a:r>
          </a:p>
        </p:txBody>
      </p:sp>
      <p:sp>
        <p:nvSpPr>
          <p:cNvPr id="103" name="Google Shape;103;p61"/>
          <p:cNvSpPr txBox="1">
            <a:spLocks noGrp="1"/>
          </p:cNvSpPr>
          <p:nvPr>
            <p:ph type="body" idx="2"/>
          </p:nvPr>
        </p:nvSpPr>
        <p:spPr>
          <a:xfrm>
            <a:off x="3624200" y="1825625"/>
            <a:ext cx="8090957" cy="1217450"/>
          </a:xfrm>
          <a:prstGeom prst="rect">
            <a:avLst/>
          </a:prstGeom>
          <a:noFill/>
          <a:ln>
            <a:noFill/>
          </a:ln>
        </p:spPr>
        <p:txBody>
          <a:bodyPr spcFirstLastPara="1" wrap="square" lIns="91425" tIns="45700" rIns="91425" bIns="45700" anchor="t" anchorCtr="0">
            <a:noAutofit/>
          </a:bodyPr>
          <a:lstStyle>
            <a:lvl1pPr marL="342900" lvl="0" indent="-257175" algn="l">
              <a:lnSpc>
                <a:spcPct val="100000"/>
              </a:lnSpc>
              <a:spcBef>
                <a:spcPts val="750"/>
              </a:spcBef>
              <a:spcAft>
                <a:spcPts val="0"/>
              </a:spcAft>
              <a:buSzPts val="1800"/>
              <a:buChar char="•"/>
              <a:defRPr sz="1350" b="0"/>
            </a:lvl1pPr>
            <a:lvl2pPr marL="685800" lvl="1" indent="-257175" algn="l">
              <a:lnSpc>
                <a:spcPct val="100000"/>
              </a:lnSpc>
              <a:spcBef>
                <a:spcPts val="600"/>
              </a:spcBef>
              <a:spcAft>
                <a:spcPts val="0"/>
              </a:spcAft>
              <a:buSzPts val="1800"/>
              <a:buChar char="−"/>
              <a:defRPr sz="1350" b="0"/>
            </a:lvl2pPr>
            <a:lvl3pPr marL="1028700" lvl="2" indent="-240029" algn="l">
              <a:lnSpc>
                <a:spcPct val="100000"/>
              </a:lnSpc>
              <a:spcBef>
                <a:spcPts val="600"/>
              </a:spcBef>
              <a:spcAft>
                <a:spcPts val="0"/>
              </a:spcAft>
              <a:buSzPts val="1440"/>
              <a:buChar char="▪"/>
              <a:defRPr sz="1350" b="0"/>
            </a:lvl3pPr>
            <a:lvl4pPr marL="1371600" lvl="3" indent="-257175" algn="l">
              <a:lnSpc>
                <a:spcPct val="90000"/>
              </a:lnSpc>
              <a:spcBef>
                <a:spcPts val="600"/>
              </a:spcBef>
              <a:spcAft>
                <a:spcPts val="0"/>
              </a:spcAft>
              <a:buSzPts val="1800"/>
              <a:buChar char="•"/>
              <a:defRPr/>
            </a:lvl4pPr>
            <a:lvl5pPr marL="1714500" lvl="4" indent="-257175" algn="l">
              <a:lnSpc>
                <a:spcPct val="90000"/>
              </a:lnSpc>
              <a:spcBef>
                <a:spcPts val="375"/>
              </a:spcBef>
              <a:spcAft>
                <a:spcPts val="0"/>
              </a:spcAft>
              <a:buClr>
                <a:schemeClr val="accent1"/>
              </a:buClr>
              <a:buSzPts val="1800"/>
              <a:buChar char="•"/>
              <a:defRPr/>
            </a:lvl5pPr>
            <a:lvl6pPr marL="2057400" lvl="5" indent="-257175" algn="l">
              <a:lnSpc>
                <a:spcPct val="90000"/>
              </a:lnSpc>
              <a:spcBef>
                <a:spcPts val="375"/>
              </a:spcBef>
              <a:spcAft>
                <a:spcPts val="0"/>
              </a:spcAft>
              <a:buClr>
                <a:schemeClr val="dk1"/>
              </a:buClr>
              <a:buSzPts val="1800"/>
              <a:buChar char="•"/>
              <a:defRPr/>
            </a:lvl6pPr>
            <a:lvl7pPr marL="2400300" lvl="6" indent="-257175" algn="l">
              <a:lnSpc>
                <a:spcPct val="90000"/>
              </a:lnSpc>
              <a:spcBef>
                <a:spcPts val="375"/>
              </a:spcBef>
              <a:spcAft>
                <a:spcPts val="0"/>
              </a:spcAft>
              <a:buClr>
                <a:schemeClr val="dk1"/>
              </a:buClr>
              <a:buSzPts val="1800"/>
              <a:buChar char="•"/>
              <a:defRPr/>
            </a:lvl7pPr>
            <a:lvl8pPr marL="2743200" lvl="7" indent="-257175" algn="l">
              <a:lnSpc>
                <a:spcPct val="90000"/>
              </a:lnSpc>
              <a:spcBef>
                <a:spcPts val="375"/>
              </a:spcBef>
              <a:spcAft>
                <a:spcPts val="0"/>
              </a:spcAft>
              <a:buClr>
                <a:schemeClr val="dk1"/>
              </a:buClr>
              <a:buSzPts val="1800"/>
              <a:buChar char="•"/>
              <a:defRPr/>
            </a:lvl8pPr>
            <a:lvl9pPr marL="3086100" lvl="8" indent="-257175" algn="l">
              <a:lnSpc>
                <a:spcPct val="90000"/>
              </a:lnSpc>
              <a:spcBef>
                <a:spcPts val="375"/>
              </a:spcBef>
              <a:spcAft>
                <a:spcPts val="0"/>
              </a:spcAft>
              <a:buClr>
                <a:schemeClr val="dk1"/>
              </a:buClr>
              <a:buSzPts val="1800"/>
              <a:buChar char="•"/>
              <a:defRPr/>
            </a:lvl9pPr>
          </a:lstStyle>
          <a:p>
            <a:pPr lvl="0"/>
            <a:r>
              <a:rPr lang="en-US"/>
              <a:t>Click to edit Master text styles</a:t>
            </a:r>
          </a:p>
        </p:txBody>
      </p:sp>
      <p:sp>
        <p:nvSpPr>
          <p:cNvPr id="104" name="Google Shape;104;p61"/>
          <p:cNvSpPr txBox="1">
            <a:spLocks noGrp="1"/>
          </p:cNvSpPr>
          <p:nvPr>
            <p:ph type="body" idx="3"/>
          </p:nvPr>
        </p:nvSpPr>
        <p:spPr>
          <a:xfrm>
            <a:off x="479344" y="3207223"/>
            <a:ext cx="2875957" cy="1217447"/>
          </a:xfrm>
          <a:prstGeom prst="rect">
            <a:avLst/>
          </a:prstGeom>
          <a:noFill/>
          <a:ln>
            <a:noFill/>
          </a:ln>
        </p:spPr>
        <p:txBody>
          <a:bodyPr spcFirstLastPara="1" wrap="square" lIns="91425" tIns="45700" rIns="91425" bIns="45700" anchor="t" anchorCtr="0">
            <a:noAutofit/>
          </a:bodyPr>
          <a:lstStyle>
            <a:lvl1pPr marL="342900" lvl="0" indent="-171450" algn="l">
              <a:lnSpc>
                <a:spcPct val="100000"/>
              </a:lnSpc>
              <a:spcBef>
                <a:spcPts val="750"/>
              </a:spcBef>
              <a:spcAft>
                <a:spcPts val="0"/>
              </a:spcAft>
              <a:buSzPts val="2400"/>
              <a:buNone/>
              <a:defRPr/>
            </a:lvl1pPr>
            <a:lvl2pPr marL="685800" lvl="1" indent="-171450" algn="l">
              <a:lnSpc>
                <a:spcPct val="100000"/>
              </a:lnSpc>
              <a:spcBef>
                <a:spcPts val="600"/>
              </a:spcBef>
              <a:spcAft>
                <a:spcPts val="0"/>
              </a:spcAft>
              <a:buSzPts val="2400"/>
              <a:buNone/>
              <a:defRPr/>
            </a:lvl2pPr>
            <a:lvl3pPr marL="1028700" lvl="2" indent="-171450" algn="l">
              <a:lnSpc>
                <a:spcPct val="100000"/>
              </a:lnSpc>
              <a:spcBef>
                <a:spcPts val="600"/>
              </a:spcBef>
              <a:spcAft>
                <a:spcPts val="0"/>
              </a:spcAft>
              <a:buSzPts val="1920"/>
              <a:buNone/>
              <a:defRPr/>
            </a:lvl3pPr>
            <a:lvl4pPr marL="1371600" lvl="3" indent="-257175" algn="l">
              <a:lnSpc>
                <a:spcPct val="90000"/>
              </a:lnSpc>
              <a:spcBef>
                <a:spcPts val="600"/>
              </a:spcBef>
              <a:spcAft>
                <a:spcPts val="0"/>
              </a:spcAft>
              <a:buSzPts val="1800"/>
              <a:buChar char="•"/>
              <a:defRPr/>
            </a:lvl4pPr>
            <a:lvl5pPr marL="1714500" lvl="4" indent="-257175" algn="l">
              <a:lnSpc>
                <a:spcPct val="90000"/>
              </a:lnSpc>
              <a:spcBef>
                <a:spcPts val="375"/>
              </a:spcBef>
              <a:spcAft>
                <a:spcPts val="0"/>
              </a:spcAft>
              <a:buClr>
                <a:schemeClr val="accent1"/>
              </a:buClr>
              <a:buSzPts val="1800"/>
              <a:buChar char="•"/>
              <a:defRPr/>
            </a:lvl5pPr>
            <a:lvl6pPr marL="2057400" lvl="5" indent="-257175" algn="l">
              <a:lnSpc>
                <a:spcPct val="90000"/>
              </a:lnSpc>
              <a:spcBef>
                <a:spcPts val="375"/>
              </a:spcBef>
              <a:spcAft>
                <a:spcPts val="0"/>
              </a:spcAft>
              <a:buClr>
                <a:schemeClr val="dk1"/>
              </a:buClr>
              <a:buSzPts val="1800"/>
              <a:buChar char="•"/>
              <a:defRPr/>
            </a:lvl6pPr>
            <a:lvl7pPr marL="2400300" lvl="6" indent="-257175" algn="l">
              <a:lnSpc>
                <a:spcPct val="90000"/>
              </a:lnSpc>
              <a:spcBef>
                <a:spcPts val="375"/>
              </a:spcBef>
              <a:spcAft>
                <a:spcPts val="0"/>
              </a:spcAft>
              <a:buClr>
                <a:schemeClr val="dk1"/>
              </a:buClr>
              <a:buSzPts val="1800"/>
              <a:buChar char="•"/>
              <a:defRPr/>
            </a:lvl7pPr>
            <a:lvl8pPr marL="2743200" lvl="7" indent="-257175" algn="l">
              <a:lnSpc>
                <a:spcPct val="90000"/>
              </a:lnSpc>
              <a:spcBef>
                <a:spcPts val="375"/>
              </a:spcBef>
              <a:spcAft>
                <a:spcPts val="0"/>
              </a:spcAft>
              <a:buClr>
                <a:schemeClr val="dk1"/>
              </a:buClr>
              <a:buSzPts val="1800"/>
              <a:buChar char="•"/>
              <a:defRPr/>
            </a:lvl8pPr>
            <a:lvl9pPr marL="3086100" lvl="8" indent="-257175" algn="l">
              <a:lnSpc>
                <a:spcPct val="90000"/>
              </a:lnSpc>
              <a:spcBef>
                <a:spcPts val="375"/>
              </a:spcBef>
              <a:spcAft>
                <a:spcPts val="0"/>
              </a:spcAft>
              <a:buClr>
                <a:schemeClr val="dk1"/>
              </a:buClr>
              <a:buSzPts val="1800"/>
              <a:buChar char="•"/>
              <a:defRPr/>
            </a:lvl9pPr>
          </a:lstStyle>
          <a:p>
            <a:pPr lvl="0"/>
            <a:r>
              <a:rPr lang="en-US"/>
              <a:t>Click to edit Master text styles</a:t>
            </a:r>
          </a:p>
        </p:txBody>
      </p:sp>
      <p:sp>
        <p:nvSpPr>
          <p:cNvPr id="105" name="Google Shape;105;p61"/>
          <p:cNvSpPr txBox="1">
            <a:spLocks noGrp="1"/>
          </p:cNvSpPr>
          <p:nvPr>
            <p:ph type="body" idx="4"/>
          </p:nvPr>
        </p:nvSpPr>
        <p:spPr>
          <a:xfrm>
            <a:off x="3626700" y="3207216"/>
            <a:ext cx="8090957" cy="1217450"/>
          </a:xfrm>
          <a:prstGeom prst="rect">
            <a:avLst/>
          </a:prstGeom>
          <a:noFill/>
          <a:ln>
            <a:noFill/>
          </a:ln>
        </p:spPr>
        <p:txBody>
          <a:bodyPr spcFirstLastPara="1" wrap="square" lIns="91425" tIns="45700" rIns="91425" bIns="45700" anchor="t" anchorCtr="0">
            <a:noAutofit/>
          </a:bodyPr>
          <a:lstStyle>
            <a:lvl1pPr marL="342900" lvl="0" indent="-257175" algn="l">
              <a:lnSpc>
                <a:spcPct val="100000"/>
              </a:lnSpc>
              <a:spcBef>
                <a:spcPts val="750"/>
              </a:spcBef>
              <a:spcAft>
                <a:spcPts val="0"/>
              </a:spcAft>
              <a:buSzPts val="1800"/>
              <a:buChar char="•"/>
              <a:defRPr sz="1350" b="0"/>
            </a:lvl1pPr>
            <a:lvl2pPr marL="685800" lvl="1" indent="-257175" algn="l">
              <a:lnSpc>
                <a:spcPct val="100000"/>
              </a:lnSpc>
              <a:spcBef>
                <a:spcPts val="600"/>
              </a:spcBef>
              <a:spcAft>
                <a:spcPts val="0"/>
              </a:spcAft>
              <a:buSzPts val="1800"/>
              <a:buChar char="−"/>
              <a:defRPr sz="1350" b="0"/>
            </a:lvl2pPr>
            <a:lvl3pPr marL="1028700" lvl="2" indent="-240029" algn="l">
              <a:lnSpc>
                <a:spcPct val="100000"/>
              </a:lnSpc>
              <a:spcBef>
                <a:spcPts val="600"/>
              </a:spcBef>
              <a:spcAft>
                <a:spcPts val="0"/>
              </a:spcAft>
              <a:buSzPts val="1440"/>
              <a:buChar char="▪"/>
              <a:defRPr sz="1350" b="0"/>
            </a:lvl3pPr>
            <a:lvl4pPr marL="1371600" lvl="3" indent="-257175" algn="l">
              <a:lnSpc>
                <a:spcPct val="90000"/>
              </a:lnSpc>
              <a:spcBef>
                <a:spcPts val="600"/>
              </a:spcBef>
              <a:spcAft>
                <a:spcPts val="0"/>
              </a:spcAft>
              <a:buSzPts val="1800"/>
              <a:buChar char="•"/>
              <a:defRPr/>
            </a:lvl4pPr>
            <a:lvl5pPr marL="1714500" lvl="4" indent="-257175" algn="l">
              <a:lnSpc>
                <a:spcPct val="90000"/>
              </a:lnSpc>
              <a:spcBef>
                <a:spcPts val="375"/>
              </a:spcBef>
              <a:spcAft>
                <a:spcPts val="0"/>
              </a:spcAft>
              <a:buClr>
                <a:schemeClr val="accent1"/>
              </a:buClr>
              <a:buSzPts val="1800"/>
              <a:buChar char="•"/>
              <a:defRPr/>
            </a:lvl5pPr>
            <a:lvl6pPr marL="2057400" lvl="5" indent="-257175" algn="l">
              <a:lnSpc>
                <a:spcPct val="90000"/>
              </a:lnSpc>
              <a:spcBef>
                <a:spcPts val="375"/>
              </a:spcBef>
              <a:spcAft>
                <a:spcPts val="0"/>
              </a:spcAft>
              <a:buClr>
                <a:schemeClr val="dk1"/>
              </a:buClr>
              <a:buSzPts val="1800"/>
              <a:buChar char="•"/>
              <a:defRPr/>
            </a:lvl6pPr>
            <a:lvl7pPr marL="2400300" lvl="6" indent="-257175" algn="l">
              <a:lnSpc>
                <a:spcPct val="90000"/>
              </a:lnSpc>
              <a:spcBef>
                <a:spcPts val="375"/>
              </a:spcBef>
              <a:spcAft>
                <a:spcPts val="0"/>
              </a:spcAft>
              <a:buClr>
                <a:schemeClr val="dk1"/>
              </a:buClr>
              <a:buSzPts val="1800"/>
              <a:buChar char="•"/>
              <a:defRPr/>
            </a:lvl7pPr>
            <a:lvl8pPr marL="2743200" lvl="7" indent="-257175" algn="l">
              <a:lnSpc>
                <a:spcPct val="90000"/>
              </a:lnSpc>
              <a:spcBef>
                <a:spcPts val="375"/>
              </a:spcBef>
              <a:spcAft>
                <a:spcPts val="0"/>
              </a:spcAft>
              <a:buClr>
                <a:schemeClr val="dk1"/>
              </a:buClr>
              <a:buSzPts val="1800"/>
              <a:buChar char="•"/>
              <a:defRPr/>
            </a:lvl8pPr>
            <a:lvl9pPr marL="3086100" lvl="8" indent="-257175" algn="l">
              <a:lnSpc>
                <a:spcPct val="90000"/>
              </a:lnSpc>
              <a:spcBef>
                <a:spcPts val="375"/>
              </a:spcBef>
              <a:spcAft>
                <a:spcPts val="0"/>
              </a:spcAft>
              <a:buClr>
                <a:schemeClr val="dk1"/>
              </a:buClr>
              <a:buSzPts val="1800"/>
              <a:buChar char="•"/>
              <a:defRPr/>
            </a:lvl9pPr>
          </a:lstStyle>
          <a:p>
            <a:pPr lvl="0"/>
            <a:r>
              <a:rPr lang="en-US"/>
              <a:t>Click to edit Master text styles</a:t>
            </a:r>
          </a:p>
        </p:txBody>
      </p:sp>
      <p:sp>
        <p:nvSpPr>
          <p:cNvPr id="106" name="Google Shape;106;p61"/>
          <p:cNvSpPr txBox="1">
            <a:spLocks noGrp="1"/>
          </p:cNvSpPr>
          <p:nvPr>
            <p:ph type="body" idx="5"/>
          </p:nvPr>
        </p:nvSpPr>
        <p:spPr>
          <a:xfrm>
            <a:off x="479344" y="4631286"/>
            <a:ext cx="2875957" cy="1217447"/>
          </a:xfrm>
          <a:prstGeom prst="rect">
            <a:avLst/>
          </a:prstGeom>
          <a:noFill/>
          <a:ln>
            <a:noFill/>
          </a:ln>
        </p:spPr>
        <p:txBody>
          <a:bodyPr spcFirstLastPara="1" wrap="square" lIns="91425" tIns="45700" rIns="91425" bIns="45700" anchor="t" anchorCtr="0">
            <a:noAutofit/>
          </a:bodyPr>
          <a:lstStyle>
            <a:lvl1pPr marL="342900" lvl="0" indent="-171450" algn="l">
              <a:lnSpc>
                <a:spcPct val="100000"/>
              </a:lnSpc>
              <a:spcBef>
                <a:spcPts val="750"/>
              </a:spcBef>
              <a:spcAft>
                <a:spcPts val="0"/>
              </a:spcAft>
              <a:buSzPts val="2400"/>
              <a:buNone/>
              <a:defRPr/>
            </a:lvl1pPr>
            <a:lvl2pPr marL="685800" lvl="1" indent="-171450" algn="l">
              <a:lnSpc>
                <a:spcPct val="100000"/>
              </a:lnSpc>
              <a:spcBef>
                <a:spcPts val="600"/>
              </a:spcBef>
              <a:spcAft>
                <a:spcPts val="0"/>
              </a:spcAft>
              <a:buSzPts val="2400"/>
              <a:buNone/>
              <a:defRPr/>
            </a:lvl2pPr>
            <a:lvl3pPr marL="1028700" lvl="2" indent="-171450" algn="l">
              <a:lnSpc>
                <a:spcPct val="100000"/>
              </a:lnSpc>
              <a:spcBef>
                <a:spcPts val="600"/>
              </a:spcBef>
              <a:spcAft>
                <a:spcPts val="0"/>
              </a:spcAft>
              <a:buSzPts val="1920"/>
              <a:buNone/>
              <a:defRPr/>
            </a:lvl3pPr>
            <a:lvl4pPr marL="1371600" lvl="3" indent="-257175" algn="l">
              <a:lnSpc>
                <a:spcPct val="90000"/>
              </a:lnSpc>
              <a:spcBef>
                <a:spcPts val="600"/>
              </a:spcBef>
              <a:spcAft>
                <a:spcPts val="0"/>
              </a:spcAft>
              <a:buSzPts val="1800"/>
              <a:buChar char="•"/>
              <a:defRPr/>
            </a:lvl4pPr>
            <a:lvl5pPr marL="1714500" lvl="4" indent="-257175" algn="l">
              <a:lnSpc>
                <a:spcPct val="90000"/>
              </a:lnSpc>
              <a:spcBef>
                <a:spcPts val="375"/>
              </a:spcBef>
              <a:spcAft>
                <a:spcPts val="0"/>
              </a:spcAft>
              <a:buClr>
                <a:schemeClr val="accent1"/>
              </a:buClr>
              <a:buSzPts val="1800"/>
              <a:buChar char="•"/>
              <a:defRPr/>
            </a:lvl5pPr>
            <a:lvl6pPr marL="2057400" lvl="5" indent="-257175" algn="l">
              <a:lnSpc>
                <a:spcPct val="90000"/>
              </a:lnSpc>
              <a:spcBef>
                <a:spcPts val="375"/>
              </a:spcBef>
              <a:spcAft>
                <a:spcPts val="0"/>
              </a:spcAft>
              <a:buClr>
                <a:schemeClr val="dk1"/>
              </a:buClr>
              <a:buSzPts val="1800"/>
              <a:buChar char="•"/>
              <a:defRPr/>
            </a:lvl6pPr>
            <a:lvl7pPr marL="2400300" lvl="6" indent="-257175" algn="l">
              <a:lnSpc>
                <a:spcPct val="90000"/>
              </a:lnSpc>
              <a:spcBef>
                <a:spcPts val="375"/>
              </a:spcBef>
              <a:spcAft>
                <a:spcPts val="0"/>
              </a:spcAft>
              <a:buClr>
                <a:schemeClr val="dk1"/>
              </a:buClr>
              <a:buSzPts val="1800"/>
              <a:buChar char="•"/>
              <a:defRPr/>
            </a:lvl7pPr>
            <a:lvl8pPr marL="2743200" lvl="7" indent="-257175" algn="l">
              <a:lnSpc>
                <a:spcPct val="90000"/>
              </a:lnSpc>
              <a:spcBef>
                <a:spcPts val="375"/>
              </a:spcBef>
              <a:spcAft>
                <a:spcPts val="0"/>
              </a:spcAft>
              <a:buClr>
                <a:schemeClr val="dk1"/>
              </a:buClr>
              <a:buSzPts val="1800"/>
              <a:buChar char="•"/>
              <a:defRPr/>
            </a:lvl8pPr>
            <a:lvl9pPr marL="3086100" lvl="8" indent="-257175" algn="l">
              <a:lnSpc>
                <a:spcPct val="90000"/>
              </a:lnSpc>
              <a:spcBef>
                <a:spcPts val="375"/>
              </a:spcBef>
              <a:spcAft>
                <a:spcPts val="0"/>
              </a:spcAft>
              <a:buClr>
                <a:schemeClr val="dk1"/>
              </a:buClr>
              <a:buSzPts val="1800"/>
              <a:buChar char="•"/>
              <a:defRPr/>
            </a:lvl9pPr>
          </a:lstStyle>
          <a:p>
            <a:pPr lvl="0"/>
            <a:r>
              <a:rPr lang="en-US"/>
              <a:t>Click to edit Master text styles</a:t>
            </a:r>
          </a:p>
        </p:txBody>
      </p:sp>
      <p:sp>
        <p:nvSpPr>
          <p:cNvPr id="107" name="Google Shape;107;p61"/>
          <p:cNvSpPr txBox="1">
            <a:spLocks noGrp="1"/>
          </p:cNvSpPr>
          <p:nvPr>
            <p:ph type="body" idx="6"/>
          </p:nvPr>
        </p:nvSpPr>
        <p:spPr>
          <a:xfrm>
            <a:off x="3626700" y="4631279"/>
            <a:ext cx="8090957" cy="1217450"/>
          </a:xfrm>
          <a:prstGeom prst="rect">
            <a:avLst/>
          </a:prstGeom>
          <a:noFill/>
          <a:ln>
            <a:noFill/>
          </a:ln>
        </p:spPr>
        <p:txBody>
          <a:bodyPr spcFirstLastPara="1" wrap="square" lIns="91425" tIns="45700" rIns="91425" bIns="45700" anchor="t" anchorCtr="0">
            <a:noAutofit/>
          </a:bodyPr>
          <a:lstStyle>
            <a:lvl1pPr marL="342900" lvl="0" indent="-257175" algn="l">
              <a:lnSpc>
                <a:spcPct val="100000"/>
              </a:lnSpc>
              <a:spcBef>
                <a:spcPts val="750"/>
              </a:spcBef>
              <a:spcAft>
                <a:spcPts val="0"/>
              </a:spcAft>
              <a:buSzPts val="1800"/>
              <a:buChar char="•"/>
              <a:defRPr sz="1350" b="0"/>
            </a:lvl1pPr>
            <a:lvl2pPr marL="685800" lvl="1" indent="-257175" algn="l">
              <a:lnSpc>
                <a:spcPct val="100000"/>
              </a:lnSpc>
              <a:spcBef>
                <a:spcPts val="600"/>
              </a:spcBef>
              <a:spcAft>
                <a:spcPts val="0"/>
              </a:spcAft>
              <a:buSzPts val="1800"/>
              <a:buChar char="−"/>
              <a:defRPr sz="1350" b="0"/>
            </a:lvl2pPr>
            <a:lvl3pPr marL="1028700" lvl="2" indent="-240029" algn="l">
              <a:lnSpc>
                <a:spcPct val="100000"/>
              </a:lnSpc>
              <a:spcBef>
                <a:spcPts val="600"/>
              </a:spcBef>
              <a:spcAft>
                <a:spcPts val="0"/>
              </a:spcAft>
              <a:buSzPts val="1440"/>
              <a:buChar char="▪"/>
              <a:defRPr sz="1350" b="0"/>
            </a:lvl3pPr>
            <a:lvl4pPr marL="1371600" lvl="3" indent="-257175" algn="l">
              <a:lnSpc>
                <a:spcPct val="90000"/>
              </a:lnSpc>
              <a:spcBef>
                <a:spcPts val="600"/>
              </a:spcBef>
              <a:spcAft>
                <a:spcPts val="0"/>
              </a:spcAft>
              <a:buSzPts val="1800"/>
              <a:buChar char="•"/>
              <a:defRPr/>
            </a:lvl4pPr>
            <a:lvl5pPr marL="1714500" lvl="4" indent="-257175" algn="l">
              <a:lnSpc>
                <a:spcPct val="90000"/>
              </a:lnSpc>
              <a:spcBef>
                <a:spcPts val="375"/>
              </a:spcBef>
              <a:spcAft>
                <a:spcPts val="0"/>
              </a:spcAft>
              <a:buClr>
                <a:schemeClr val="accent1"/>
              </a:buClr>
              <a:buSzPts val="1800"/>
              <a:buChar char="•"/>
              <a:defRPr/>
            </a:lvl5pPr>
            <a:lvl6pPr marL="2057400" lvl="5" indent="-257175" algn="l">
              <a:lnSpc>
                <a:spcPct val="90000"/>
              </a:lnSpc>
              <a:spcBef>
                <a:spcPts val="375"/>
              </a:spcBef>
              <a:spcAft>
                <a:spcPts val="0"/>
              </a:spcAft>
              <a:buClr>
                <a:schemeClr val="dk1"/>
              </a:buClr>
              <a:buSzPts val="1800"/>
              <a:buChar char="•"/>
              <a:defRPr/>
            </a:lvl6pPr>
            <a:lvl7pPr marL="2400300" lvl="6" indent="-257175" algn="l">
              <a:lnSpc>
                <a:spcPct val="90000"/>
              </a:lnSpc>
              <a:spcBef>
                <a:spcPts val="375"/>
              </a:spcBef>
              <a:spcAft>
                <a:spcPts val="0"/>
              </a:spcAft>
              <a:buClr>
                <a:schemeClr val="dk1"/>
              </a:buClr>
              <a:buSzPts val="1800"/>
              <a:buChar char="•"/>
              <a:defRPr/>
            </a:lvl7pPr>
            <a:lvl8pPr marL="2743200" lvl="7" indent="-257175" algn="l">
              <a:lnSpc>
                <a:spcPct val="90000"/>
              </a:lnSpc>
              <a:spcBef>
                <a:spcPts val="375"/>
              </a:spcBef>
              <a:spcAft>
                <a:spcPts val="0"/>
              </a:spcAft>
              <a:buClr>
                <a:schemeClr val="dk1"/>
              </a:buClr>
              <a:buSzPts val="1800"/>
              <a:buChar char="•"/>
              <a:defRPr/>
            </a:lvl8pPr>
            <a:lvl9pPr marL="3086100" lvl="8" indent="-257175" algn="l">
              <a:lnSpc>
                <a:spcPct val="90000"/>
              </a:lnSpc>
              <a:spcBef>
                <a:spcPts val="375"/>
              </a:spcBef>
              <a:spcAft>
                <a:spcPts val="0"/>
              </a:spcAft>
              <a:buClr>
                <a:schemeClr val="dk1"/>
              </a:buClr>
              <a:buSzPts val="1800"/>
              <a:buChar char="•"/>
              <a:defRPr/>
            </a:lvl9pPr>
          </a:lstStyle>
          <a:p>
            <a:pPr lvl="0"/>
            <a:r>
              <a:rPr lang="en-US"/>
              <a:t>Click to edit Master text styles</a:t>
            </a:r>
          </a:p>
        </p:txBody>
      </p:sp>
    </p:spTree>
    <p:extLst>
      <p:ext uri="{BB962C8B-B14F-4D97-AF65-F5344CB8AC3E}">
        <p14:creationId xmlns:p14="http://schemas.microsoft.com/office/powerpoint/2010/main" val="574759344"/>
      </p:ext>
    </p:extLst>
  </p:cSld>
  <p:clrMapOvr>
    <a:masterClrMapping/>
  </p:clrMapOvr>
</p:sldLayout>
</file>

<file path=ppt/slideLayouts/slideLayout37.xml><?xml version="1.0" encoding="utf-8"?>
<p:sldLayout xmlns:a="http://schemas.openxmlformats.org/drawingml/2006/main" xmlns:r="http://schemas.openxmlformats.org/officeDocument/2006/relationships" xmlns:p="http://schemas.openxmlformats.org/presentationml/2006/main" matchingName="Four Image/Four Content" preserve="1">
  <p:cSld name="Four Image/Four Content">
    <p:spTree>
      <p:nvGrpSpPr>
        <p:cNvPr id="1" name="Shape 108"/>
        <p:cNvGrpSpPr/>
        <p:nvPr/>
      </p:nvGrpSpPr>
      <p:grpSpPr>
        <a:xfrm>
          <a:off x="0" y="0"/>
          <a:ext cx="0" cy="0"/>
          <a:chOff x="0" y="0"/>
          <a:chExt cx="0" cy="0"/>
        </a:xfrm>
      </p:grpSpPr>
      <p:sp>
        <p:nvSpPr>
          <p:cNvPr id="109" name="Google Shape;109;p62"/>
          <p:cNvSpPr txBox="1">
            <a:spLocks noGrp="1"/>
          </p:cNvSpPr>
          <p:nvPr>
            <p:ph type="title"/>
          </p:nvPr>
        </p:nvSpPr>
        <p:spPr>
          <a:xfrm>
            <a:off x="476845" y="473249"/>
            <a:ext cx="11241915" cy="1217447"/>
          </a:xfrm>
          <a:prstGeom prst="rect">
            <a:avLst/>
          </a:prstGeom>
          <a:noFill/>
          <a:ln>
            <a:noFill/>
          </a:ln>
        </p:spPr>
        <p:txBody>
          <a:bodyPr spcFirstLastPara="1" wrap="square" lIns="91425" tIns="45700" rIns="91425" bIns="45700" anchor="t" anchorCtr="0">
            <a:noAutofit/>
          </a:bodyPr>
          <a:lstStyle>
            <a:lvl1pPr lvl="0" algn="ctr">
              <a:lnSpc>
                <a:spcPct val="90000"/>
              </a:lnSpc>
              <a:spcBef>
                <a:spcPts val="0"/>
              </a:spcBef>
              <a:spcAft>
                <a:spcPts val="0"/>
              </a:spcAft>
              <a:buClr>
                <a:schemeClr val="dk1"/>
              </a:buClr>
              <a:buSzPts val="4000"/>
              <a:buFont typeface="Work Sans"/>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r>
              <a:rPr lang="en-US"/>
              <a:t>Click to edit Master title style</a:t>
            </a:r>
            <a:endParaRPr/>
          </a:p>
        </p:txBody>
      </p:sp>
      <p:sp>
        <p:nvSpPr>
          <p:cNvPr id="110" name="Google Shape;110;p62"/>
          <p:cNvSpPr txBox="1">
            <a:spLocks noGrp="1"/>
          </p:cNvSpPr>
          <p:nvPr>
            <p:ph type="body" idx="1"/>
          </p:nvPr>
        </p:nvSpPr>
        <p:spPr>
          <a:xfrm>
            <a:off x="476844" y="1825628"/>
            <a:ext cx="2875957" cy="899814"/>
          </a:xfrm>
          <a:prstGeom prst="rect">
            <a:avLst/>
          </a:prstGeom>
          <a:noFill/>
          <a:ln>
            <a:noFill/>
          </a:ln>
        </p:spPr>
        <p:txBody>
          <a:bodyPr spcFirstLastPara="1" wrap="square" lIns="91425" tIns="45700" rIns="91425" bIns="45700" anchor="t" anchorCtr="0">
            <a:noAutofit/>
          </a:bodyPr>
          <a:lstStyle>
            <a:lvl1pPr marL="342900" lvl="0" indent="-171450" algn="l">
              <a:lnSpc>
                <a:spcPct val="100000"/>
              </a:lnSpc>
              <a:spcBef>
                <a:spcPts val="750"/>
              </a:spcBef>
              <a:spcAft>
                <a:spcPts val="0"/>
              </a:spcAft>
              <a:buSzPts val="2400"/>
              <a:buNone/>
              <a:defRPr/>
            </a:lvl1pPr>
            <a:lvl2pPr marL="685800" lvl="1" indent="-171450" algn="l">
              <a:lnSpc>
                <a:spcPct val="100000"/>
              </a:lnSpc>
              <a:spcBef>
                <a:spcPts val="600"/>
              </a:spcBef>
              <a:spcAft>
                <a:spcPts val="0"/>
              </a:spcAft>
              <a:buSzPts val="2400"/>
              <a:buNone/>
              <a:defRPr/>
            </a:lvl2pPr>
            <a:lvl3pPr marL="1028700" lvl="2" indent="-171450" algn="l">
              <a:lnSpc>
                <a:spcPct val="100000"/>
              </a:lnSpc>
              <a:spcBef>
                <a:spcPts val="600"/>
              </a:spcBef>
              <a:spcAft>
                <a:spcPts val="0"/>
              </a:spcAft>
              <a:buSzPts val="1920"/>
              <a:buNone/>
              <a:defRPr/>
            </a:lvl3pPr>
            <a:lvl4pPr marL="1371600" lvl="3" indent="-257175" algn="l">
              <a:lnSpc>
                <a:spcPct val="90000"/>
              </a:lnSpc>
              <a:spcBef>
                <a:spcPts val="600"/>
              </a:spcBef>
              <a:spcAft>
                <a:spcPts val="0"/>
              </a:spcAft>
              <a:buSzPts val="1800"/>
              <a:buChar char="•"/>
              <a:defRPr/>
            </a:lvl4pPr>
            <a:lvl5pPr marL="1714500" lvl="4" indent="-257175" algn="l">
              <a:lnSpc>
                <a:spcPct val="90000"/>
              </a:lnSpc>
              <a:spcBef>
                <a:spcPts val="375"/>
              </a:spcBef>
              <a:spcAft>
                <a:spcPts val="0"/>
              </a:spcAft>
              <a:buClr>
                <a:schemeClr val="accent1"/>
              </a:buClr>
              <a:buSzPts val="1800"/>
              <a:buChar char="•"/>
              <a:defRPr/>
            </a:lvl5pPr>
            <a:lvl6pPr marL="2057400" lvl="5" indent="-257175" algn="l">
              <a:lnSpc>
                <a:spcPct val="90000"/>
              </a:lnSpc>
              <a:spcBef>
                <a:spcPts val="375"/>
              </a:spcBef>
              <a:spcAft>
                <a:spcPts val="0"/>
              </a:spcAft>
              <a:buClr>
                <a:schemeClr val="dk1"/>
              </a:buClr>
              <a:buSzPts val="1800"/>
              <a:buChar char="•"/>
              <a:defRPr/>
            </a:lvl6pPr>
            <a:lvl7pPr marL="2400300" lvl="6" indent="-257175" algn="l">
              <a:lnSpc>
                <a:spcPct val="90000"/>
              </a:lnSpc>
              <a:spcBef>
                <a:spcPts val="375"/>
              </a:spcBef>
              <a:spcAft>
                <a:spcPts val="0"/>
              </a:spcAft>
              <a:buClr>
                <a:schemeClr val="dk1"/>
              </a:buClr>
              <a:buSzPts val="1800"/>
              <a:buChar char="•"/>
              <a:defRPr/>
            </a:lvl7pPr>
            <a:lvl8pPr marL="2743200" lvl="7" indent="-257175" algn="l">
              <a:lnSpc>
                <a:spcPct val="90000"/>
              </a:lnSpc>
              <a:spcBef>
                <a:spcPts val="375"/>
              </a:spcBef>
              <a:spcAft>
                <a:spcPts val="0"/>
              </a:spcAft>
              <a:buClr>
                <a:schemeClr val="dk1"/>
              </a:buClr>
              <a:buSzPts val="1800"/>
              <a:buChar char="•"/>
              <a:defRPr/>
            </a:lvl8pPr>
            <a:lvl9pPr marL="3086100" lvl="8" indent="-257175" algn="l">
              <a:lnSpc>
                <a:spcPct val="90000"/>
              </a:lnSpc>
              <a:spcBef>
                <a:spcPts val="375"/>
              </a:spcBef>
              <a:spcAft>
                <a:spcPts val="0"/>
              </a:spcAft>
              <a:buClr>
                <a:schemeClr val="dk1"/>
              </a:buClr>
              <a:buSzPts val="1800"/>
              <a:buChar char="•"/>
              <a:defRPr/>
            </a:lvl9pPr>
          </a:lstStyle>
          <a:p>
            <a:pPr lvl="0"/>
            <a:r>
              <a:rPr lang="en-US"/>
              <a:t>Click to edit Master text styles</a:t>
            </a:r>
          </a:p>
        </p:txBody>
      </p:sp>
      <p:sp>
        <p:nvSpPr>
          <p:cNvPr id="111" name="Google Shape;111;p62"/>
          <p:cNvSpPr txBox="1">
            <a:spLocks noGrp="1"/>
          </p:cNvSpPr>
          <p:nvPr>
            <p:ph type="body" idx="2"/>
          </p:nvPr>
        </p:nvSpPr>
        <p:spPr>
          <a:xfrm>
            <a:off x="3624200" y="1825629"/>
            <a:ext cx="8090957" cy="895515"/>
          </a:xfrm>
          <a:prstGeom prst="rect">
            <a:avLst/>
          </a:prstGeom>
          <a:noFill/>
          <a:ln>
            <a:noFill/>
          </a:ln>
        </p:spPr>
        <p:txBody>
          <a:bodyPr spcFirstLastPara="1" wrap="square" lIns="91425" tIns="45700" rIns="91425" bIns="45700" anchor="t" anchorCtr="0">
            <a:noAutofit/>
          </a:bodyPr>
          <a:lstStyle>
            <a:lvl1pPr marL="342900" lvl="0" indent="-257175" algn="l">
              <a:lnSpc>
                <a:spcPct val="100000"/>
              </a:lnSpc>
              <a:spcBef>
                <a:spcPts val="750"/>
              </a:spcBef>
              <a:spcAft>
                <a:spcPts val="0"/>
              </a:spcAft>
              <a:buSzPts val="1800"/>
              <a:buChar char="•"/>
              <a:defRPr sz="1350" b="0"/>
            </a:lvl1pPr>
            <a:lvl2pPr marL="685800" lvl="1" indent="-257175" algn="l">
              <a:lnSpc>
                <a:spcPct val="100000"/>
              </a:lnSpc>
              <a:spcBef>
                <a:spcPts val="600"/>
              </a:spcBef>
              <a:spcAft>
                <a:spcPts val="0"/>
              </a:spcAft>
              <a:buSzPts val="1800"/>
              <a:buChar char="−"/>
              <a:defRPr sz="1350" b="0"/>
            </a:lvl2pPr>
            <a:lvl3pPr marL="1028700" lvl="2" indent="-240029" algn="l">
              <a:lnSpc>
                <a:spcPct val="100000"/>
              </a:lnSpc>
              <a:spcBef>
                <a:spcPts val="600"/>
              </a:spcBef>
              <a:spcAft>
                <a:spcPts val="0"/>
              </a:spcAft>
              <a:buSzPts val="1440"/>
              <a:buChar char="▪"/>
              <a:defRPr sz="1350" b="0"/>
            </a:lvl3pPr>
            <a:lvl4pPr marL="1371600" lvl="3" indent="-257175" algn="l">
              <a:lnSpc>
                <a:spcPct val="90000"/>
              </a:lnSpc>
              <a:spcBef>
                <a:spcPts val="600"/>
              </a:spcBef>
              <a:spcAft>
                <a:spcPts val="0"/>
              </a:spcAft>
              <a:buSzPts val="1800"/>
              <a:buChar char="•"/>
              <a:defRPr/>
            </a:lvl4pPr>
            <a:lvl5pPr marL="1714500" lvl="4" indent="-257175" algn="l">
              <a:lnSpc>
                <a:spcPct val="90000"/>
              </a:lnSpc>
              <a:spcBef>
                <a:spcPts val="375"/>
              </a:spcBef>
              <a:spcAft>
                <a:spcPts val="0"/>
              </a:spcAft>
              <a:buClr>
                <a:schemeClr val="accent1"/>
              </a:buClr>
              <a:buSzPts val="1800"/>
              <a:buChar char="•"/>
              <a:defRPr/>
            </a:lvl5pPr>
            <a:lvl6pPr marL="2057400" lvl="5" indent="-257175" algn="l">
              <a:lnSpc>
                <a:spcPct val="90000"/>
              </a:lnSpc>
              <a:spcBef>
                <a:spcPts val="375"/>
              </a:spcBef>
              <a:spcAft>
                <a:spcPts val="0"/>
              </a:spcAft>
              <a:buClr>
                <a:schemeClr val="dk1"/>
              </a:buClr>
              <a:buSzPts val="1800"/>
              <a:buChar char="•"/>
              <a:defRPr/>
            </a:lvl6pPr>
            <a:lvl7pPr marL="2400300" lvl="6" indent="-257175" algn="l">
              <a:lnSpc>
                <a:spcPct val="90000"/>
              </a:lnSpc>
              <a:spcBef>
                <a:spcPts val="375"/>
              </a:spcBef>
              <a:spcAft>
                <a:spcPts val="0"/>
              </a:spcAft>
              <a:buClr>
                <a:schemeClr val="dk1"/>
              </a:buClr>
              <a:buSzPts val="1800"/>
              <a:buChar char="•"/>
              <a:defRPr/>
            </a:lvl7pPr>
            <a:lvl8pPr marL="2743200" lvl="7" indent="-257175" algn="l">
              <a:lnSpc>
                <a:spcPct val="90000"/>
              </a:lnSpc>
              <a:spcBef>
                <a:spcPts val="375"/>
              </a:spcBef>
              <a:spcAft>
                <a:spcPts val="0"/>
              </a:spcAft>
              <a:buClr>
                <a:schemeClr val="dk1"/>
              </a:buClr>
              <a:buSzPts val="1800"/>
              <a:buChar char="•"/>
              <a:defRPr/>
            </a:lvl8pPr>
            <a:lvl9pPr marL="3086100" lvl="8" indent="-257175" algn="l">
              <a:lnSpc>
                <a:spcPct val="90000"/>
              </a:lnSpc>
              <a:spcBef>
                <a:spcPts val="375"/>
              </a:spcBef>
              <a:spcAft>
                <a:spcPts val="0"/>
              </a:spcAft>
              <a:buClr>
                <a:schemeClr val="dk1"/>
              </a:buClr>
              <a:buSzPts val="1800"/>
              <a:buChar char="•"/>
              <a:defRPr/>
            </a:lvl9pPr>
          </a:lstStyle>
          <a:p>
            <a:pPr lvl="0"/>
            <a:r>
              <a:rPr lang="en-US"/>
              <a:t>Click to edit Master text styles</a:t>
            </a:r>
          </a:p>
        </p:txBody>
      </p:sp>
      <p:sp>
        <p:nvSpPr>
          <p:cNvPr id="112" name="Google Shape;112;p62"/>
          <p:cNvSpPr txBox="1">
            <a:spLocks noGrp="1"/>
          </p:cNvSpPr>
          <p:nvPr>
            <p:ph type="body" idx="3"/>
          </p:nvPr>
        </p:nvSpPr>
        <p:spPr>
          <a:xfrm>
            <a:off x="476844" y="2941438"/>
            <a:ext cx="2875957" cy="899814"/>
          </a:xfrm>
          <a:prstGeom prst="rect">
            <a:avLst/>
          </a:prstGeom>
          <a:noFill/>
          <a:ln>
            <a:noFill/>
          </a:ln>
        </p:spPr>
        <p:txBody>
          <a:bodyPr spcFirstLastPara="1" wrap="square" lIns="91425" tIns="45700" rIns="91425" bIns="45700" anchor="t" anchorCtr="0">
            <a:noAutofit/>
          </a:bodyPr>
          <a:lstStyle>
            <a:lvl1pPr marL="342900" lvl="0" indent="-171450" algn="l">
              <a:lnSpc>
                <a:spcPct val="100000"/>
              </a:lnSpc>
              <a:spcBef>
                <a:spcPts val="750"/>
              </a:spcBef>
              <a:spcAft>
                <a:spcPts val="0"/>
              </a:spcAft>
              <a:buSzPts val="2400"/>
              <a:buNone/>
              <a:defRPr/>
            </a:lvl1pPr>
            <a:lvl2pPr marL="685800" lvl="1" indent="-171450" algn="l">
              <a:lnSpc>
                <a:spcPct val="100000"/>
              </a:lnSpc>
              <a:spcBef>
                <a:spcPts val="600"/>
              </a:spcBef>
              <a:spcAft>
                <a:spcPts val="0"/>
              </a:spcAft>
              <a:buSzPts val="2400"/>
              <a:buNone/>
              <a:defRPr/>
            </a:lvl2pPr>
            <a:lvl3pPr marL="1028700" lvl="2" indent="-171450" algn="l">
              <a:lnSpc>
                <a:spcPct val="100000"/>
              </a:lnSpc>
              <a:spcBef>
                <a:spcPts val="600"/>
              </a:spcBef>
              <a:spcAft>
                <a:spcPts val="0"/>
              </a:spcAft>
              <a:buSzPts val="1920"/>
              <a:buNone/>
              <a:defRPr/>
            </a:lvl3pPr>
            <a:lvl4pPr marL="1371600" lvl="3" indent="-257175" algn="l">
              <a:lnSpc>
                <a:spcPct val="90000"/>
              </a:lnSpc>
              <a:spcBef>
                <a:spcPts val="600"/>
              </a:spcBef>
              <a:spcAft>
                <a:spcPts val="0"/>
              </a:spcAft>
              <a:buSzPts val="1800"/>
              <a:buChar char="•"/>
              <a:defRPr/>
            </a:lvl4pPr>
            <a:lvl5pPr marL="1714500" lvl="4" indent="-257175" algn="l">
              <a:lnSpc>
                <a:spcPct val="90000"/>
              </a:lnSpc>
              <a:spcBef>
                <a:spcPts val="375"/>
              </a:spcBef>
              <a:spcAft>
                <a:spcPts val="0"/>
              </a:spcAft>
              <a:buClr>
                <a:schemeClr val="accent1"/>
              </a:buClr>
              <a:buSzPts val="1800"/>
              <a:buChar char="•"/>
              <a:defRPr/>
            </a:lvl5pPr>
            <a:lvl6pPr marL="2057400" lvl="5" indent="-257175" algn="l">
              <a:lnSpc>
                <a:spcPct val="90000"/>
              </a:lnSpc>
              <a:spcBef>
                <a:spcPts val="375"/>
              </a:spcBef>
              <a:spcAft>
                <a:spcPts val="0"/>
              </a:spcAft>
              <a:buClr>
                <a:schemeClr val="dk1"/>
              </a:buClr>
              <a:buSzPts val="1800"/>
              <a:buChar char="•"/>
              <a:defRPr/>
            </a:lvl6pPr>
            <a:lvl7pPr marL="2400300" lvl="6" indent="-257175" algn="l">
              <a:lnSpc>
                <a:spcPct val="90000"/>
              </a:lnSpc>
              <a:spcBef>
                <a:spcPts val="375"/>
              </a:spcBef>
              <a:spcAft>
                <a:spcPts val="0"/>
              </a:spcAft>
              <a:buClr>
                <a:schemeClr val="dk1"/>
              </a:buClr>
              <a:buSzPts val="1800"/>
              <a:buChar char="•"/>
              <a:defRPr/>
            </a:lvl7pPr>
            <a:lvl8pPr marL="2743200" lvl="7" indent="-257175" algn="l">
              <a:lnSpc>
                <a:spcPct val="90000"/>
              </a:lnSpc>
              <a:spcBef>
                <a:spcPts val="375"/>
              </a:spcBef>
              <a:spcAft>
                <a:spcPts val="0"/>
              </a:spcAft>
              <a:buClr>
                <a:schemeClr val="dk1"/>
              </a:buClr>
              <a:buSzPts val="1800"/>
              <a:buChar char="•"/>
              <a:defRPr/>
            </a:lvl8pPr>
            <a:lvl9pPr marL="3086100" lvl="8" indent="-257175" algn="l">
              <a:lnSpc>
                <a:spcPct val="90000"/>
              </a:lnSpc>
              <a:spcBef>
                <a:spcPts val="375"/>
              </a:spcBef>
              <a:spcAft>
                <a:spcPts val="0"/>
              </a:spcAft>
              <a:buClr>
                <a:schemeClr val="dk1"/>
              </a:buClr>
              <a:buSzPts val="1800"/>
              <a:buChar char="•"/>
              <a:defRPr/>
            </a:lvl9pPr>
          </a:lstStyle>
          <a:p>
            <a:pPr lvl="0"/>
            <a:r>
              <a:rPr lang="en-US"/>
              <a:t>Click to edit Master text styles</a:t>
            </a:r>
          </a:p>
        </p:txBody>
      </p:sp>
      <p:sp>
        <p:nvSpPr>
          <p:cNvPr id="113" name="Google Shape;113;p62"/>
          <p:cNvSpPr txBox="1">
            <a:spLocks noGrp="1"/>
          </p:cNvSpPr>
          <p:nvPr>
            <p:ph type="body" idx="4"/>
          </p:nvPr>
        </p:nvSpPr>
        <p:spPr>
          <a:xfrm>
            <a:off x="3624200" y="2941439"/>
            <a:ext cx="8090957" cy="895515"/>
          </a:xfrm>
          <a:prstGeom prst="rect">
            <a:avLst/>
          </a:prstGeom>
          <a:noFill/>
          <a:ln>
            <a:noFill/>
          </a:ln>
        </p:spPr>
        <p:txBody>
          <a:bodyPr spcFirstLastPara="1" wrap="square" lIns="91425" tIns="45700" rIns="91425" bIns="45700" anchor="t" anchorCtr="0">
            <a:noAutofit/>
          </a:bodyPr>
          <a:lstStyle>
            <a:lvl1pPr marL="342900" lvl="0" indent="-257175" algn="l">
              <a:lnSpc>
                <a:spcPct val="100000"/>
              </a:lnSpc>
              <a:spcBef>
                <a:spcPts val="750"/>
              </a:spcBef>
              <a:spcAft>
                <a:spcPts val="0"/>
              </a:spcAft>
              <a:buSzPts val="1800"/>
              <a:buChar char="•"/>
              <a:defRPr sz="1350" b="0"/>
            </a:lvl1pPr>
            <a:lvl2pPr marL="685800" lvl="1" indent="-257175" algn="l">
              <a:lnSpc>
                <a:spcPct val="100000"/>
              </a:lnSpc>
              <a:spcBef>
                <a:spcPts val="600"/>
              </a:spcBef>
              <a:spcAft>
                <a:spcPts val="0"/>
              </a:spcAft>
              <a:buSzPts val="1800"/>
              <a:buChar char="−"/>
              <a:defRPr sz="1350" b="0"/>
            </a:lvl2pPr>
            <a:lvl3pPr marL="1028700" lvl="2" indent="-240029" algn="l">
              <a:lnSpc>
                <a:spcPct val="100000"/>
              </a:lnSpc>
              <a:spcBef>
                <a:spcPts val="600"/>
              </a:spcBef>
              <a:spcAft>
                <a:spcPts val="0"/>
              </a:spcAft>
              <a:buSzPts val="1440"/>
              <a:buChar char="▪"/>
              <a:defRPr sz="1350" b="0"/>
            </a:lvl3pPr>
            <a:lvl4pPr marL="1371600" lvl="3" indent="-257175" algn="l">
              <a:lnSpc>
                <a:spcPct val="90000"/>
              </a:lnSpc>
              <a:spcBef>
                <a:spcPts val="600"/>
              </a:spcBef>
              <a:spcAft>
                <a:spcPts val="0"/>
              </a:spcAft>
              <a:buSzPts val="1800"/>
              <a:buChar char="•"/>
              <a:defRPr/>
            </a:lvl4pPr>
            <a:lvl5pPr marL="1714500" lvl="4" indent="-257175" algn="l">
              <a:lnSpc>
                <a:spcPct val="90000"/>
              </a:lnSpc>
              <a:spcBef>
                <a:spcPts val="375"/>
              </a:spcBef>
              <a:spcAft>
                <a:spcPts val="0"/>
              </a:spcAft>
              <a:buClr>
                <a:schemeClr val="accent1"/>
              </a:buClr>
              <a:buSzPts val="1800"/>
              <a:buChar char="•"/>
              <a:defRPr/>
            </a:lvl5pPr>
            <a:lvl6pPr marL="2057400" lvl="5" indent="-257175" algn="l">
              <a:lnSpc>
                <a:spcPct val="90000"/>
              </a:lnSpc>
              <a:spcBef>
                <a:spcPts val="375"/>
              </a:spcBef>
              <a:spcAft>
                <a:spcPts val="0"/>
              </a:spcAft>
              <a:buClr>
                <a:schemeClr val="dk1"/>
              </a:buClr>
              <a:buSzPts val="1800"/>
              <a:buChar char="•"/>
              <a:defRPr/>
            </a:lvl6pPr>
            <a:lvl7pPr marL="2400300" lvl="6" indent="-257175" algn="l">
              <a:lnSpc>
                <a:spcPct val="90000"/>
              </a:lnSpc>
              <a:spcBef>
                <a:spcPts val="375"/>
              </a:spcBef>
              <a:spcAft>
                <a:spcPts val="0"/>
              </a:spcAft>
              <a:buClr>
                <a:schemeClr val="dk1"/>
              </a:buClr>
              <a:buSzPts val="1800"/>
              <a:buChar char="•"/>
              <a:defRPr/>
            </a:lvl7pPr>
            <a:lvl8pPr marL="2743200" lvl="7" indent="-257175" algn="l">
              <a:lnSpc>
                <a:spcPct val="90000"/>
              </a:lnSpc>
              <a:spcBef>
                <a:spcPts val="375"/>
              </a:spcBef>
              <a:spcAft>
                <a:spcPts val="0"/>
              </a:spcAft>
              <a:buClr>
                <a:schemeClr val="dk1"/>
              </a:buClr>
              <a:buSzPts val="1800"/>
              <a:buChar char="•"/>
              <a:defRPr/>
            </a:lvl8pPr>
            <a:lvl9pPr marL="3086100" lvl="8" indent="-257175" algn="l">
              <a:lnSpc>
                <a:spcPct val="90000"/>
              </a:lnSpc>
              <a:spcBef>
                <a:spcPts val="375"/>
              </a:spcBef>
              <a:spcAft>
                <a:spcPts val="0"/>
              </a:spcAft>
              <a:buClr>
                <a:schemeClr val="dk1"/>
              </a:buClr>
              <a:buSzPts val="1800"/>
              <a:buChar char="•"/>
              <a:defRPr/>
            </a:lvl9pPr>
          </a:lstStyle>
          <a:p>
            <a:pPr lvl="0"/>
            <a:r>
              <a:rPr lang="en-US"/>
              <a:t>Click to edit Master text styles</a:t>
            </a:r>
          </a:p>
        </p:txBody>
      </p:sp>
      <p:sp>
        <p:nvSpPr>
          <p:cNvPr id="114" name="Google Shape;114;p62"/>
          <p:cNvSpPr txBox="1">
            <a:spLocks noGrp="1"/>
          </p:cNvSpPr>
          <p:nvPr>
            <p:ph type="body" idx="5"/>
          </p:nvPr>
        </p:nvSpPr>
        <p:spPr>
          <a:xfrm>
            <a:off x="480444" y="4065961"/>
            <a:ext cx="2875957" cy="899814"/>
          </a:xfrm>
          <a:prstGeom prst="rect">
            <a:avLst/>
          </a:prstGeom>
          <a:noFill/>
          <a:ln>
            <a:noFill/>
          </a:ln>
        </p:spPr>
        <p:txBody>
          <a:bodyPr spcFirstLastPara="1" wrap="square" lIns="91425" tIns="45700" rIns="91425" bIns="45700" anchor="t" anchorCtr="0">
            <a:noAutofit/>
          </a:bodyPr>
          <a:lstStyle>
            <a:lvl1pPr marL="342900" lvl="0" indent="-171450" algn="l">
              <a:lnSpc>
                <a:spcPct val="100000"/>
              </a:lnSpc>
              <a:spcBef>
                <a:spcPts val="750"/>
              </a:spcBef>
              <a:spcAft>
                <a:spcPts val="0"/>
              </a:spcAft>
              <a:buSzPts val="2400"/>
              <a:buNone/>
              <a:defRPr/>
            </a:lvl1pPr>
            <a:lvl2pPr marL="685800" lvl="1" indent="-171450" algn="l">
              <a:lnSpc>
                <a:spcPct val="100000"/>
              </a:lnSpc>
              <a:spcBef>
                <a:spcPts val="600"/>
              </a:spcBef>
              <a:spcAft>
                <a:spcPts val="0"/>
              </a:spcAft>
              <a:buSzPts val="2400"/>
              <a:buNone/>
              <a:defRPr/>
            </a:lvl2pPr>
            <a:lvl3pPr marL="1028700" lvl="2" indent="-171450" algn="l">
              <a:lnSpc>
                <a:spcPct val="100000"/>
              </a:lnSpc>
              <a:spcBef>
                <a:spcPts val="600"/>
              </a:spcBef>
              <a:spcAft>
                <a:spcPts val="0"/>
              </a:spcAft>
              <a:buSzPts val="1920"/>
              <a:buNone/>
              <a:defRPr/>
            </a:lvl3pPr>
            <a:lvl4pPr marL="1371600" lvl="3" indent="-257175" algn="l">
              <a:lnSpc>
                <a:spcPct val="90000"/>
              </a:lnSpc>
              <a:spcBef>
                <a:spcPts val="600"/>
              </a:spcBef>
              <a:spcAft>
                <a:spcPts val="0"/>
              </a:spcAft>
              <a:buSzPts val="1800"/>
              <a:buChar char="•"/>
              <a:defRPr/>
            </a:lvl4pPr>
            <a:lvl5pPr marL="1714500" lvl="4" indent="-257175" algn="l">
              <a:lnSpc>
                <a:spcPct val="90000"/>
              </a:lnSpc>
              <a:spcBef>
                <a:spcPts val="375"/>
              </a:spcBef>
              <a:spcAft>
                <a:spcPts val="0"/>
              </a:spcAft>
              <a:buClr>
                <a:schemeClr val="accent1"/>
              </a:buClr>
              <a:buSzPts val="1800"/>
              <a:buChar char="•"/>
              <a:defRPr/>
            </a:lvl5pPr>
            <a:lvl6pPr marL="2057400" lvl="5" indent="-257175" algn="l">
              <a:lnSpc>
                <a:spcPct val="90000"/>
              </a:lnSpc>
              <a:spcBef>
                <a:spcPts val="375"/>
              </a:spcBef>
              <a:spcAft>
                <a:spcPts val="0"/>
              </a:spcAft>
              <a:buClr>
                <a:schemeClr val="dk1"/>
              </a:buClr>
              <a:buSzPts val="1800"/>
              <a:buChar char="•"/>
              <a:defRPr/>
            </a:lvl6pPr>
            <a:lvl7pPr marL="2400300" lvl="6" indent="-257175" algn="l">
              <a:lnSpc>
                <a:spcPct val="90000"/>
              </a:lnSpc>
              <a:spcBef>
                <a:spcPts val="375"/>
              </a:spcBef>
              <a:spcAft>
                <a:spcPts val="0"/>
              </a:spcAft>
              <a:buClr>
                <a:schemeClr val="dk1"/>
              </a:buClr>
              <a:buSzPts val="1800"/>
              <a:buChar char="•"/>
              <a:defRPr/>
            </a:lvl7pPr>
            <a:lvl8pPr marL="2743200" lvl="7" indent="-257175" algn="l">
              <a:lnSpc>
                <a:spcPct val="90000"/>
              </a:lnSpc>
              <a:spcBef>
                <a:spcPts val="375"/>
              </a:spcBef>
              <a:spcAft>
                <a:spcPts val="0"/>
              </a:spcAft>
              <a:buClr>
                <a:schemeClr val="dk1"/>
              </a:buClr>
              <a:buSzPts val="1800"/>
              <a:buChar char="•"/>
              <a:defRPr/>
            </a:lvl8pPr>
            <a:lvl9pPr marL="3086100" lvl="8" indent="-257175" algn="l">
              <a:lnSpc>
                <a:spcPct val="90000"/>
              </a:lnSpc>
              <a:spcBef>
                <a:spcPts val="375"/>
              </a:spcBef>
              <a:spcAft>
                <a:spcPts val="0"/>
              </a:spcAft>
              <a:buClr>
                <a:schemeClr val="dk1"/>
              </a:buClr>
              <a:buSzPts val="1800"/>
              <a:buChar char="•"/>
              <a:defRPr/>
            </a:lvl9pPr>
          </a:lstStyle>
          <a:p>
            <a:pPr lvl="0"/>
            <a:r>
              <a:rPr lang="en-US"/>
              <a:t>Click to edit Master text styles</a:t>
            </a:r>
          </a:p>
        </p:txBody>
      </p:sp>
      <p:sp>
        <p:nvSpPr>
          <p:cNvPr id="115" name="Google Shape;115;p62"/>
          <p:cNvSpPr txBox="1">
            <a:spLocks noGrp="1"/>
          </p:cNvSpPr>
          <p:nvPr>
            <p:ph type="body" idx="6"/>
          </p:nvPr>
        </p:nvSpPr>
        <p:spPr>
          <a:xfrm>
            <a:off x="3627803" y="4065962"/>
            <a:ext cx="8090957" cy="895515"/>
          </a:xfrm>
          <a:prstGeom prst="rect">
            <a:avLst/>
          </a:prstGeom>
          <a:noFill/>
          <a:ln>
            <a:noFill/>
          </a:ln>
        </p:spPr>
        <p:txBody>
          <a:bodyPr spcFirstLastPara="1" wrap="square" lIns="91425" tIns="45700" rIns="91425" bIns="45700" anchor="t" anchorCtr="0">
            <a:noAutofit/>
          </a:bodyPr>
          <a:lstStyle>
            <a:lvl1pPr marL="342900" lvl="0" indent="-257175" algn="l">
              <a:lnSpc>
                <a:spcPct val="100000"/>
              </a:lnSpc>
              <a:spcBef>
                <a:spcPts val="750"/>
              </a:spcBef>
              <a:spcAft>
                <a:spcPts val="0"/>
              </a:spcAft>
              <a:buSzPts val="1800"/>
              <a:buChar char="•"/>
              <a:defRPr sz="1350" b="0"/>
            </a:lvl1pPr>
            <a:lvl2pPr marL="685800" lvl="1" indent="-257175" algn="l">
              <a:lnSpc>
                <a:spcPct val="100000"/>
              </a:lnSpc>
              <a:spcBef>
                <a:spcPts val="600"/>
              </a:spcBef>
              <a:spcAft>
                <a:spcPts val="0"/>
              </a:spcAft>
              <a:buSzPts val="1800"/>
              <a:buChar char="−"/>
              <a:defRPr sz="1350" b="0"/>
            </a:lvl2pPr>
            <a:lvl3pPr marL="1028700" lvl="2" indent="-240029" algn="l">
              <a:lnSpc>
                <a:spcPct val="100000"/>
              </a:lnSpc>
              <a:spcBef>
                <a:spcPts val="600"/>
              </a:spcBef>
              <a:spcAft>
                <a:spcPts val="0"/>
              </a:spcAft>
              <a:buSzPts val="1440"/>
              <a:buChar char="▪"/>
              <a:defRPr sz="1350" b="0"/>
            </a:lvl3pPr>
            <a:lvl4pPr marL="1371600" lvl="3" indent="-257175" algn="l">
              <a:lnSpc>
                <a:spcPct val="90000"/>
              </a:lnSpc>
              <a:spcBef>
                <a:spcPts val="600"/>
              </a:spcBef>
              <a:spcAft>
                <a:spcPts val="0"/>
              </a:spcAft>
              <a:buSzPts val="1800"/>
              <a:buChar char="•"/>
              <a:defRPr/>
            </a:lvl4pPr>
            <a:lvl5pPr marL="1714500" lvl="4" indent="-257175" algn="l">
              <a:lnSpc>
                <a:spcPct val="90000"/>
              </a:lnSpc>
              <a:spcBef>
                <a:spcPts val="375"/>
              </a:spcBef>
              <a:spcAft>
                <a:spcPts val="0"/>
              </a:spcAft>
              <a:buClr>
                <a:schemeClr val="accent1"/>
              </a:buClr>
              <a:buSzPts val="1800"/>
              <a:buChar char="•"/>
              <a:defRPr/>
            </a:lvl5pPr>
            <a:lvl6pPr marL="2057400" lvl="5" indent="-257175" algn="l">
              <a:lnSpc>
                <a:spcPct val="90000"/>
              </a:lnSpc>
              <a:spcBef>
                <a:spcPts val="375"/>
              </a:spcBef>
              <a:spcAft>
                <a:spcPts val="0"/>
              </a:spcAft>
              <a:buClr>
                <a:schemeClr val="dk1"/>
              </a:buClr>
              <a:buSzPts val="1800"/>
              <a:buChar char="•"/>
              <a:defRPr/>
            </a:lvl6pPr>
            <a:lvl7pPr marL="2400300" lvl="6" indent="-257175" algn="l">
              <a:lnSpc>
                <a:spcPct val="90000"/>
              </a:lnSpc>
              <a:spcBef>
                <a:spcPts val="375"/>
              </a:spcBef>
              <a:spcAft>
                <a:spcPts val="0"/>
              </a:spcAft>
              <a:buClr>
                <a:schemeClr val="dk1"/>
              </a:buClr>
              <a:buSzPts val="1800"/>
              <a:buChar char="•"/>
              <a:defRPr/>
            </a:lvl7pPr>
            <a:lvl8pPr marL="2743200" lvl="7" indent="-257175" algn="l">
              <a:lnSpc>
                <a:spcPct val="90000"/>
              </a:lnSpc>
              <a:spcBef>
                <a:spcPts val="375"/>
              </a:spcBef>
              <a:spcAft>
                <a:spcPts val="0"/>
              </a:spcAft>
              <a:buClr>
                <a:schemeClr val="dk1"/>
              </a:buClr>
              <a:buSzPts val="1800"/>
              <a:buChar char="•"/>
              <a:defRPr/>
            </a:lvl8pPr>
            <a:lvl9pPr marL="3086100" lvl="8" indent="-257175" algn="l">
              <a:lnSpc>
                <a:spcPct val="90000"/>
              </a:lnSpc>
              <a:spcBef>
                <a:spcPts val="375"/>
              </a:spcBef>
              <a:spcAft>
                <a:spcPts val="0"/>
              </a:spcAft>
              <a:buClr>
                <a:schemeClr val="dk1"/>
              </a:buClr>
              <a:buSzPts val="1800"/>
              <a:buChar char="•"/>
              <a:defRPr/>
            </a:lvl9pPr>
          </a:lstStyle>
          <a:p>
            <a:pPr lvl="0"/>
            <a:r>
              <a:rPr lang="en-US"/>
              <a:t>Click to edit Master text styles</a:t>
            </a:r>
          </a:p>
        </p:txBody>
      </p:sp>
      <p:sp>
        <p:nvSpPr>
          <p:cNvPr id="116" name="Google Shape;116;p62"/>
          <p:cNvSpPr txBox="1">
            <a:spLocks noGrp="1"/>
          </p:cNvSpPr>
          <p:nvPr>
            <p:ph type="body" idx="7"/>
          </p:nvPr>
        </p:nvSpPr>
        <p:spPr>
          <a:xfrm>
            <a:off x="480444" y="5181771"/>
            <a:ext cx="2875957" cy="899814"/>
          </a:xfrm>
          <a:prstGeom prst="rect">
            <a:avLst/>
          </a:prstGeom>
          <a:noFill/>
          <a:ln>
            <a:noFill/>
          </a:ln>
        </p:spPr>
        <p:txBody>
          <a:bodyPr spcFirstLastPara="1" wrap="square" lIns="91425" tIns="45700" rIns="91425" bIns="45700" anchor="t" anchorCtr="0">
            <a:noAutofit/>
          </a:bodyPr>
          <a:lstStyle>
            <a:lvl1pPr marL="342900" lvl="0" indent="-171450" algn="l">
              <a:lnSpc>
                <a:spcPct val="100000"/>
              </a:lnSpc>
              <a:spcBef>
                <a:spcPts val="750"/>
              </a:spcBef>
              <a:spcAft>
                <a:spcPts val="0"/>
              </a:spcAft>
              <a:buSzPts val="2400"/>
              <a:buNone/>
              <a:defRPr/>
            </a:lvl1pPr>
            <a:lvl2pPr marL="685800" lvl="1" indent="-171450" algn="l">
              <a:lnSpc>
                <a:spcPct val="100000"/>
              </a:lnSpc>
              <a:spcBef>
                <a:spcPts val="600"/>
              </a:spcBef>
              <a:spcAft>
                <a:spcPts val="0"/>
              </a:spcAft>
              <a:buSzPts val="2400"/>
              <a:buNone/>
              <a:defRPr/>
            </a:lvl2pPr>
            <a:lvl3pPr marL="1028700" lvl="2" indent="-171450" algn="l">
              <a:lnSpc>
                <a:spcPct val="100000"/>
              </a:lnSpc>
              <a:spcBef>
                <a:spcPts val="600"/>
              </a:spcBef>
              <a:spcAft>
                <a:spcPts val="0"/>
              </a:spcAft>
              <a:buSzPts val="1920"/>
              <a:buNone/>
              <a:defRPr/>
            </a:lvl3pPr>
            <a:lvl4pPr marL="1371600" lvl="3" indent="-257175" algn="l">
              <a:lnSpc>
                <a:spcPct val="90000"/>
              </a:lnSpc>
              <a:spcBef>
                <a:spcPts val="600"/>
              </a:spcBef>
              <a:spcAft>
                <a:spcPts val="0"/>
              </a:spcAft>
              <a:buSzPts val="1800"/>
              <a:buChar char="•"/>
              <a:defRPr/>
            </a:lvl4pPr>
            <a:lvl5pPr marL="1714500" lvl="4" indent="-257175" algn="l">
              <a:lnSpc>
                <a:spcPct val="90000"/>
              </a:lnSpc>
              <a:spcBef>
                <a:spcPts val="375"/>
              </a:spcBef>
              <a:spcAft>
                <a:spcPts val="0"/>
              </a:spcAft>
              <a:buClr>
                <a:schemeClr val="accent1"/>
              </a:buClr>
              <a:buSzPts val="1800"/>
              <a:buChar char="•"/>
              <a:defRPr/>
            </a:lvl5pPr>
            <a:lvl6pPr marL="2057400" lvl="5" indent="-257175" algn="l">
              <a:lnSpc>
                <a:spcPct val="90000"/>
              </a:lnSpc>
              <a:spcBef>
                <a:spcPts val="375"/>
              </a:spcBef>
              <a:spcAft>
                <a:spcPts val="0"/>
              </a:spcAft>
              <a:buClr>
                <a:schemeClr val="dk1"/>
              </a:buClr>
              <a:buSzPts val="1800"/>
              <a:buChar char="•"/>
              <a:defRPr/>
            </a:lvl6pPr>
            <a:lvl7pPr marL="2400300" lvl="6" indent="-257175" algn="l">
              <a:lnSpc>
                <a:spcPct val="90000"/>
              </a:lnSpc>
              <a:spcBef>
                <a:spcPts val="375"/>
              </a:spcBef>
              <a:spcAft>
                <a:spcPts val="0"/>
              </a:spcAft>
              <a:buClr>
                <a:schemeClr val="dk1"/>
              </a:buClr>
              <a:buSzPts val="1800"/>
              <a:buChar char="•"/>
              <a:defRPr/>
            </a:lvl7pPr>
            <a:lvl8pPr marL="2743200" lvl="7" indent="-257175" algn="l">
              <a:lnSpc>
                <a:spcPct val="90000"/>
              </a:lnSpc>
              <a:spcBef>
                <a:spcPts val="375"/>
              </a:spcBef>
              <a:spcAft>
                <a:spcPts val="0"/>
              </a:spcAft>
              <a:buClr>
                <a:schemeClr val="dk1"/>
              </a:buClr>
              <a:buSzPts val="1800"/>
              <a:buChar char="•"/>
              <a:defRPr/>
            </a:lvl8pPr>
            <a:lvl9pPr marL="3086100" lvl="8" indent="-257175" algn="l">
              <a:lnSpc>
                <a:spcPct val="90000"/>
              </a:lnSpc>
              <a:spcBef>
                <a:spcPts val="375"/>
              </a:spcBef>
              <a:spcAft>
                <a:spcPts val="0"/>
              </a:spcAft>
              <a:buClr>
                <a:schemeClr val="dk1"/>
              </a:buClr>
              <a:buSzPts val="1800"/>
              <a:buChar char="•"/>
              <a:defRPr/>
            </a:lvl9pPr>
          </a:lstStyle>
          <a:p>
            <a:pPr lvl="0"/>
            <a:r>
              <a:rPr lang="en-US"/>
              <a:t>Click to edit Master text styles</a:t>
            </a:r>
          </a:p>
        </p:txBody>
      </p:sp>
      <p:sp>
        <p:nvSpPr>
          <p:cNvPr id="117" name="Google Shape;117;p62"/>
          <p:cNvSpPr txBox="1">
            <a:spLocks noGrp="1"/>
          </p:cNvSpPr>
          <p:nvPr>
            <p:ph type="body" idx="8"/>
          </p:nvPr>
        </p:nvSpPr>
        <p:spPr>
          <a:xfrm>
            <a:off x="3627803" y="5181772"/>
            <a:ext cx="8090957" cy="895515"/>
          </a:xfrm>
          <a:prstGeom prst="rect">
            <a:avLst/>
          </a:prstGeom>
          <a:noFill/>
          <a:ln>
            <a:noFill/>
          </a:ln>
        </p:spPr>
        <p:txBody>
          <a:bodyPr spcFirstLastPara="1" wrap="square" lIns="91425" tIns="45700" rIns="91425" bIns="45700" anchor="t" anchorCtr="0">
            <a:noAutofit/>
          </a:bodyPr>
          <a:lstStyle>
            <a:lvl1pPr marL="342900" lvl="0" indent="-257175" algn="l">
              <a:lnSpc>
                <a:spcPct val="100000"/>
              </a:lnSpc>
              <a:spcBef>
                <a:spcPts val="750"/>
              </a:spcBef>
              <a:spcAft>
                <a:spcPts val="0"/>
              </a:spcAft>
              <a:buSzPts val="1800"/>
              <a:buChar char="•"/>
              <a:defRPr sz="1350" b="0"/>
            </a:lvl1pPr>
            <a:lvl2pPr marL="685800" lvl="1" indent="-257175" algn="l">
              <a:lnSpc>
                <a:spcPct val="100000"/>
              </a:lnSpc>
              <a:spcBef>
                <a:spcPts val="600"/>
              </a:spcBef>
              <a:spcAft>
                <a:spcPts val="0"/>
              </a:spcAft>
              <a:buSzPts val="1800"/>
              <a:buChar char="−"/>
              <a:defRPr sz="1350" b="0"/>
            </a:lvl2pPr>
            <a:lvl3pPr marL="1028700" lvl="2" indent="-240029" algn="l">
              <a:lnSpc>
                <a:spcPct val="100000"/>
              </a:lnSpc>
              <a:spcBef>
                <a:spcPts val="600"/>
              </a:spcBef>
              <a:spcAft>
                <a:spcPts val="0"/>
              </a:spcAft>
              <a:buSzPts val="1440"/>
              <a:buChar char="▪"/>
              <a:defRPr sz="1350" b="0"/>
            </a:lvl3pPr>
            <a:lvl4pPr marL="1371600" lvl="3" indent="-257175" algn="l">
              <a:lnSpc>
                <a:spcPct val="90000"/>
              </a:lnSpc>
              <a:spcBef>
                <a:spcPts val="600"/>
              </a:spcBef>
              <a:spcAft>
                <a:spcPts val="0"/>
              </a:spcAft>
              <a:buSzPts val="1800"/>
              <a:buChar char="•"/>
              <a:defRPr/>
            </a:lvl4pPr>
            <a:lvl5pPr marL="1714500" lvl="4" indent="-257175" algn="l">
              <a:lnSpc>
                <a:spcPct val="90000"/>
              </a:lnSpc>
              <a:spcBef>
                <a:spcPts val="375"/>
              </a:spcBef>
              <a:spcAft>
                <a:spcPts val="0"/>
              </a:spcAft>
              <a:buClr>
                <a:schemeClr val="accent1"/>
              </a:buClr>
              <a:buSzPts val="1800"/>
              <a:buChar char="•"/>
              <a:defRPr/>
            </a:lvl5pPr>
            <a:lvl6pPr marL="2057400" lvl="5" indent="-257175" algn="l">
              <a:lnSpc>
                <a:spcPct val="90000"/>
              </a:lnSpc>
              <a:spcBef>
                <a:spcPts val="375"/>
              </a:spcBef>
              <a:spcAft>
                <a:spcPts val="0"/>
              </a:spcAft>
              <a:buClr>
                <a:schemeClr val="dk1"/>
              </a:buClr>
              <a:buSzPts val="1800"/>
              <a:buChar char="•"/>
              <a:defRPr/>
            </a:lvl6pPr>
            <a:lvl7pPr marL="2400300" lvl="6" indent="-257175" algn="l">
              <a:lnSpc>
                <a:spcPct val="90000"/>
              </a:lnSpc>
              <a:spcBef>
                <a:spcPts val="375"/>
              </a:spcBef>
              <a:spcAft>
                <a:spcPts val="0"/>
              </a:spcAft>
              <a:buClr>
                <a:schemeClr val="dk1"/>
              </a:buClr>
              <a:buSzPts val="1800"/>
              <a:buChar char="•"/>
              <a:defRPr/>
            </a:lvl7pPr>
            <a:lvl8pPr marL="2743200" lvl="7" indent="-257175" algn="l">
              <a:lnSpc>
                <a:spcPct val="90000"/>
              </a:lnSpc>
              <a:spcBef>
                <a:spcPts val="375"/>
              </a:spcBef>
              <a:spcAft>
                <a:spcPts val="0"/>
              </a:spcAft>
              <a:buClr>
                <a:schemeClr val="dk1"/>
              </a:buClr>
              <a:buSzPts val="1800"/>
              <a:buChar char="•"/>
              <a:defRPr/>
            </a:lvl8pPr>
            <a:lvl9pPr marL="3086100" lvl="8" indent="-257175" algn="l">
              <a:lnSpc>
                <a:spcPct val="90000"/>
              </a:lnSpc>
              <a:spcBef>
                <a:spcPts val="375"/>
              </a:spcBef>
              <a:spcAft>
                <a:spcPts val="0"/>
              </a:spcAft>
              <a:buClr>
                <a:schemeClr val="dk1"/>
              </a:buClr>
              <a:buSzPts val="1800"/>
              <a:buChar char="•"/>
              <a:defRPr/>
            </a:lvl9pPr>
          </a:lstStyle>
          <a:p>
            <a:pPr lvl="0"/>
            <a:r>
              <a:rPr lang="en-US"/>
              <a:t>Click to edit Master text styles</a:t>
            </a:r>
          </a:p>
        </p:txBody>
      </p:sp>
    </p:spTree>
    <p:extLst>
      <p:ext uri="{BB962C8B-B14F-4D97-AF65-F5344CB8AC3E}">
        <p14:creationId xmlns:p14="http://schemas.microsoft.com/office/powerpoint/2010/main" val="199502824"/>
      </p:ext>
    </p:extLst>
  </p:cSld>
  <p:clrMapOvr>
    <a:masterClrMapping/>
  </p:clrMapOvr>
</p:sldLayout>
</file>

<file path=ppt/slideLayouts/slideLayout38.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620B94EA-E0FC-45F7-8A06-3CE9694ED2AD}" type="datetimeFigureOut">
              <a:rPr lang="en-US" smtClean="0"/>
              <a:pPr/>
              <a:t>12/4/2024</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0E4ECC14-25A4-4E96-A863-D89966B2F4B2}" type="slidenum">
              <a:rPr lang="en-US" smtClean="0"/>
              <a:pPr/>
              <a:t>‹#›</a:t>
            </a:fld>
            <a:endParaRPr lang="en-US"/>
          </a:p>
        </p:txBody>
      </p:sp>
    </p:spTree>
    <p:extLst>
      <p:ext uri="{BB962C8B-B14F-4D97-AF65-F5344CB8AC3E}">
        <p14:creationId xmlns:p14="http://schemas.microsoft.com/office/powerpoint/2010/main" val="3400619888"/>
      </p:ext>
    </p:extLst>
  </p:cSld>
  <p:clrMapOvr>
    <a:masterClrMapping/>
  </p:clrMapOvr>
</p:sldLayout>
</file>

<file path=ppt/slideLayouts/slideLayout39.xml><?xml version="1.0" encoding="utf-8"?>
<p:sldLayout xmlns:a="http://schemas.openxmlformats.org/drawingml/2006/main" xmlns:r="http://schemas.openxmlformats.org/officeDocument/2006/relationships" xmlns:p="http://schemas.openxmlformats.org/presentationml/2006/main" preserve="1">
  <p:cSld name="1_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620B94EA-E0FC-45F7-8A06-3CE9694ED2AD}" type="datetimeFigureOut">
              <a:rPr lang="en-US" smtClean="0"/>
              <a:pPr/>
              <a:t>12/4/2024</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0E4ECC14-25A4-4E96-A863-D89966B2F4B2}" type="slidenum">
              <a:rPr lang="en-US" smtClean="0"/>
              <a:pPr/>
              <a:t>‹#›</a:t>
            </a:fld>
            <a:endParaRPr lang="en-US"/>
          </a:p>
        </p:txBody>
      </p:sp>
      <p:sp>
        <p:nvSpPr>
          <p:cNvPr id="5" name="Title 1"/>
          <p:cNvSpPr>
            <a:spLocks noGrp="1"/>
          </p:cNvSpPr>
          <p:nvPr>
            <p:ph type="title"/>
          </p:nvPr>
        </p:nvSpPr>
        <p:spPr>
          <a:xfrm>
            <a:off x="609600" y="274638"/>
            <a:ext cx="10972800" cy="1143000"/>
          </a:xfrm>
        </p:spPr>
        <p:txBody>
          <a:bodyPr/>
          <a:lstStyle/>
          <a:p>
            <a:r>
              <a:rPr lang="en-US"/>
              <a:t>Click to edit Master title style</a:t>
            </a:r>
          </a:p>
        </p:txBody>
      </p:sp>
      <p:sp>
        <p:nvSpPr>
          <p:cNvPr id="7" name="Content Placeholder 6"/>
          <p:cNvSpPr>
            <a:spLocks noGrp="1"/>
          </p:cNvSpPr>
          <p:nvPr>
            <p:ph sz="quarter" idx="13"/>
          </p:nvPr>
        </p:nvSpPr>
        <p:spPr>
          <a:xfrm>
            <a:off x="609600" y="1654178"/>
            <a:ext cx="10972800" cy="1223963"/>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9" name="Picture Placeholder 8"/>
          <p:cNvSpPr>
            <a:spLocks noGrp="1"/>
          </p:cNvSpPr>
          <p:nvPr>
            <p:ph type="pic" sz="quarter" idx="14"/>
          </p:nvPr>
        </p:nvSpPr>
        <p:spPr>
          <a:xfrm>
            <a:off x="3012017" y="3468689"/>
            <a:ext cx="1363133" cy="1277937"/>
          </a:xfrm>
        </p:spPr>
        <p:txBody>
          <a:bodyPr/>
          <a:lstStyle/>
          <a:p>
            <a:r>
              <a:rPr lang="en-US"/>
              <a:t>Click icon to add picture</a:t>
            </a:r>
          </a:p>
        </p:txBody>
      </p:sp>
      <p:sp>
        <p:nvSpPr>
          <p:cNvPr id="11" name="Picture Placeholder 10"/>
          <p:cNvSpPr>
            <a:spLocks noGrp="1"/>
          </p:cNvSpPr>
          <p:nvPr>
            <p:ph type="pic" sz="quarter" idx="15"/>
          </p:nvPr>
        </p:nvSpPr>
        <p:spPr>
          <a:xfrm>
            <a:off x="6794502" y="3281363"/>
            <a:ext cx="1231900" cy="1585912"/>
          </a:xfrm>
        </p:spPr>
        <p:txBody>
          <a:bodyPr/>
          <a:lstStyle/>
          <a:p>
            <a:r>
              <a:rPr lang="en-US"/>
              <a:t>Click icon to add picture</a:t>
            </a:r>
          </a:p>
        </p:txBody>
      </p:sp>
      <p:sp>
        <p:nvSpPr>
          <p:cNvPr id="13" name="Content Placeholder 12"/>
          <p:cNvSpPr>
            <a:spLocks noGrp="1"/>
          </p:cNvSpPr>
          <p:nvPr>
            <p:ph sz="quarter" idx="16"/>
          </p:nvPr>
        </p:nvSpPr>
        <p:spPr>
          <a:xfrm>
            <a:off x="609600" y="5068888"/>
            <a:ext cx="10972800" cy="88741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1493946661"/>
      </p:ext>
    </p:extLst>
  </p:cSld>
  <p:clrMapOvr>
    <a:masterClrMapping/>
  </p:clrMapOvr>
</p:sldLayout>
</file>

<file path=ppt/slideLayouts/slideLayout40.xml><?xml version="1.0" encoding="utf-8"?>
<p:sldLayout xmlns:a="http://schemas.openxmlformats.org/drawingml/2006/main" xmlns:r="http://schemas.openxmlformats.org/officeDocument/2006/relationships" xmlns:p="http://schemas.openxmlformats.org/presentationml/2006/main" type="title">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914400" y="2130428"/>
            <a:ext cx="10363200" cy="1470025"/>
          </a:xfrm>
        </p:spPr>
        <p:txBody>
          <a:bodyPr/>
          <a:lstStyle/>
          <a:p>
            <a:r>
              <a:rPr lang="en-US"/>
              <a:t>Click to edit Master title style</a:t>
            </a:r>
          </a:p>
        </p:txBody>
      </p:sp>
      <p:sp>
        <p:nvSpPr>
          <p:cNvPr id="3" name="Subtitle 2"/>
          <p:cNvSpPr>
            <a:spLocks noGrp="1"/>
          </p:cNvSpPr>
          <p:nvPr>
            <p:ph type="subTitle" idx="1"/>
          </p:nvPr>
        </p:nvSpPr>
        <p:spPr>
          <a:xfrm>
            <a:off x="1828800" y="3886200"/>
            <a:ext cx="85344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620B94EA-E0FC-45F7-8A06-3CE9694ED2AD}" type="datetimeFigureOut">
              <a:rPr lang="en-US" smtClean="0"/>
              <a:pPr/>
              <a:t>12/4/2024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0E4ECC14-25A4-4E96-A863-D89966B2F4B2}" type="slidenum">
              <a:rPr lang="en-US" smtClean="0"/>
              <a:pPr/>
              <a:t>‹#›</a:t>
            </a:fld>
            <a:endParaRPr lang="en-US"/>
          </a:p>
        </p:txBody>
      </p:sp>
    </p:spTree>
    <p:extLst>
      <p:ext uri="{BB962C8B-B14F-4D97-AF65-F5344CB8AC3E}">
        <p14:creationId xmlns:p14="http://schemas.microsoft.com/office/powerpoint/2010/main" val="1792707136"/>
      </p:ext>
    </p:extLst>
  </p:cSld>
  <p:clrMapOvr>
    <a:masterClrMapping/>
  </p:clrMapOvr>
</p:sldLayout>
</file>

<file path=ppt/slideLayouts/slideLayout41.xml><?xml version="1.0" encoding="utf-8"?>
<p:sldLayout xmlns:a="http://schemas.openxmlformats.org/drawingml/2006/main" xmlns:r="http://schemas.openxmlformats.org/officeDocument/2006/relationships" xmlns:p="http://schemas.openxmlformats.org/presentationml/2006/main" type="titleOnly">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620B94EA-E0FC-45F7-8A06-3CE9694ED2AD}" type="datetimeFigureOut">
              <a:rPr lang="en-US" smtClean="0"/>
              <a:pPr/>
              <a:t>12/4/2024</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0E4ECC14-25A4-4E96-A863-D89966B2F4B2}" type="slidenum">
              <a:rPr lang="en-US" smtClean="0"/>
              <a:pPr/>
              <a:t>‹#›</a:t>
            </a:fld>
            <a:endParaRPr lang="en-US"/>
          </a:p>
        </p:txBody>
      </p:sp>
    </p:spTree>
    <p:extLst>
      <p:ext uri="{BB962C8B-B14F-4D97-AF65-F5344CB8AC3E}">
        <p14:creationId xmlns:p14="http://schemas.microsoft.com/office/powerpoint/2010/main" val="1126557887"/>
      </p:ext>
    </p:extLst>
  </p:cSld>
  <p:clrMapOvr>
    <a:masterClrMapping/>
  </p:clrMapOvr>
</p:sldLayout>
</file>

<file path=ppt/slideLayouts/slideLayout42.xml><?xml version="1.0" encoding="utf-8"?>
<p:sldLayout xmlns:a="http://schemas.openxmlformats.org/drawingml/2006/main" xmlns:r="http://schemas.openxmlformats.org/officeDocument/2006/relationships" xmlns:p="http://schemas.openxmlformats.org/presentationml/2006/main" matchingName="Title (First Slide)" preserve="1">
  <p:cSld name="Title (First Slide)">
    <p:spTree>
      <p:nvGrpSpPr>
        <p:cNvPr id="1" name="Shape 15"/>
        <p:cNvGrpSpPr/>
        <p:nvPr/>
      </p:nvGrpSpPr>
      <p:grpSpPr>
        <a:xfrm>
          <a:off x="0" y="0"/>
          <a:ext cx="0" cy="0"/>
          <a:chOff x="0" y="0"/>
          <a:chExt cx="0" cy="0"/>
        </a:xfrm>
      </p:grpSpPr>
      <p:pic>
        <p:nvPicPr>
          <p:cNvPr id="16" name="Google Shape;16;p48"/>
          <p:cNvPicPr preferRelativeResize="0"/>
          <p:nvPr/>
        </p:nvPicPr>
        <p:blipFill rotWithShape="1">
          <a:blip r:embed="rId2">
            <a:alphaModFix/>
          </a:blip>
          <a:srcRect/>
          <a:stretch/>
        </p:blipFill>
        <p:spPr>
          <a:xfrm>
            <a:off x="0" y="0"/>
            <a:ext cx="12192000" cy="6858000"/>
          </a:xfrm>
          <a:prstGeom prst="rect">
            <a:avLst/>
          </a:prstGeom>
          <a:noFill/>
          <a:ln>
            <a:noFill/>
          </a:ln>
        </p:spPr>
      </p:pic>
      <p:sp>
        <p:nvSpPr>
          <p:cNvPr id="17" name="Google Shape;17;p48"/>
          <p:cNvSpPr txBox="1">
            <a:spLocks noGrp="1"/>
          </p:cNvSpPr>
          <p:nvPr>
            <p:ph type="ctrTitle"/>
          </p:nvPr>
        </p:nvSpPr>
        <p:spPr>
          <a:xfrm>
            <a:off x="5646422" y="1168663"/>
            <a:ext cx="6104303" cy="2387600"/>
          </a:xfrm>
          <a:prstGeom prst="rect">
            <a:avLst/>
          </a:prstGeom>
          <a:noFill/>
          <a:ln>
            <a:noFill/>
          </a:ln>
        </p:spPr>
        <p:txBody>
          <a:bodyPr spcFirstLastPara="1" wrap="square" lIns="91425" tIns="45700" rIns="91425" bIns="45700" anchor="b" anchorCtr="0">
            <a:noAutofit/>
          </a:bodyPr>
          <a:lstStyle>
            <a:lvl1pPr lvl="0" algn="l">
              <a:lnSpc>
                <a:spcPct val="90000"/>
              </a:lnSpc>
              <a:spcBef>
                <a:spcPts val="0"/>
              </a:spcBef>
              <a:spcAft>
                <a:spcPts val="0"/>
              </a:spcAft>
              <a:buClr>
                <a:schemeClr val="lt1"/>
              </a:buClr>
              <a:buSzPts val="4800"/>
              <a:buFont typeface="Work Sans"/>
              <a:buNone/>
              <a:defRPr sz="3600">
                <a:solidFill>
                  <a:schemeClr val="lt1"/>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r>
              <a:rPr lang="en-US"/>
              <a:t>Click to edit Master title style</a:t>
            </a:r>
            <a:endParaRPr/>
          </a:p>
        </p:txBody>
      </p:sp>
      <p:sp>
        <p:nvSpPr>
          <p:cNvPr id="18" name="Google Shape;18;p48"/>
          <p:cNvSpPr txBox="1">
            <a:spLocks noGrp="1"/>
          </p:cNvSpPr>
          <p:nvPr>
            <p:ph type="subTitle" idx="1"/>
          </p:nvPr>
        </p:nvSpPr>
        <p:spPr>
          <a:xfrm>
            <a:off x="5646422" y="3809720"/>
            <a:ext cx="6104303" cy="1424930"/>
          </a:xfrm>
          <a:prstGeom prst="rect">
            <a:avLst/>
          </a:prstGeom>
          <a:noFill/>
          <a:ln>
            <a:noFill/>
          </a:ln>
        </p:spPr>
        <p:txBody>
          <a:bodyPr spcFirstLastPara="1" wrap="square" lIns="91425" tIns="45700" rIns="91425" bIns="45700" anchor="t" anchorCtr="0">
            <a:noAutofit/>
          </a:bodyPr>
          <a:lstStyle>
            <a:lvl1pPr lvl="0" algn="l">
              <a:lnSpc>
                <a:spcPct val="100000"/>
              </a:lnSpc>
              <a:spcBef>
                <a:spcPts val="750"/>
              </a:spcBef>
              <a:spcAft>
                <a:spcPts val="0"/>
              </a:spcAft>
              <a:buSzPts val="3200"/>
              <a:buNone/>
              <a:defRPr sz="2400">
                <a:solidFill>
                  <a:schemeClr val="lt1"/>
                </a:solidFill>
              </a:defRPr>
            </a:lvl1pPr>
            <a:lvl2pPr lvl="1" algn="ctr">
              <a:lnSpc>
                <a:spcPct val="100000"/>
              </a:lnSpc>
              <a:spcBef>
                <a:spcPts val="600"/>
              </a:spcBef>
              <a:spcAft>
                <a:spcPts val="0"/>
              </a:spcAft>
              <a:buSzPts val="2000"/>
              <a:buNone/>
              <a:defRPr sz="1500"/>
            </a:lvl2pPr>
            <a:lvl3pPr lvl="2" algn="ctr">
              <a:lnSpc>
                <a:spcPct val="100000"/>
              </a:lnSpc>
              <a:spcBef>
                <a:spcPts val="600"/>
              </a:spcBef>
              <a:spcAft>
                <a:spcPts val="0"/>
              </a:spcAft>
              <a:buSzPts val="1440"/>
              <a:buNone/>
              <a:defRPr sz="1350"/>
            </a:lvl3pPr>
            <a:lvl4pPr lvl="3" algn="ctr">
              <a:lnSpc>
                <a:spcPct val="90000"/>
              </a:lnSpc>
              <a:spcBef>
                <a:spcPts val="600"/>
              </a:spcBef>
              <a:spcAft>
                <a:spcPts val="0"/>
              </a:spcAft>
              <a:buSzPts val="1600"/>
              <a:buNone/>
              <a:defRPr sz="1200"/>
            </a:lvl4pPr>
            <a:lvl5pPr lvl="4" algn="ctr">
              <a:lnSpc>
                <a:spcPct val="90000"/>
              </a:lnSpc>
              <a:spcBef>
                <a:spcPts val="375"/>
              </a:spcBef>
              <a:spcAft>
                <a:spcPts val="0"/>
              </a:spcAft>
              <a:buClr>
                <a:schemeClr val="accent1"/>
              </a:buClr>
              <a:buSzPts val="1600"/>
              <a:buNone/>
              <a:defRPr sz="1200"/>
            </a:lvl5pPr>
            <a:lvl6pPr lvl="5" algn="ctr">
              <a:lnSpc>
                <a:spcPct val="90000"/>
              </a:lnSpc>
              <a:spcBef>
                <a:spcPts val="375"/>
              </a:spcBef>
              <a:spcAft>
                <a:spcPts val="0"/>
              </a:spcAft>
              <a:buClr>
                <a:schemeClr val="dk1"/>
              </a:buClr>
              <a:buSzPts val="1600"/>
              <a:buNone/>
              <a:defRPr sz="1200"/>
            </a:lvl6pPr>
            <a:lvl7pPr lvl="6" algn="ctr">
              <a:lnSpc>
                <a:spcPct val="90000"/>
              </a:lnSpc>
              <a:spcBef>
                <a:spcPts val="375"/>
              </a:spcBef>
              <a:spcAft>
                <a:spcPts val="0"/>
              </a:spcAft>
              <a:buClr>
                <a:schemeClr val="dk1"/>
              </a:buClr>
              <a:buSzPts val="1600"/>
              <a:buNone/>
              <a:defRPr sz="1200"/>
            </a:lvl7pPr>
            <a:lvl8pPr lvl="7" algn="ctr">
              <a:lnSpc>
                <a:spcPct val="90000"/>
              </a:lnSpc>
              <a:spcBef>
                <a:spcPts val="375"/>
              </a:spcBef>
              <a:spcAft>
                <a:spcPts val="0"/>
              </a:spcAft>
              <a:buClr>
                <a:schemeClr val="dk1"/>
              </a:buClr>
              <a:buSzPts val="1600"/>
              <a:buNone/>
              <a:defRPr sz="1200"/>
            </a:lvl8pPr>
            <a:lvl9pPr lvl="8" algn="ctr">
              <a:lnSpc>
                <a:spcPct val="90000"/>
              </a:lnSpc>
              <a:spcBef>
                <a:spcPts val="375"/>
              </a:spcBef>
              <a:spcAft>
                <a:spcPts val="0"/>
              </a:spcAft>
              <a:buClr>
                <a:schemeClr val="dk1"/>
              </a:buClr>
              <a:buSzPts val="1600"/>
              <a:buNone/>
              <a:defRPr sz="1200"/>
            </a:lvl9pPr>
          </a:lstStyle>
          <a:p>
            <a:r>
              <a:rPr lang="en-US"/>
              <a:t>Click to edit Master subtitle style</a:t>
            </a:r>
            <a:endParaRPr/>
          </a:p>
        </p:txBody>
      </p:sp>
      <p:sp>
        <p:nvSpPr>
          <p:cNvPr id="19" name="Google Shape;19;p48"/>
          <p:cNvSpPr>
            <a:spLocks noGrp="1"/>
          </p:cNvSpPr>
          <p:nvPr>
            <p:ph type="pic" idx="2"/>
          </p:nvPr>
        </p:nvSpPr>
        <p:spPr>
          <a:xfrm>
            <a:off x="475251" y="808041"/>
            <a:ext cx="4713288" cy="5241925"/>
          </a:xfrm>
          <a:prstGeom prst="rect">
            <a:avLst/>
          </a:prstGeom>
          <a:noFill/>
          <a:ln>
            <a:noFill/>
          </a:ln>
        </p:spPr>
      </p:sp>
      <p:sp>
        <p:nvSpPr>
          <p:cNvPr id="20" name="Google Shape;20;p48"/>
          <p:cNvSpPr txBox="1"/>
          <p:nvPr/>
        </p:nvSpPr>
        <p:spPr>
          <a:xfrm>
            <a:off x="11082189" y="6449054"/>
            <a:ext cx="734291" cy="365760"/>
          </a:xfrm>
          <a:prstGeom prst="rect">
            <a:avLst/>
          </a:prstGeom>
          <a:noFill/>
          <a:ln>
            <a:noFill/>
          </a:ln>
        </p:spPr>
        <p:txBody>
          <a:bodyPr spcFirstLastPara="1" wrap="square" lIns="68569" tIns="34275" rIns="68569" bIns="34275" anchor="ctr" anchorCtr="0">
            <a:noAutofit/>
          </a:bodyPr>
          <a:lstStyle/>
          <a:p>
            <a:pPr marL="0" marR="0" lvl="0" indent="0" algn="r" rtl="0">
              <a:spcBef>
                <a:spcPts val="0"/>
              </a:spcBef>
              <a:spcAft>
                <a:spcPts val="0"/>
              </a:spcAft>
              <a:buNone/>
            </a:pPr>
            <a:fld id="{00000000-1234-1234-1234-123412341234}" type="slidenum">
              <a:rPr lang="en-US" sz="825">
                <a:solidFill>
                  <a:schemeClr val="lt1"/>
                </a:solidFill>
                <a:latin typeface="Work Sans"/>
                <a:ea typeface="Work Sans"/>
                <a:cs typeface="Work Sans"/>
                <a:sym typeface="Work Sans"/>
              </a:rPr>
              <a:pPr marL="0" marR="0" lvl="0" indent="0" algn="r" rtl="0">
                <a:spcBef>
                  <a:spcPts val="0"/>
                </a:spcBef>
                <a:spcAft>
                  <a:spcPts val="0"/>
                </a:spcAft>
                <a:buNone/>
              </a:pPr>
              <a:t>‹#›</a:t>
            </a:fld>
            <a:endParaRPr sz="825">
              <a:solidFill>
                <a:schemeClr val="lt1"/>
              </a:solidFill>
              <a:latin typeface="Work Sans"/>
              <a:ea typeface="Work Sans"/>
              <a:cs typeface="Work Sans"/>
              <a:sym typeface="Work Sans"/>
            </a:endParaRPr>
          </a:p>
        </p:txBody>
      </p:sp>
      <p:pic>
        <p:nvPicPr>
          <p:cNvPr id="21" name="Google Shape;21;p48"/>
          <p:cNvPicPr preferRelativeResize="0"/>
          <p:nvPr/>
        </p:nvPicPr>
        <p:blipFill rotWithShape="1">
          <a:blip r:embed="rId3">
            <a:alphaModFix/>
          </a:blip>
          <a:srcRect/>
          <a:stretch/>
        </p:blipFill>
        <p:spPr>
          <a:xfrm>
            <a:off x="183090" y="6223889"/>
            <a:ext cx="1820281" cy="610675"/>
          </a:xfrm>
          <a:prstGeom prst="rect">
            <a:avLst/>
          </a:prstGeom>
          <a:noFill/>
          <a:ln>
            <a:noFill/>
          </a:ln>
        </p:spPr>
      </p:pic>
      <p:sp>
        <p:nvSpPr>
          <p:cNvPr id="22" name="Google Shape;22;p48"/>
          <p:cNvSpPr txBox="1"/>
          <p:nvPr/>
        </p:nvSpPr>
        <p:spPr>
          <a:xfrm>
            <a:off x="2332233" y="6401464"/>
            <a:ext cx="8856323" cy="346218"/>
          </a:xfrm>
          <a:prstGeom prst="rect">
            <a:avLst/>
          </a:prstGeom>
          <a:noFill/>
          <a:ln>
            <a:noFill/>
          </a:ln>
        </p:spPr>
        <p:txBody>
          <a:bodyPr spcFirstLastPara="1" wrap="square" lIns="68569" tIns="34275" rIns="68569" bIns="34275" anchor="t" anchorCtr="0">
            <a:spAutoFit/>
          </a:bodyPr>
          <a:lstStyle/>
          <a:p>
            <a:pPr marL="0" marR="0" lvl="0" indent="0" algn="l" rtl="0">
              <a:lnSpc>
                <a:spcPct val="100000"/>
              </a:lnSpc>
              <a:spcBef>
                <a:spcPts val="0"/>
              </a:spcBef>
              <a:spcAft>
                <a:spcPts val="0"/>
              </a:spcAft>
              <a:buClr>
                <a:srgbClr val="FFFFFF"/>
              </a:buClr>
              <a:buSzPts val="1200"/>
              <a:buFont typeface="Arial"/>
              <a:buNone/>
            </a:pPr>
            <a:r>
              <a:rPr lang="en-US" sz="900" b="0" i="0" u="none" strike="noStrike" cap="none">
                <a:solidFill>
                  <a:srgbClr val="FFFFFF"/>
                </a:solidFill>
                <a:latin typeface="Arial"/>
                <a:ea typeface="Arial"/>
                <a:cs typeface="Arial"/>
                <a:sym typeface="Arial"/>
              </a:rPr>
              <a:t>Rob Thompson and Jack Erjavec, Automotive Technology: A Systems Approach, 8</a:t>
            </a:r>
            <a:r>
              <a:rPr lang="en-US" sz="900" b="0" i="0" u="none" strike="noStrike" cap="none" baseline="30000">
                <a:solidFill>
                  <a:srgbClr val="FFFFFF"/>
                </a:solidFill>
                <a:latin typeface="Arial"/>
                <a:ea typeface="Arial"/>
                <a:cs typeface="Arial"/>
                <a:sym typeface="Arial"/>
              </a:rPr>
              <a:t>th</a:t>
            </a:r>
            <a:r>
              <a:rPr lang="en-US" sz="900" b="0" i="0" u="none" strike="noStrike" cap="none">
                <a:solidFill>
                  <a:srgbClr val="FFFFFF"/>
                </a:solidFill>
                <a:latin typeface="Arial"/>
                <a:ea typeface="Arial"/>
                <a:cs typeface="Arial"/>
                <a:sym typeface="Arial"/>
              </a:rPr>
              <a:t> Edition. © 2025 Cengage. All Rights Reserved. May not be scanned, copied or duplicated, or posted to a publicly accessible website, in whole or in part.</a:t>
            </a:r>
            <a:endParaRPr sz="1050"/>
          </a:p>
        </p:txBody>
      </p:sp>
    </p:spTree>
    <p:extLst>
      <p:ext uri="{BB962C8B-B14F-4D97-AF65-F5344CB8AC3E}">
        <p14:creationId xmlns:p14="http://schemas.microsoft.com/office/powerpoint/2010/main" val="4119654644"/>
      </p:ext>
    </p:extLst>
  </p:cSld>
  <p:clrMapOvr>
    <a:masterClrMapping/>
  </p:clrMapOvr>
</p:sldLayout>
</file>

<file path=ppt/slideLayouts/slideLayout43.xml><?xml version="1.0" encoding="utf-8"?>
<p:sldLayout xmlns:a="http://schemas.openxmlformats.org/drawingml/2006/main" xmlns:r="http://schemas.openxmlformats.org/officeDocument/2006/relationships" xmlns:p="http://schemas.openxmlformats.org/presentationml/2006/main" matchingName="Title Content" preserve="1">
  <p:cSld name="Title Content">
    <p:spTree>
      <p:nvGrpSpPr>
        <p:cNvPr id="1" name="Shape 23"/>
        <p:cNvGrpSpPr/>
        <p:nvPr/>
      </p:nvGrpSpPr>
      <p:grpSpPr>
        <a:xfrm>
          <a:off x="0" y="0"/>
          <a:ext cx="0" cy="0"/>
          <a:chOff x="0" y="0"/>
          <a:chExt cx="0" cy="0"/>
        </a:xfrm>
      </p:grpSpPr>
      <p:sp>
        <p:nvSpPr>
          <p:cNvPr id="24" name="Google Shape;24;p49"/>
          <p:cNvSpPr txBox="1">
            <a:spLocks noGrp="1"/>
          </p:cNvSpPr>
          <p:nvPr>
            <p:ph type="title"/>
          </p:nvPr>
        </p:nvSpPr>
        <p:spPr>
          <a:xfrm>
            <a:off x="476845" y="473246"/>
            <a:ext cx="11241915" cy="710096"/>
          </a:xfrm>
          <a:prstGeom prst="rect">
            <a:avLst/>
          </a:prstGeom>
          <a:noFill/>
          <a:ln>
            <a:noFill/>
          </a:ln>
        </p:spPr>
        <p:txBody>
          <a:bodyPr spcFirstLastPara="1" wrap="square" lIns="91425" tIns="45700" rIns="91425" bIns="45700" anchor="t" anchorCtr="0">
            <a:noAutofit/>
          </a:bodyPr>
          <a:lstStyle>
            <a:lvl1pPr lvl="0" algn="ctr">
              <a:lnSpc>
                <a:spcPct val="90000"/>
              </a:lnSpc>
              <a:spcBef>
                <a:spcPts val="0"/>
              </a:spcBef>
              <a:spcAft>
                <a:spcPts val="0"/>
              </a:spcAft>
              <a:buClr>
                <a:schemeClr val="dk1"/>
              </a:buClr>
              <a:buSzPts val="4000"/>
              <a:buFont typeface="Work Sans"/>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r>
              <a:rPr lang="en-US"/>
              <a:t>Click to edit Master title style</a:t>
            </a:r>
            <a:endParaRPr/>
          </a:p>
        </p:txBody>
      </p:sp>
      <p:sp>
        <p:nvSpPr>
          <p:cNvPr id="25" name="Google Shape;25;p49"/>
          <p:cNvSpPr txBox="1">
            <a:spLocks noGrp="1"/>
          </p:cNvSpPr>
          <p:nvPr>
            <p:ph type="body" idx="1"/>
          </p:nvPr>
        </p:nvSpPr>
        <p:spPr>
          <a:xfrm>
            <a:off x="476845" y="1563628"/>
            <a:ext cx="11241915" cy="4613339"/>
          </a:xfrm>
          <a:prstGeom prst="rect">
            <a:avLst/>
          </a:prstGeom>
          <a:noFill/>
          <a:ln>
            <a:noFill/>
          </a:ln>
        </p:spPr>
        <p:txBody>
          <a:bodyPr spcFirstLastPara="1" wrap="square" lIns="91425" tIns="45700" rIns="91425" bIns="45700" anchor="t" anchorCtr="0">
            <a:noAutofit/>
          </a:bodyPr>
          <a:lstStyle>
            <a:lvl1pPr marL="342900" lvl="0" indent="-304800" algn="l">
              <a:lnSpc>
                <a:spcPct val="100000"/>
              </a:lnSpc>
              <a:spcBef>
                <a:spcPts val="468"/>
              </a:spcBef>
              <a:spcAft>
                <a:spcPts val="0"/>
              </a:spcAft>
              <a:buSzPts val="2800"/>
              <a:buChar char="•"/>
              <a:defRPr sz="2100"/>
            </a:lvl1pPr>
            <a:lvl2pPr marL="685800" lvl="1" indent="-295275" algn="l">
              <a:lnSpc>
                <a:spcPct val="100000"/>
              </a:lnSpc>
              <a:spcBef>
                <a:spcPts val="468"/>
              </a:spcBef>
              <a:spcAft>
                <a:spcPts val="0"/>
              </a:spcAft>
              <a:buSzPts val="2600"/>
              <a:buChar char="−"/>
              <a:defRPr sz="1950" b="0"/>
            </a:lvl2pPr>
            <a:lvl3pPr marL="1028700" lvl="2" indent="-262889" algn="l">
              <a:lnSpc>
                <a:spcPct val="100000"/>
              </a:lnSpc>
              <a:spcBef>
                <a:spcPts val="468"/>
              </a:spcBef>
              <a:spcAft>
                <a:spcPts val="0"/>
              </a:spcAft>
              <a:buSzPts val="1920"/>
              <a:buChar char="▪"/>
              <a:defRPr sz="1800" b="0"/>
            </a:lvl3pPr>
            <a:lvl4pPr marL="1371600" marR="0" lvl="3" indent="-171450" algn="l">
              <a:lnSpc>
                <a:spcPct val="100000"/>
              </a:lnSpc>
              <a:spcBef>
                <a:spcPts val="468"/>
              </a:spcBef>
              <a:spcAft>
                <a:spcPts val="0"/>
              </a:spcAft>
              <a:buClr>
                <a:schemeClr val="dk1"/>
              </a:buClr>
              <a:buSzPts val="2400"/>
              <a:buFont typeface="Arial"/>
              <a:buNone/>
              <a:defRPr/>
            </a:lvl4pPr>
            <a:lvl5pPr marL="1714500" lvl="4" indent="-257175" algn="l">
              <a:lnSpc>
                <a:spcPct val="90000"/>
              </a:lnSpc>
              <a:spcBef>
                <a:spcPts val="450"/>
              </a:spcBef>
              <a:spcAft>
                <a:spcPts val="0"/>
              </a:spcAft>
              <a:buClr>
                <a:schemeClr val="accent1"/>
              </a:buClr>
              <a:buSzPts val="1800"/>
              <a:buChar char="•"/>
              <a:defRPr/>
            </a:lvl5pPr>
            <a:lvl6pPr marL="2057400" lvl="5" indent="-257175" algn="l">
              <a:lnSpc>
                <a:spcPct val="90000"/>
              </a:lnSpc>
              <a:spcBef>
                <a:spcPts val="375"/>
              </a:spcBef>
              <a:spcAft>
                <a:spcPts val="0"/>
              </a:spcAft>
              <a:buClr>
                <a:schemeClr val="dk1"/>
              </a:buClr>
              <a:buSzPts val="1800"/>
              <a:buChar char="•"/>
              <a:defRPr/>
            </a:lvl6pPr>
            <a:lvl7pPr marL="2400300" lvl="6" indent="-257175" algn="l">
              <a:lnSpc>
                <a:spcPct val="90000"/>
              </a:lnSpc>
              <a:spcBef>
                <a:spcPts val="375"/>
              </a:spcBef>
              <a:spcAft>
                <a:spcPts val="0"/>
              </a:spcAft>
              <a:buClr>
                <a:schemeClr val="dk1"/>
              </a:buClr>
              <a:buSzPts val="1800"/>
              <a:buChar char="•"/>
              <a:defRPr/>
            </a:lvl7pPr>
            <a:lvl8pPr marL="2743200" lvl="7" indent="-257175" algn="l">
              <a:lnSpc>
                <a:spcPct val="90000"/>
              </a:lnSpc>
              <a:spcBef>
                <a:spcPts val="375"/>
              </a:spcBef>
              <a:spcAft>
                <a:spcPts val="0"/>
              </a:spcAft>
              <a:buClr>
                <a:schemeClr val="dk1"/>
              </a:buClr>
              <a:buSzPts val="1800"/>
              <a:buChar char="•"/>
              <a:defRPr/>
            </a:lvl8pPr>
            <a:lvl9pPr marL="3086100" lvl="8" indent="-257175" algn="l">
              <a:lnSpc>
                <a:spcPct val="90000"/>
              </a:lnSpc>
              <a:spcBef>
                <a:spcPts val="375"/>
              </a:spcBef>
              <a:spcAft>
                <a:spcPts val="0"/>
              </a:spcAft>
              <a:buClr>
                <a:schemeClr val="dk1"/>
              </a:buClr>
              <a:buSzPts val="1800"/>
              <a:buChar char="•"/>
              <a:defRPr/>
            </a:lvl9pPr>
          </a:lstStyle>
          <a:p>
            <a:pPr lvl="0"/>
            <a:r>
              <a:rPr lang="en-US"/>
              <a:t>Click to edit Master text styles</a:t>
            </a:r>
          </a:p>
        </p:txBody>
      </p:sp>
    </p:spTree>
    <p:extLst>
      <p:ext uri="{BB962C8B-B14F-4D97-AF65-F5344CB8AC3E}">
        <p14:creationId xmlns:p14="http://schemas.microsoft.com/office/powerpoint/2010/main" val="177905047"/>
      </p:ext>
    </p:extLst>
  </p:cSld>
  <p:clrMapOvr>
    <a:masterClrMapping/>
  </p:clrMapOvr>
</p:sldLayout>
</file>

<file path=ppt/slideLayouts/slideLayout44.xml><?xml version="1.0" encoding="utf-8"?>
<p:sldLayout xmlns:a="http://schemas.openxmlformats.org/drawingml/2006/main" xmlns:r="http://schemas.openxmlformats.org/officeDocument/2006/relationships" xmlns:p="http://schemas.openxmlformats.org/presentationml/2006/main" matchingName="Two Content" type="twoObj" preserve="1">
  <p:cSld name="Two Content">
    <p:spTree>
      <p:nvGrpSpPr>
        <p:cNvPr id="1" name="Shape 26"/>
        <p:cNvGrpSpPr/>
        <p:nvPr/>
      </p:nvGrpSpPr>
      <p:grpSpPr>
        <a:xfrm>
          <a:off x="0" y="0"/>
          <a:ext cx="0" cy="0"/>
          <a:chOff x="0" y="0"/>
          <a:chExt cx="0" cy="0"/>
        </a:xfrm>
      </p:grpSpPr>
      <p:sp>
        <p:nvSpPr>
          <p:cNvPr id="27" name="Google Shape;27;p50"/>
          <p:cNvSpPr txBox="1">
            <a:spLocks noGrp="1"/>
          </p:cNvSpPr>
          <p:nvPr>
            <p:ph type="title"/>
          </p:nvPr>
        </p:nvSpPr>
        <p:spPr>
          <a:xfrm>
            <a:off x="476845" y="473249"/>
            <a:ext cx="11241915" cy="1217447"/>
          </a:xfrm>
          <a:prstGeom prst="rect">
            <a:avLst/>
          </a:prstGeom>
          <a:noFill/>
          <a:ln>
            <a:noFill/>
          </a:ln>
        </p:spPr>
        <p:txBody>
          <a:bodyPr spcFirstLastPara="1" wrap="square" lIns="91425" tIns="45700" rIns="91425" bIns="45700" anchor="t" anchorCtr="0">
            <a:noAutofit/>
          </a:bodyPr>
          <a:lstStyle>
            <a:lvl1pPr lvl="0" algn="ctr">
              <a:lnSpc>
                <a:spcPct val="90000"/>
              </a:lnSpc>
              <a:spcBef>
                <a:spcPts val="0"/>
              </a:spcBef>
              <a:spcAft>
                <a:spcPts val="0"/>
              </a:spcAft>
              <a:buClr>
                <a:schemeClr val="dk1"/>
              </a:buClr>
              <a:buSzPts val="4000"/>
              <a:buFont typeface="Work Sans"/>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r>
              <a:rPr lang="en-US"/>
              <a:t>Click to edit Master title style</a:t>
            </a:r>
            <a:endParaRPr/>
          </a:p>
        </p:txBody>
      </p:sp>
      <p:sp>
        <p:nvSpPr>
          <p:cNvPr id="28" name="Google Shape;28;p50"/>
          <p:cNvSpPr txBox="1">
            <a:spLocks noGrp="1"/>
          </p:cNvSpPr>
          <p:nvPr>
            <p:ph type="body" idx="1"/>
          </p:nvPr>
        </p:nvSpPr>
        <p:spPr>
          <a:xfrm>
            <a:off x="476844" y="1825625"/>
            <a:ext cx="5542957" cy="4351338"/>
          </a:xfrm>
          <a:prstGeom prst="rect">
            <a:avLst/>
          </a:prstGeom>
          <a:noFill/>
          <a:ln>
            <a:noFill/>
          </a:ln>
        </p:spPr>
        <p:txBody>
          <a:bodyPr spcFirstLastPara="1" wrap="square" lIns="91425" tIns="45700" rIns="91425" bIns="45700" anchor="t" anchorCtr="0">
            <a:noAutofit/>
          </a:bodyPr>
          <a:lstStyle>
            <a:lvl1pPr marL="342900" lvl="0" indent="-285750" algn="l">
              <a:lnSpc>
                <a:spcPct val="100000"/>
              </a:lnSpc>
              <a:spcBef>
                <a:spcPts val="750"/>
              </a:spcBef>
              <a:spcAft>
                <a:spcPts val="0"/>
              </a:spcAft>
              <a:buSzPts val="2400"/>
              <a:buChar char="•"/>
              <a:defRPr sz="1800"/>
            </a:lvl1pPr>
            <a:lvl2pPr marL="685800" lvl="1" indent="-285750" algn="l">
              <a:lnSpc>
                <a:spcPct val="100000"/>
              </a:lnSpc>
              <a:spcBef>
                <a:spcPts val="600"/>
              </a:spcBef>
              <a:spcAft>
                <a:spcPts val="0"/>
              </a:spcAft>
              <a:buSzPts val="2400"/>
              <a:buChar char="−"/>
              <a:defRPr sz="1800" b="0"/>
            </a:lvl2pPr>
            <a:lvl3pPr marL="1028700" lvl="2" indent="-262889" algn="l">
              <a:lnSpc>
                <a:spcPct val="100000"/>
              </a:lnSpc>
              <a:spcBef>
                <a:spcPts val="600"/>
              </a:spcBef>
              <a:spcAft>
                <a:spcPts val="0"/>
              </a:spcAft>
              <a:buSzPts val="1920"/>
              <a:buChar char="▪"/>
              <a:defRPr sz="1800" b="0"/>
            </a:lvl3pPr>
            <a:lvl4pPr marL="1371600" marR="0" lvl="3" indent="-285750" algn="l">
              <a:lnSpc>
                <a:spcPct val="90000"/>
              </a:lnSpc>
              <a:spcBef>
                <a:spcPts val="600"/>
              </a:spcBef>
              <a:spcAft>
                <a:spcPts val="0"/>
              </a:spcAft>
              <a:buClr>
                <a:schemeClr val="dk1"/>
              </a:buClr>
              <a:buSzPts val="2400"/>
              <a:buFont typeface="Arial"/>
              <a:buChar char="•"/>
              <a:defRPr/>
            </a:lvl4pPr>
            <a:lvl5pPr marL="1714500" lvl="4" indent="-257175" algn="l">
              <a:lnSpc>
                <a:spcPct val="90000"/>
              </a:lnSpc>
              <a:spcBef>
                <a:spcPts val="375"/>
              </a:spcBef>
              <a:spcAft>
                <a:spcPts val="0"/>
              </a:spcAft>
              <a:buClr>
                <a:schemeClr val="accent1"/>
              </a:buClr>
              <a:buSzPts val="1800"/>
              <a:buChar char="•"/>
              <a:defRPr/>
            </a:lvl5pPr>
            <a:lvl6pPr marL="2057400" lvl="5" indent="-257175" algn="l">
              <a:lnSpc>
                <a:spcPct val="90000"/>
              </a:lnSpc>
              <a:spcBef>
                <a:spcPts val="375"/>
              </a:spcBef>
              <a:spcAft>
                <a:spcPts val="0"/>
              </a:spcAft>
              <a:buClr>
                <a:schemeClr val="dk1"/>
              </a:buClr>
              <a:buSzPts val="1800"/>
              <a:buChar char="•"/>
              <a:defRPr/>
            </a:lvl6pPr>
            <a:lvl7pPr marL="2400300" lvl="6" indent="-257175" algn="l">
              <a:lnSpc>
                <a:spcPct val="90000"/>
              </a:lnSpc>
              <a:spcBef>
                <a:spcPts val="375"/>
              </a:spcBef>
              <a:spcAft>
                <a:spcPts val="0"/>
              </a:spcAft>
              <a:buClr>
                <a:schemeClr val="dk1"/>
              </a:buClr>
              <a:buSzPts val="1800"/>
              <a:buChar char="•"/>
              <a:defRPr/>
            </a:lvl7pPr>
            <a:lvl8pPr marL="2743200" lvl="7" indent="-257175" algn="l">
              <a:lnSpc>
                <a:spcPct val="90000"/>
              </a:lnSpc>
              <a:spcBef>
                <a:spcPts val="375"/>
              </a:spcBef>
              <a:spcAft>
                <a:spcPts val="0"/>
              </a:spcAft>
              <a:buClr>
                <a:schemeClr val="dk1"/>
              </a:buClr>
              <a:buSzPts val="1800"/>
              <a:buChar char="•"/>
              <a:defRPr/>
            </a:lvl8pPr>
            <a:lvl9pPr marL="3086100" lvl="8" indent="-257175" algn="l">
              <a:lnSpc>
                <a:spcPct val="90000"/>
              </a:lnSpc>
              <a:spcBef>
                <a:spcPts val="375"/>
              </a:spcBef>
              <a:spcAft>
                <a:spcPts val="0"/>
              </a:spcAft>
              <a:buClr>
                <a:schemeClr val="dk1"/>
              </a:buClr>
              <a:buSzPts val="1800"/>
              <a:buChar char="•"/>
              <a:defRPr/>
            </a:lvl9pPr>
          </a:lstStyle>
          <a:p>
            <a:pPr lvl="0"/>
            <a:r>
              <a:rPr lang="en-US"/>
              <a:t>Click to edit Master text styles</a:t>
            </a:r>
          </a:p>
        </p:txBody>
      </p:sp>
      <p:sp>
        <p:nvSpPr>
          <p:cNvPr id="29" name="Google Shape;29;p50"/>
          <p:cNvSpPr txBox="1">
            <a:spLocks noGrp="1"/>
          </p:cNvSpPr>
          <p:nvPr>
            <p:ph type="body" idx="2"/>
          </p:nvPr>
        </p:nvSpPr>
        <p:spPr>
          <a:xfrm>
            <a:off x="6172202" y="1825625"/>
            <a:ext cx="5542956" cy="4351338"/>
          </a:xfrm>
          <a:prstGeom prst="rect">
            <a:avLst/>
          </a:prstGeom>
          <a:noFill/>
          <a:ln>
            <a:noFill/>
          </a:ln>
        </p:spPr>
        <p:txBody>
          <a:bodyPr spcFirstLastPara="1" wrap="square" lIns="91425" tIns="45700" rIns="91425" bIns="45700" anchor="t" anchorCtr="0">
            <a:noAutofit/>
          </a:bodyPr>
          <a:lstStyle>
            <a:lvl1pPr marL="342900" lvl="0" indent="-285750" algn="l">
              <a:lnSpc>
                <a:spcPct val="100000"/>
              </a:lnSpc>
              <a:spcBef>
                <a:spcPts val="750"/>
              </a:spcBef>
              <a:spcAft>
                <a:spcPts val="0"/>
              </a:spcAft>
              <a:buSzPts val="2400"/>
              <a:buChar char="•"/>
              <a:defRPr sz="1800"/>
            </a:lvl1pPr>
            <a:lvl2pPr marL="685800" lvl="1" indent="-285750" algn="l">
              <a:lnSpc>
                <a:spcPct val="100000"/>
              </a:lnSpc>
              <a:spcBef>
                <a:spcPts val="600"/>
              </a:spcBef>
              <a:spcAft>
                <a:spcPts val="0"/>
              </a:spcAft>
              <a:buSzPts val="2400"/>
              <a:buChar char="−"/>
              <a:defRPr sz="1800" b="0"/>
            </a:lvl2pPr>
            <a:lvl3pPr marL="1028700" lvl="2" indent="-262889" algn="l">
              <a:lnSpc>
                <a:spcPct val="100000"/>
              </a:lnSpc>
              <a:spcBef>
                <a:spcPts val="600"/>
              </a:spcBef>
              <a:spcAft>
                <a:spcPts val="0"/>
              </a:spcAft>
              <a:buSzPts val="1920"/>
              <a:buChar char="▪"/>
              <a:defRPr sz="1800" b="0"/>
            </a:lvl3pPr>
            <a:lvl4pPr marL="1371600" marR="0" lvl="3" indent="-285750" algn="l">
              <a:lnSpc>
                <a:spcPct val="90000"/>
              </a:lnSpc>
              <a:spcBef>
                <a:spcPts val="600"/>
              </a:spcBef>
              <a:spcAft>
                <a:spcPts val="0"/>
              </a:spcAft>
              <a:buClr>
                <a:schemeClr val="dk1"/>
              </a:buClr>
              <a:buSzPts val="2400"/>
              <a:buFont typeface="Arial"/>
              <a:buChar char="•"/>
              <a:defRPr/>
            </a:lvl4pPr>
            <a:lvl5pPr marL="1714500" lvl="4" indent="-257175" algn="l">
              <a:lnSpc>
                <a:spcPct val="90000"/>
              </a:lnSpc>
              <a:spcBef>
                <a:spcPts val="375"/>
              </a:spcBef>
              <a:spcAft>
                <a:spcPts val="0"/>
              </a:spcAft>
              <a:buClr>
                <a:schemeClr val="accent1"/>
              </a:buClr>
              <a:buSzPts val="1800"/>
              <a:buChar char="•"/>
              <a:defRPr/>
            </a:lvl5pPr>
            <a:lvl6pPr marL="2057400" lvl="5" indent="-257175" algn="l">
              <a:lnSpc>
                <a:spcPct val="90000"/>
              </a:lnSpc>
              <a:spcBef>
                <a:spcPts val="375"/>
              </a:spcBef>
              <a:spcAft>
                <a:spcPts val="0"/>
              </a:spcAft>
              <a:buClr>
                <a:schemeClr val="dk1"/>
              </a:buClr>
              <a:buSzPts val="1800"/>
              <a:buChar char="•"/>
              <a:defRPr/>
            </a:lvl6pPr>
            <a:lvl7pPr marL="2400300" lvl="6" indent="-257175" algn="l">
              <a:lnSpc>
                <a:spcPct val="90000"/>
              </a:lnSpc>
              <a:spcBef>
                <a:spcPts val="375"/>
              </a:spcBef>
              <a:spcAft>
                <a:spcPts val="0"/>
              </a:spcAft>
              <a:buClr>
                <a:schemeClr val="dk1"/>
              </a:buClr>
              <a:buSzPts val="1800"/>
              <a:buChar char="•"/>
              <a:defRPr/>
            </a:lvl7pPr>
            <a:lvl8pPr marL="2743200" lvl="7" indent="-257175" algn="l">
              <a:lnSpc>
                <a:spcPct val="90000"/>
              </a:lnSpc>
              <a:spcBef>
                <a:spcPts val="375"/>
              </a:spcBef>
              <a:spcAft>
                <a:spcPts val="0"/>
              </a:spcAft>
              <a:buClr>
                <a:schemeClr val="dk1"/>
              </a:buClr>
              <a:buSzPts val="1800"/>
              <a:buChar char="•"/>
              <a:defRPr/>
            </a:lvl8pPr>
            <a:lvl9pPr marL="3086100" lvl="8" indent="-257175" algn="l">
              <a:lnSpc>
                <a:spcPct val="90000"/>
              </a:lnSpc>
              <a:spcBef>
                <a:spcPts val="375"/>
              </a:spcBef>
              <a:spcAft>
                <a:spcPts val="0"/>
              </a:spcAft>
              <a:buClr>
                <a:schemeClr val="dk1"/>
              </a:buClr>
              <a:buSzPts val="1800"/>
              <a:buChar char="•"/>
              <a:defRPr/>
            </a:lvl9pPr>
          </a:lstStyle>
          <a:p>
            <a:pPr lvl="0"/>
            <a:r>
              <a:rPr lang="en-US"/>
              <a:t>Click to edit Master text styles</a:t>
            </a:r>
          </a:p>
        </p:txBody>
      </p:sp>
    </p:spTree>
    <p:extLst>
      <p:ext uri="{BB962C8B-B14F-4D97-AF65-F5344CB8AC3E}">
        <p14:creationId xmlns:p14="http://schemas.microsoft.com/office/powerpoint/2010/main" val="3335657221"/>
      </p:ext>
    </p:extLst>
  </p:cSld>
  <p:clrMapOvr>
    <a:masterClrMapping/>
  </p:clrMapOvr>
</p:sldLayout>
</file>

<file path=ppt/slideLayouts/slideLayout45.xml><?xml version="1.0" encoding="utf-8"?>
<p:sldLayout xmlns:a="http://schemas.openxmlformats.org/drawingml/2006/main" xmlns:r="http://schemas.openxmlformats.org/officeDocument/2006/relationships" xmlns:p="http://schemas.openxmlformats.org/presentationml/2006/main" matchingName="Title and Content" type="obj" preserve="1">
  <p:cSld name="Title and Content">
    <p:spTree>
      <p:nvGrpSpPr>
        <p:cNvPr id="1" name="Shape 30"/>
        <p:cNvGrpSpPr/>
        <p:nvPr/>
      </p:nvGrpSpPr>
      <p:grpSpPr>
        <a:xfrm>
          <a:off x="0" y="0"/>
          <a:ext cx="0" cy="0"/>
          <a:chOff x="0" y="0"/>
          <a:chExt cx="0" cy="0"/>
        </a:xfrm>
      </p:grpSpPr>
      <p:sp>
        <p:nvSpPr>
          <p:cNvPr id="31" name="Google Shape;31;p51"/>
          <p:cNvSpPr txBox="1">
            <a:spLocks noGrp="1"/>
          </p:cNvSpPr>
          <p:nvPr>
            <p:ph type="title"/>
          </p:nvPr>
        </p:nvSpPr>
        <p:spPr>
          <a:xfrm>
            <a:off x="476845" y="473249"/>
            <a:ext cx="11241915" cy="1217447"/>
          </a:xfrm>
          <a:prstGeom prst="rect">
            <a:avLst/>
          </a:prstGeom>
          <a:noFill/>
          <a:ln>
            <a:noFill/>
          </a:ln>
        </p:spPr>
        <p:txBody>
          <a:bodyPr spcFirstLastPara="1" wrap="square" lIns="91425" tIns="45700" rIns="91425" bIns="45700" anchor="t" anchorCtr="0">
            <a:noAutofit/>
          </a:bodyPr>
          <a:lstStyle>
            <a:lvl1pPr lvl="0" algn="ctr">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r>
              <a:rPr lang="en-US"/>
              <a:t>Click to edit Master title style</a:t>
            </a:r>
            <a:endParaRPr/>
          </a:p>
        </p:txBody>
      </p:sp>
      <p:sp>
        <p:nvSpPr>
          <p:cNvPr id="32" name="Google Shape;32;p51"/>
          <p:cNvSpPr txBox="1">
            <a:spLocks noGrp="1"/>
          </p:cNvSpPr>
          <p:nvPr>
            <p:ph type="body" idx="1"/>
          </p:nvPr>
        </p:nvSpPr>
        <p:spPr>
          <a:xfrm>
            <a:off x="476845" y="1825625"/>
            <a:ext cx="11241915" cy="4351338"/>
          </a:xfrm>
          <a:prstGeom prst="rect">
            <a:avLst/>
          </a:prstGeom>
          <a:noFill/>
          <a:ln>
            <a:noFill/>
          </a:ln>
        </p:spPr>
        <p:txBody>
          <a:bodyPr spcFirstLastPara="1" wrap="square" lIns="91425" tIns="45700" rIns="91425" bIns="45700" anchor="t" anchorCtr="0">
            <a:noAutofit/>
          </a:bodyPr>
          <a:lstStyle>
            <a:lvl1pPr marL="342900" lvl="0" indent="-257175" algn="l">
              <a:lnSpc>
                <a:spcPct val="100000"/>
              </a:lnSpc>
              <a:spcBef>
                <a:spcPts val="750"/>
              </a:spcBef>
              <a:spcAft>
                <a:spcPts val="0"/>
              </a:spcAft>
              <a:buSzPts val="1800"/>
              <a:buChar char="•"/>
              <a:defRPr/>
            </a:lvl1pPr>
            <a:lvl2pPr marL="685800" lvl="1" indent="-257175" algn="l">
              <a:lnSpc>
                <a:spcPct val="100000"/>
              </a:lnSpc>
              <a:spcBef>
                <a:spcPts val="600"/>
              </a:spcBef>
              <a:spcAft>
                <a:spcPts val="0"/>
              </a:spcAft>
              <a:buSzPts val="1800"/>
              <a:buChar char="−"/>
              <a:defRPr/>
            </a:lvl2pPr>
            <a:lvl3pPr marL="1028700" lvl="2" indent="-240029" algn="l">
              <a:lnSpc>
                <a:spcPct val="100000"/>
              </a:lnSpc>
              <a:spcBef>
                <a:spcPts val="600"/>
              </a:spcBef>
              <a:spcAft>
                <a:spcPts val="0"/>
              </a:spcAft>
              <a:buSzPts val="1440"/>
              <a:buChar char="▪"/>
              <a:defRPr/>
            </a:lvl3pPr>
            <a:lvl4pPr marL="1371600" lvl="3" indent="-257175" algn="l">
              <a:lnSpc>
                <a:spcPct val="90000"/>
              </a:lnSpc>
              <a:spcBef>
                <a:spcPts val="600"/>
              </a:spcBef>
              <a:spcAft>
                <a:spcPts val="0"/>
              </a:spcAft>
              <a:buSzPts val="1800"/>
              <a:buChar char="•"/>
              <a:defRPr/>
            </a:lvl4pPr>
            <a:lvl5pPr marL="1714500" lvl="4" indent="-257175" algn="l">
              <a:lnSpc>
                <a:spcPct val="90000"/>
              </a:lnSpc>
              <a:spcBef>
                <a:spcPts val="375"/>
              </a:spcBef>
              <a:spcAft>
                <a:spcPts val="0"/>
              </a:spcAft>
              <a:buClr>
                <a:schemeClr val="accent1"/>
              </a:buClr>
              <a:buSzPts val="1800"/>
              <a:buChar char="•"/>
              <a:defRPr/>
            </a:lvl5pPr>
            <a:lvl6pPr marL="2057400" lvl="5" indent="-257175" algn="l">
              <a:lnSpc>
                <a:spcPct val="90000"/>
              </a:lnSpc>
              <a:spcBef>
                <a:spcPts val="375"/>
              </a:spcBef>
              <a:spcAft>
                <a:spcPts val="0"/>
              </a:spcAft>
              <a:buClr>
                <a:schemeClr val="dk1"/>
              </a:buClr>
              <a:buSzPts val="1800"/>
              <a:buChar char="•"/>
              <a:defRPr/>
            </a:lvl6pPr>
            <a:lvl7pPr marL="2400300" lvl="6" indent="-257175" algn="l">
              <a:lnSpc>
                <a:spcPct val="90000"/>
              </a:lnSpc>
              <a:spcBef>
                <a:spcPts val="375"/>
              </a:spcBef>
              <a:spcAft>
                <a:spcPts val="0"/>
              </a:spcAft>
              <a:buClr>
                <a:schemeClr val="dk1"/>
              </a:buClr>
              <a:buSzPts val="1800"/>
              <a:buChar char="•"/>
              <a:defRPr/>
            </a:lvl7pPr>
            <a:lvl8pPr marL="2743200" lvl="7" indent="-257175" algn="l">
              <a:lnSpc>
                <a:spcPct val="90000"/>
              </a:lnSpc>
              <a:spcBef>
                <a:spcPts val="375"/>
              </a:spcBef>
              <a:spcAft>
                <a:spcPts val="0"/>
              </a:spcAft>
              <a:buClr>
                <a:schemeClr val="dk1"/>
              </a:buClr>
              <a:buSzPts val="1800"/>
              <a:buChar char="•"/>
              <a:defRPr/>
            </a:lvl8pPr>
            <a:lvl9pPr marL="3086100" lvl="8" indent="-257175" algn="l">
              <a:lnSpc>
                <a:spcPct val="90000"/>
              </a:lnSpc>
              <a:spcBef>
                <a:spcPts val="375"/>
              </a:spcBef>
              <a:spcAft>
                <a:spcPts val="0"/>
              </a:spcAft>
              <a:buClr>
                <a:schemeClr val="dk1"/>
              </a:buClr>
              <a:buSzPts val="1800"/>
              <a:buChar char="•"/>
              <a:defRPr/>
            </a:lvl9pPr>
          </a:lstStyle>
          <a:p>
            <a:pPr lvl="0"/>
            <a:r>
              <a:rPr lang="en-US"/>
              <a:t>Click to edit Master text styles</a:t>
            </a:r>
          </a:p>
        </p:txBody>
      </p:sp>
      <p:sp>
        <p:nvSpPr>
          <p:cNvPr id="33" name="Google Shape;33;p51"/>
          <p:cNvSpPr txBox="1">
            <a:spLocks noGrp="1"/>
          </p:cNvSpPr>
          <p:nvPr>
            <p:ph type="dt" idx="10"/>
          </p:nvPr>
        </p:nvSpPr>
        <p:spPr>
          <a:xfrm>
            <a:off x="0" y="0"/>
            <a:ext cx="3000000" cy="3000000"/>
          </a:xfrm>
          <a:prstGeom prst="rect">
            <a:avLst/>
          </a:prstGeom>
          <a:noFill/>
          <a:ln>
            <a:noFill/>
          </a:ln>
        </p:spPr>
        <p:txBody>
          <a:bodyPr spcFirstLastPara="1" wrap="square" lIns="91425" tIns="45700" rIns="91425" bIns="45700" anchor="t" anchorCtr="0">
            <a:noAutofit/>
          </a:bodyPr>
          <a:lstStyle>
            <a:lvl1pPr marR="0" lvl="0" algn="l" rtl="0">
              <a:spcBef>
                <a:spcPts val="0"/>
              </a:spcBef>
              <a:spcAft>
                <a:spcPts val="0"/>
              </a:spcAft>
              <a:buSzPts val="1400"/>
              <a:buNone/>
              <a:defRPr sz="1350">
                <a:solidFill>
                  <a:schemeClr val="dk1"/>
                </a:solidFill>
                <a:latin typeface="Calibri"/>
                <a:ea typeface="Calibri"/>
                <a:cs typeface="Calibri"/>
                <a:sym typeface="Calibri"/>
              </a:defRPr>
            </a:lvl1pPr>
            <a:lvl2pPr marR="0" lvl="1" algn="l" rtl="0">
              <a:spcBef>
                <a:spcPts val="0"/>
              </a:spcBef>
              <a:spcAft>
                <a:spcPts val="0"/>
              </a:spcAft>
              <a:buSzPts val="1400"/>
              <a:buNone/>
              <a:defRPr sz="135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35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35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35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35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35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35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350" b="0" i="0" u="none" strike="noStrike" cap="none">
                <a:solidFill>
                  <a:schemeClr val="dk1"/>
                </a:solidFill>
                <a:latin typeface="Calibri"/>
                <a:ea typeface="Calibri"/>
                <a:cs typeface="Calibri"/>
                <a:sym typeface="Calibri"/>
              </a:defRPr>
            </a:lvl9pPr>
          </a:lstStyle>
          <a:p>
            <a:pPr lvl="0"/>
            <a:fld id="{9A670BA7-DE87-4785-B054-11F5AB483884}" type="datetime1">
              <a:rPr lang="en-US" smtClean="0"/>
              <a:pPr lvl="0"/>
              <a:t>12/4/2024</a:t>
            </a:fld>
            <a:endParaRPr lang="en-US"/>
          </a:p>
        </p:txBody>
      </p:sp>
      <p:sp>
        <p:nvSpPr>
          <p:cNvPr id="34" name="Google Shape;34;p51"/>
          <p:cNvSpPr txBox="1">
            <a:spLocks noGrp="1"/>
          </p:cNvSpPr>
          <p:nvPr>
            <p:ph type="ftr" idx="11"/>
          </p:nvPr>
        </p:nvSpPr>
        <p:spPr>
          <a:xfrm>
            <a:off x="0" y="0"/>
            <a:ext cx="3000000" cy="3000000"/>
          </a:xfrm>
          <a:prstGeom prst="rect">
            <a:avLst/>
          </a:prstGeom>
          <a:noFill/>
          <a:ln>
            <a:noFill/>
          </a:ln>
        </p:spPr>
        <p:txBody>
          <a:bodyPr spcFirstLastPara="1" wrap="square" lIns="91425" tIns="45700" rIns="91425" bIns="45700" anchor="t" anchorCtr="0">
            <a:noAutofit/>
          </a:bodyPr>
          <a:lstStyle>
            <a:lvl1pPr marR="0" lvl="0" algn="l" rtl="0">
              <a:spcBef>
                <a:spcPts val="0"/>
              </a:spcBef>
              <a:spcAft>
                <a:spcPts val="0"/>
              </a:spcAft>
              <a:buSzPts val="1400"/>
              <a:buNone/>
              <a:defRPr sz="1350">
                <a:solidFill>
                  <a:schemeClr val="dk1"/>
                </a:solidFill>
                <a:latin typeface="Calibri"/>
                <a:ea typeface="Calibri"/>
                <a:cs typeface="Calibri"/>
                <a:sym typeface="Calibri"/>
              </a:defRPr>
            </a:lvl1pPr>
            <a:lvl2pPr marR="0" lvl="1" algn="l" rtl="0">
              <a:spcBef>
                <a:spcPts val="0"/>
              </a:spcBef>
              <a:spcAft>
                <a:spcPts val="0"/>
              </a:spcAft>
              <a:buSzPts val="1400"/>
              <a:buNone/>
              <a:defRPr sz="135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35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35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35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35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35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35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350" b="0" i="0" u="none" strike="noStrike" cap="none">
                <a:solidFill>
                  <a:schemeClr val="dk1"/>
                </a:solidFill>
                <a:latin typeface="Calibri"/>
                <a:ea typeface="Calibri"/>
                <a:cs typeface="Calibri"/>
                <a:sym typeface="Calibri"/>
              </a:defRPr>
            </a:lvl9pPr>
          </a:lstStyle>
          <a:p>
            <a:pPr lvl="0"/>
            <a:endParaRPr lang="en-US"/>
          </a:p>
        </p:txBody>
      </p:sp>
      <p:sp>
        <p:nvSpPr>
          <p:cNvPr id="35" name="Google Shape;35;p51"/>
          <p:cNvSpPr txBox="1">
            <a:spLocks noGrp="1"/>
          </p:cNvSpPr>
          <p:nvPr>
            <p:ph type="sldNum" idx="12"/>
          </p:nvPr>
        </p:nvSpPr>
        <p:spPr>
          <a:xfrm>
            <a:off x="0" y="0"/>
            <a:ext cx="3000000" cy="3000000"/>
          </a:xfrm>
          <a:prstGeom prst="rect">
            <a:avLst/>
          </a:prstGeom>
          <a:noFill/>
          <a:ln>
            <a:noFill/>
          </a:ln>
        </p:spPr>
        <p:txBody>
          <a:bodyPr spcFirstLastPara="1" wrap="square" lIns="91425" tIns="45700" rIns="91425" bIns="45700" anchor="t" anchorCtr="0">
            <a:noAutofit/>
          </a:bodyPr>
          <a:lstStyle>
            <a:lvl1pPr marL="0" marR="0" lvl="0" indent="0" algn="l" rtl="0">
              <a:spcBef>
                <a:spcPts val="0"/>
              </a:spcBef>
              <a:spcAft>
                <a:spcPts val="0"/>
              </a:spcAft>
              <a:buNone/>
              <a:defRPr sz="1350">
                <a:solidFill>
                  <a:schemeClr val="dk1"/>
                </a:solidFill>
                <a:latin typeface="Calibri"/>
                <a:ea typeface="Calibri"/>
                <a:cs typeface="Calibri"/>
                <a:sym typeface="Calibri"/>
              </a:defRPr>
            </a:lvl1pPr>
            <a:lvl2pPr marL="0" marR="0" lvl="1" indent="0" algn="l" rtl="0">
              <a:spcBef>
                <a:spcPts val="0"/>
              </a:spcBef>
              <a:spcAft>
                <a:spcPts val="0"/>
              </a:spcAft>
              <a:buNone/>
              <a:defRPr sz="1350">
                <a:solidFill>
                  <a:schemeClr val="dk1"/>
                </a:solidFill>
                <a:latin typeface="Calibri"/>
                <a:ea typeface="Calibri"/>
                <a:cs typeface="Calibri"/>
                <a:sym typeface="Calibri"/>
              </a:defRPr>
            </a:lvl2pPr>
            <a:lvl3pPr marL="0" marR="0" lvl="2" indent="0" algn="l" rtl="0">
              <a:spcBef>
                <a:spcPts val="0"/>
              </a:spcBef>
              <a:spcAft>
                <a:spcPts val="0"/>
              </a:spcAft>
              <a:buNone/>
              <a:defRPr sz="1350">
                <a:solidFill>
                  <a:schemeClr val="dk1"/>
                </a:solidFill>
                <a:latin typeface="Calibri"/>
                <a:ea typeface="Calibri"/>
                <a:cs typeface="Calibri"/>
                <a:sym typeface="Calibri"/>
              </a:defRPr>
            </a:lvl3pPr>
            <a:lvl4pPr marL="0" marR="0" lvl="3" indent="0" algn="l" rtl="0">
              <a:spcBef>
                <a:spcPts val="0"/>
              </a:spcBef>
              <a:spcAft>
                <a:spcPts val="0"/>
              </a:spcAft>
              <a:buNone/>
              <a:defRPr sz="1350">
                <a:solidFill>
                  <a:schemeClr val="dk1"/>
                </a:solidFill>
                <a:latin typeface="Calibri"/>
                <a:ea typeface="Calibri"/>
                <a:cs typeface="Calibri"/>
                <a:sym typeface="Calibri"/>
              </a:defRPr>
            </a:lvl4pPr>
            <a:lvl5pPr marL="0" marR="0" lvl="4" indent="0" algn="l" rtl="0">
              <a:spcBef>
                <a:spcPts val="0"/>
              </a:spcBef>
              <a:spcAft>
                <a:spcPts val="0"/>
              </a:spcAft>
              <a:buNone/>
              <a:defRPr sz="1350">
                <a:solidFill>
                  <a:schemeClr val="dk1"/>
                </a:solidFill>
                <a:latin typeface="Calibri"/>
                <a:ea typeface="Calibri"/>
                <a:cs typeface="Calibri"/>
                <a:sym typeface="Calibri"/>
              </a:defRPr>
            </a:lvl5pPr>
            <a:lvl6pPr marL="0" marR="0" lvl="5" indent="0" algn="l" rtl="0">
              <a:spcBef>
                <a:spcPts val="0"/>
              </a:spcBef>
              <a:spcAft>
                <a:spcPts val="0"/>
              </a:spcAft>
              <a:buNone/>
              <a:defRPr sz="1350">
                <a:solidFill>
                  <a:schemeClr val="dk1"/>
                </a:solidFill>
                <a:latin typeface="Calibri"/>
                <a:ea typeface="Calibri"/>
                <a:cs typeface="Calibri"/>
                <a:sym typeface="Calibri"/>
              </a:defRPr>
            </a:lvl6pPr>
            <a:lvl7pPr marL="0" marR="0" lvl="6" indent="0" algn="l" rtl="0">
              <a:spcBef>
                <a:spcPts val="0"/>
              </a:spcBef>
              <a:spcAft>
                <a:spcPts val="0"/>
              </a:spcAft>
              <a:buNone/>
              <a:defRPr sz="1350">
                <a:solidFill>
                  <a:schemeClr val="dk1"/>
                </a:solidFill>
                <a:latin typeface="Calibri"/>
                <a:ea typeface="Calibri"/>
                <a:cs typeface="Calibri"/>
                <a:sym typeface="Calibri"/>
              </a:defRPr>
            </a:lvl7pPr>
            <a:lvl8pPr marL="0" marR="0" lvl="7" indent="0" algn="l" rtl="0">
              <a:spcBef>
                <a:spcPts val="0"/>
              </a:spcBef>
              <a:spcAft>
                <a:spcPts val="0"/>
              </a:spcAft>
              <a:buNone/>
              <a:defRPr sz="1350">
                <a:solidFill>
                  <a:schemeClr val="dk1"/>
                </a:solidFill>
                <a:latin typeface="Calibri"/>
                <a:ea typeface="Calibri"/>
                <a:cs typeface="Calibri"/>
                <a:sym typeface="Calibri"/>
              </a:defRPr>
            </a:lvl8pPr>
            <a:lvl9pPr marL="0" marR="0" lvl="8" indent="0" algn="l" rtl="0">
              <a:spcBef>
                <a:spcPts val="0"/>
              </a:spcBef>
              <a:spcAft>
                <a:spcPts val="0"/>
              </a:spcAft>
              <a:buNone/>
              <a:defRPr sz="1350">
                <a:solidFill>
                  <a:schemeClr val="dk1"/>
                </a:solidFill>
                <a:latin typeface="Calibri"/>
                <a:ea typeface="Calibri"/>
                <a:cs typeface="Calibri"/>
                <a:sym typeface="Calibri"/>
              </a:defRPr>
            </a:lvl9pPr>
          </a:lstStyle>
          <a:p>
            <a:pPr lvl="0"/>
            <a:fld id="{7FB27F77-B5FC-4EE7-9679-D86DADD66064}" type="slidenum">
              <a:rPr lang="en-US" smtClean="0"/>
              <a:t>‹#›</a:t>
            </a:fld>
            <a:endParaRPr lang="en-US"/>
          </a:p>
        </p:txBody>
      </p:sp>
    </p:spTree>
    <p:extLst>
      <p:ext uri="{BB962C8B-B14F-4D97-AF65-F5344CB8AC3E}">
        <p14:creationId xmlns:p14="http://schemas.microsoft.com/office/powerpoint/2010/main" val="2460741268"/>
      </p:ext>
    </p:extLst>
  </p:cSld>
  <p:clrMapOvr>
    <a:masterClrMapping/>
  </p:clrMapOvr>
</p:sldLayout>
</file>

<file path=ppt/slideLayouts/slideLayout46.xml><?xml version="1.0" encoding="utf-8"?>
<p:sldLayout xmlns:a="http://schemas.openxmlformats.org/drawingml/2006/main" xmlns:r="http://schemas.openxmlformats.org/officeDocument/2006/relationships" xmlns:p="http://schemas.openxmlformats.org/presentationml/2006/main" matchingName="Section Divider" preserve="1">
  <p:cSld name="Section Divider">
    <p:spTree>
      <p:nvGrpSpPr>
        <p:cNvPr id="1" name="Shape 36"/>
        <p:cNvGrpSpPr/>
        <p:nvPr/>
      </p:nvGrpSpPr>
      <p:grpSpPr>
        <a:xfrm>
          <a:off x="0" y="0"/>
          <a:ext cx="0" cy="0"/>
          <a:chOff x="0" y="0"/>
          <a:chExt cx="0" cy="0"/>
        </a:xfrm>
      </p:grpSpPr>
      <p:pic>
        <p:nvPicPr>
          <p:cNvPr id="37" name="Google Shape;37;p52"/>
          <p:cNvPicPr preferRelativeResize="0"/>
          <p:nvPr/>
        </p:nvPicPr>
        <p:blipFill rotWithShape="1">
          <a:blip r:embed="rId2">
            <a:alphaModFix/>
          </a:blip>
          <a:srcRect/>
          <a:stretch/>
        </p:blipFill>
        <p:spPr>
          <a:xfrm>
            <a:off x="0" y="0"/>
            <a:ext cx="12192000" cy="6858000"/>
          </a:xfrm>
          <a:prstGeom prst="rect">
            <a:avLst/>
          </a:prstGeom>
          <a:noFill/>
          <a:ln>
            <a:noFill/>
          </a:ln>
        </p:spPr>
      </p:pic>
      <p:sp>
        <p:nvSpPr>
          <p:cNvPr id="38" name="Google Shape;38;p52"/>
          <p:cNvSpPr txBox="1">
            <a:spLocks noGrp="1"/>
          </p:cNvSpPr>
          <p:nvPr>
            <p:ph type="ctrTitle"/>
          </p:nvPr>
        </p:nvSpPr>
        <p:spPr>
          <a:xfrm>
            <a:off x="914400" y="1153123"/>
            <a:ext cx="10424160" cy="2387600"/>
          </a:xfrm>
          <a:prstGeom prst="rect">
            <a:avLst/>
          </a:prstGeom>
          <a:noFill/>
          <a:ln>
            <a:noFill/>
          </a:ln>
        </p:spPr>
        <p:txBody>
          <a:bodyPr spcFirstLastPara="1" wrap="square" lIns="91425" tIns="45700" rIns="91425" bIns="45700" anchor="b" anchorCtr="0">
            <a:noAutofit/>
          </a:bodyPr>
          <a:lstStyle>
            <a:lvl1pPr lvl="0" algn="ctr">
              <a:lnSpc>
                <a:spcPct val="90000"/>
              </a:lnSpc>
              <a:spcBef>
                <a:spcPts val="0"/>
              </a:spcBef>
              <a:spcAft>
                <a:spcPts val="0"/>
              </a:spcAft>
              <a:buClr>
                <a:schemeClr val="lt1"/>
              </a:buClr>
              <a:buSzPts val="5400"/>
              <a:buFont typeface="Work Sans"/>
              <a:buNone/>
              <a:defRPr sz="4050">
                <a:solidFill>
                  <a:schemeClr val="lt1"/>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r>
              <a:rPr lang="en-US"/>
              <a:t>Click to edit Master title style</a:t>
            </a:r>
            <a:endParaRPr/>
          </a:p>
        </p:txBody>
      </p:sp>
      <p:sp>
        <p:nvSpPr>
          <p:cNvPr id="39" name="Google Shape;39;p52"/>
          <p:cNvSpPr txBox="1">
            <a:spLocks noGrp="1"/>
          </p:cNvSpPr>
          <p:nvPr>
            <p:ph type="subTitle" idx="1"/>
          </p:nvPr>
        </p:nvSpPr>
        <p:spPr>
          <a:xfrm>
            <a:off x="914400" y="3809720"/>
            <a:ext cx="10424160" cy="1424930"/>
          </a:xfrm>
          <a:prstGeom prst="rect">
            <a:avLst/>
          </a:prstGeom>
          <a:noFill/>
          <a:ln>
            <a:noFill/>
          </a:ln>
        </p:spPr>
        <p:txBody>
          <a:bodyPr spcFirstLastPara="1" wrap="square" lIns="91425" tIns="45700" rIns="91425" bIns="45700" anchor="t" anchorCtr="0">
            <a:noAutofit/>
          </a:bodyPr>
          <a:lstStyle>
            <a:lvl1pPr lvl="0" algn="ctr">
              <a:lnSpc>
                <a:spcPct val="100000"/>
              </a:lnSpc>
              <a:spcBef>
                <a:spcPts val="750"/>
              </a:spcBef>
              <a:spcAft>
                <a:spcPts val="0"/>
              </a:spcAft>
              <a:buSzPts val="3600"/>
              <a:buNone/>
              <a:defRPr sz="2700">
                <a:solidFill>
                  <a:schemeClr val="lt1"/>
                </a:solidFill>
              </a:defRPr>
            </a:lvl1pPr>
            <a:lvl2pPr lvl="1" algn="ctr">
              <a:lnSpc>
                <a:spcPct val="100000"/>
              </a:lnSpc>
              <a:spcBef>
                <a:spcPts val="600"/>
              </a:spcBef>
              <a:spcAft>
                <a:spcPts val="0"/>
              </a:spcAft>
              <a:buSzPts val="2000"/>
              <a:buNone/>
              <a:defRPr sz="1500"/>
            </a:lvl2pPr>
            <a:lvl3pPr lvl="2" algn="ctr">
              <a:lnSpc>
                <a:spcPct val="100000"/>
              </a:lnSpc>
              <a:spcBef>
                <a:spcPts val="600"/>
              </a:spcBef>
              <a:spcAft>
                <a:spcPts val="0"/>
              </a:spcAft>
              <a:buSzPts val="1440"/>
              <a:buNone/>
              <a:defRPr sz="1350"/>
            </a:lvl3pPr>
            <a:lvl4pPr lvl="3" algn="ctr">
              <a:lnSpc>
                <a:spcPct val="90000"/>
              </a:lnSpc>
              <a:spcBef>
                <a:spcPts val="600"/>
              </a:spcBef>
              <a:spcAft>
                <a:spcPts val="0"/>
              </a:spcAft>
              <a:buSzPts val="1600"/>
              <a:buNone/>
              <a:defRPr sz="1200"/>
            </a:lvl4pPr>
            <a:lvl5pPr lvl="4" algn="ctr">
              <a:lnSpc>
                <a:spcPct val="90000"/>
              </a:lnSpc>
              <a:spcBef>
                <a:spcPts val="375"/>
              </a:spcBef>
              <a:spcAft>
                <a:spcPts val="0"/>
              </a:spcAft>
              <a:buClr>
                <a:schemeClr val="accent1"/>
              </a:buClr>
              <a:buSzPts val="1600"/>
              <a:buNone/>
              <a:defRPr sz="1200"/>
            </a:lvl5pPr>
            <a:lvl6pPr lvl="5" algn="ctr">
              <a:lnSpc>
                <a:spcPct val="90000"/>
              </a:lnSpc>
              <a:spcBef>
                <a:spcPts val="375"/>
              </a:spcBef>
              <a:spcAft>
                <a:spcPts val="0"/>
              </a:spcAft>
              <a:buClr>
                <a:schemeClr val="dk1"/>
              </a:buClr>
              <a:buSzPts val="1600"/>
              <a:buNone/>
              <a:defRPr sz="1200"/>
            </a:lvl6pPr>
            <a:lvl7pPr lvl="6" algn="ctr">
              <a:lnSpc>
                <a:spcPct val="90000"/>
              </a:lnSpc>
              <a:spcBef>
                <a:spcPts val="375"/>
              </a:spcBef>
              <a:spcAft>
                <a:spcPts val="0"/>
              </a:spcAft>
              <a:buClr>
                <a:schemeClr val="dk1"/>
              </a:buClr>
              <a:buSzPts val="1600"/>
              <a:buNone/>
              <a:defRPr sz="1200"/>
            </a:lvl7pPr>
            <a:lvl8pPr lvl="7" algn="ctr">
              <a:lnSpc>
                <a:spcPct val="90000"/>
              </a:lnSpc>
              <a:spcBef>
                <a:spcPts val="375"/>
              </a:spcBef>
              <a:spcAft>
                <a:spcPts val="0"/>
              </a:spcAft>
              <a:buClr>
                <a:schemeClr val="dk1"/>
              </a:buClr>
              <a:buSzPts val="1600"/>
              <a:buNone/>
              <a:defRPr sz="1200"/>
            </a:lvl8pPr>
            <a:lvl9pPr lvl="8" algn="ctr">
              <a:lnSpc>
                <a:spcPct val="90000"/>
              </a:lnSpc>
              <a:spcBef>
                <a:spcPts val="375"/>
              </a:spcBef>
              <a:spcAft>
                <a:spcPts val="0"/>
              </a:spcAft>
              <a:buClr>
                <a:schemeClr val="dk1"/>
              </a:buClr>
              <a:buSzPts val="1600"/>
              <a:buNone/>
              <a:defRPr sz="1200"/>
            </a:lvl9pPr>
          </a:lstStyle>
          <a:p>
            <a:r>
              <a:rPr lang="en-US"/>
              <a:t>Click to edit Master subtitle style</a:t>
            </a:r>
            <a:endParaRPr/>
          </a:p>
        </p:txBody>
      </p:sp>
      <p:pic>
        <p:nvPicPr>
          <p:cNvPr id="40" name="Google Shape;40;p52"/>
          <p:cNvPicPr preferRelativeResize="0"/>
          <p:nvPr/>
        </p:nvPicPr>
        <p:blipFill rotWithShape="1">
          <a:blip r:embed="rId3">
            <a:alphaModFix/>
          </a:blip>
          <a:srcRect/>
          <a:stretch/>
        </p:blipFill>
        <p:spPr>
          <a:xfrm>
            <a:off x="183090" y="6223889"/>
            <a:ext cx="1820281" cy="610675"/>
          </a:xfrm>
          <a:prstGeom prst="rect">
            <a:avLst/>
          </a:prstGeom>
          <a:noFill/>
          <a:ln>
            <a:noFill/>
          </a:ln>
        </p:spPr>
      </p:pic>
      <p:sp>
        <p:nvSpPr>
          <p:cNvPr id="41" name="Google Shape;41;p52"/>
          <p:cNvSpPr txBox="1"/>
          <p:nvPr/>
        </p:nvSpPr>
        <p:spPr>
          <a:xfrm>
            <a:off x="11082189" y="6449054"/>
            <a:ext cx="734291" cy="365760"/>
          </a:xfrm>
          <a:prstGeom prst="rect">
            <a:avLst/>
          </a:prstGeom>
          <a:noFill/>
          <a:ln>
            <a:noFill/>
          </a:ln>
        </p:spPr>
        <p:txBody>
          <a:bodyPr spcFirstLastPara="1" wrap="square" lIns="68569" tIns="34275" rIns="68569" bIns="34275" anchor="ctr" anchorCtr="0">
            <a:noAutofit/>
          </a:bodyPr>
          <a:lstStyle/>
          <a:p>
            <a:pPr marL="0" marR="0" lvl="0" indent="0" algn="r" rtl="0">
              <a:spcBef>
                <a:spcPts val="0"/>
              </a:spcBef>
              <a:spcAft>
                <a:spcPts val="0"/>
              </a:spcAft>
              <a:buNone/>
            </a:pPr>
            <a:fld id="{00000000-1234-1234-1234-123412341234}" type="slidenum">
              <a:rPr lang="en-US" sz="825">
                <a:solidFill>
                  <a:schemeClr val="lt1"/>
                </a:solidFill>
                <a:latin typeface="Work Sans"/>
                <a:ea typeface="Work Sans"/>
                <a:cs typeface="Work Sans"/>
                <a:sym typeface="Work Sans"/>
              </a:rPr>
              <a:pPr marL="0" marR="0" lvl="0" indent="0" algn="r" rtl="0">
                <a:spcBef>
                  <a:spcPts val="0"/>
                </a:spcBef>
                <a:spcAft>
                  <a:spcPts val="0"/>
                </a:spcAft>
                <a:buNone/>
              </a:pPr>
              <a:t>‹#›</a:t>
            </a:fld>
            <a:endParaRPr sz="825">
              <a:solidFill>
                <a:schemeClr val="lt1"/>
              </a:solidFill>
              <a:latin typeface="Work Sans"/>
              <a:ea typeface="Work Sans"/>
              <a:cs typeface="Work Sans"/>
              <a:sym typeface="Work Sans"/>
            </a:endParaRPr>
          </a:p>
        </p:txBody>
      </p:sp>
      <p:sp>
        <p:nvSpPr>
          <p:cNvPr id="42" name="Google Shape;42;p52"/>
          <p:cNvSpPr txBox="1"/>
          <p:nvPr/>
        </p:nvSpPr>
        <p:spPr>
          <a:xfrm>
            <a:off x="2322513" y="6393562"/>
            <a:ext cx="8677275" cy="346218"/>
          </a:xfrm>
          <a:prstGeom prst="rect">
            <a:avLst/>
          </a:prstGeom>
          <a:noFill/>
          <a:ln>
            <a:noFill/>
          </a:ln>
        </p:spPr>
        <p:txBody>
          <a:bodyPr spcFirstLastPara="1" wrap="square" lIns="68569" tIns="34275" rIns="68569" bIns="34275" anchor="t" anchorCtr="0">
            <a:spAutoFit/>
          </a:bodyPr>
          <a:lstStyle/>
          <a:p>
            <a:pPr marL="0" marR="0" lvl="0" indent="0" algn="l" rtl="0">
              <a:lnSpc>
                <a:spcPct val="100000"/>
              </a:lnSpc>
              <a:spcBef>
                <a:spcPts val="0"/>
              </a:spcBef>
              <a:spcAft>
                <a:spcPts val="0"/>
              </a:spcAft>
              <a:buClr>
                <a:schemeClr val="lt1"/>
              </a:buClr>
              <a:buSzPts val="1200"/>
              <a:buFont typeface="Arial"/>
              <a:buNone/>
            </a:pPr>
            <a:r>
              <a:rPr lang="en-US" sz="900">
                <a:solidFill>
                  <a:schemeClr val="lt1"/>
                </a:solidFill>
                <a:latin typeface="Arial"/>
                <a:ea typeface="Arial"/>
                <a:cs typeface="Arial"/>
                <a:sym typeface="Arial"/>
              </a:rPr>
              <a:t>Rob Thompson and Jack Erjavec, Automotive Technology: A Systems Approach, 8</a:t>
            </a:r>
            <a:r>
              <a:rPr lang="en-US" sz="900" baseline="30000">
                <a:solidFill>
                  <a:schemeClr val="lt1"/>
                </a:solidFill>
                <a:latin typeface="Arial"/>
                <a:ea typeface="Arial"/>
                <a:cs typeface="Arial"/>
                <a:sym typeface="Arial"/>
              </a:rPr>
              <a:t>th</a:t>
            </a:r>
            <a:r>
              <a:rPr lang="en-US" sz="900">
                <a:solidFill>
                  <a:schemeClr val="lt1"/>
                </a:solidFill>
                <a:latin typeface="Arial"/>
                <a:ea typeface="Arial"/>
                <a:cs typeface="Arial"/>
                <a:sym typeface="Arial"/>
              </a:rPr>
              <a:t> Edition. © 2025 Cengage. All Rights Reserved. May not be scanned, copied or duplicated, or posted to a publicly accessible website, in whole or in part.</a:t>
            </a:r>
            <a:endParaRPr sz="1050"/>
          </a:p>
        </p:txBody>
      </p:sp>
    </p:spTree>
    <p:extLst>
      <p:ext uri="{BB962C8B-B14F-4D97-AF65-F5344CB8AC3E}">
        <p14:creationId xmlns:p14="http://schemas.microsoft.com/office/powerpoint/2010/main" val="992884271"/>
      </p:ext>
    </p:extLst>
  </p:cSld>
  <p:clrMapOvr>
    <a:masterClrMapping/>
  </p:clrMapOvr>
</p:sldLayout>
</file>

<file path=ppt/slideLayouts/slideLayout47.xml><?xml version="1.0" encoding="utf-8"?>
<p:sldLayout xmlns:a="http://schemas.openxmlformats.org/drawingml/2006/main" xmlns:r="http://schemas.openxmlformats.org/officeDocument/2006/relationships" xmlns:p="http://schemas.openxmlformats.org/presentationml/2006/main" matchingName="1_Title Content" preserve="1">
  <p:cSld name="1_Title Content">
    <p:spTree>
      <p:nvGrpSpPr>
        <p:cNvPr id="1" name="Shape 43"/>
        <p:cNvGrpSpPr/>
        <p:nvPr/>
      </p:nvGrpSpPr>
      <p:grpSpPr>
        <a:xfrm>
          <a:off x="0" y="0"/>
          <a:ext cx="0" cy="0"/>
          <a:chOff x="0" y="0"/>
          <a:chExt cx="0" cy="0"/>
        </a:xfrm>
      </p:grpSpPr>
      <p:sp>
        <p:nvSpPr>
          <p:cNvPr id="44" name="Google Shape;44;p53"/>
          <p:cNvSpPr txBox="1">
            <a:spLocks noGrp="1"/>
          </p:cNvSpPr>
          <p:nvPr>
            <p:ph type="title"/>
          </p:nvPr>
        </p:nvSpPr>
        <p:spPr>
          <a:xfrm>
            <a:off x="476845" y="473246"/>
            <a:ext cx="11241915" cy="710096"/>
          </a:xfrm>
          <a:prstGeom prst="rect">
            <a:avLst/>
          </a:prstGeom>
          <a:noFill/>
          <a:ln>
            <a:noFill/>
          </a:ln>
        </p:spPr>
        <p:txBody>
          <a:bodyPr spcFirstLastPara="1" wrap="square" lIns="91425" tIns="45700" rIns="91425" bIns="45700" anchor="t" anchorCtr="0">
            <a:noAutofit/>
          </a:bodyPr>
          <a:lstStyle>
            <a:lvl1pPr lvl="0" algn="ctr">
              <a:lnSpc>
                <a:spcPct val="90000"/>
              </a:lnSpc>
              <a:spcBef>
                <a:spcPts val="0"/>
              </a:spcBef>
              <a:spcAft>
                <a:spcPts val="0"/>
              </a:spcAft>
              <a:buClr>
                <a:schemeClr val="dk1"/>
              </a:buClr>
              <a:buSzPts val="4000"/>
              <a:buFont typeface="Work Sans"/>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r>
              <a:rPr lang="en-US"/>
              <a:t>Click to edit Master title style</a:t>
            </a:r>
            <a:endParaRPr/>
          </a:p>
        </p:txBody>
      </p:sp>
      <p:sp>
        <p:nvSpPr>
          <p:cNvPr id="45" name="Google Shape;45;p53"/>
          <p:cNvSpPr txBox="1">
            <a:spLocks noGrp="1"/>
          </p:cNvSpPr>
          <p:nvPr>
            <p:ph type="body" idx="1"/>
          </p:nvPr>
        </p:nvSpPr>
        <p:spPr>
          <a:xfrm>
            <a:off x="476844" y="1508125"/>
            <a:ext cx="8429413" cy="1920876"/>
          </a:xfrm>
          <a:prstGeom prst="rect">
            <a:avLst/>
          </a:prstGeom>
          <a:noFill/>
          <a:ln>
            <a:noFill/>
          </a:ln>
        </p:spPr>
        <p:txBody>
          <a:bodyPr spcFirstLastPara="1" wrap="square" lIns="91425" tIns="45700" rIns="91425" bIns="45700" anchor="t" anchorCtr="0">
            <a:noAutofit/>
          </a:bodyPr>
          <a:lstStyle>
            <a:lvl1pPr marL="342900" lvl="0" indent="-304800" algn="l">
              <a:lnSpc>
                <a:spcPct val="100000"/>
              </a:lnSpc>
              <a:spcBef>
                <a:spcPts val="468"/>
              </a:spcBef>
              <a:spcAft>
                <a:spcPts val="0"/>
              </a:spcAft>
              <a:buSzPts val="2800"/>
              <a:buChar char="•"/>
              <a:defRPr sz="2100"/>
            </a:lvl1pPr>
            <a:lvl2pPr marL="685800" lvl="1" indent="-295275" algn="l">
              <a:lnSpc>
                <a:spcPct val="100000"/>
              </a:lnSpc>
              <a:spcBef>
                <a:spcPts val="468"/>
              </a:spcBef>
              <a:spcAft>
                <a:spcPts val="0"/>
              </a:spcAft>
              <a:buSzPts val="2600"/>
              <a:buChar char="−"/>
              <a:defRPr sz="1950" b="0"/>
            </a:lvl2pPr>
            <a:lvl3pPr marL="1028700" lvl="2" indent="-262889" algn="l">
              <a:lnSpc>
                <a:spcPct val="100000"/>
              </a:lnSpc>
              <a:spcBef>
                <a:spcPts val="468"/>
              </a:spcBef>
              <a:spcAft>
                <a:spcPts val="0"/>
              </a:spcAft>
              <a:buSzPts val="1920"/>
              <a:buChar char="▪"/>
              <a:defRPr sz="1800" b="0"/>
            </a:lvl3pPr>
            <a:lvl4pPr marL="1371600" marR="0" lvl="3" indent="-171450" algn="l">
              <a:lnSpc>
                <a:spcPct val="100000"/>
              </a:lnSpc>
              <a:spcBef>
                <a:spcPts val="468"/>
              </a:spcBef>
              <a:spcAft>
                <a:spcPts val="0"/>
              </a:spcAft>
              <a:buClr>
                <a:schemeClr val="dk1"/>
              </a:buClr>
              <a:buSzPts val="2400"/>
              <a:buFont typeface="Arial"/>
              <a:buNone/>
              <a:defRPr/>
            </a:lvl4pPr>
            <a:lvl5pPr marL="1714500" lvl="4" indent="-257175" algn="l">
              <a:lnSpc>
                <a:spcPct val="90000"/>
              </a:lnSpc>
              <a:spcBef>
                <a:spcPts val="450"/>
              </a:spcBef>
              <a:spcAft>
                <a:spcPts val="0"/>
              </a:spcAft>
              <a:buClr>
                <a:schemeClr val="accent1"/>
              </a:buClr>
              <a:buSzPts val="1800"/>
              <a:buChar char="•"/>
              <a:defRPr/>
            </a:lvl5pPr>
            <a:lvl6pPr marL="2057400" lvl="5" indent="-257175" algn="l">
              <a:lnSpc>
                <a:spcPct val="90000"/>
              </a:lnSpc>
              <a:spcBef>
                <a:spcPts val="375"/>
              </a:spcBef>
              <a:spcAft>
                <a:spcPts val="0"/>
              </a:spcAft>
              <a:buClr>
                <a:schemeClr val="dk1"/>
              </a:buClr>
              <a:buSzPts val="1800"/>
              <a:buChar char="•"/>
              <a:defRPr/>
            </a:lvl6pPr>
            <a:lvl7pPr marL="2400300" lvl="6" indent="-257175" algn="l">
              <a:lnSpc>
                <a:spcPct val="90000"/>
              </a:lnSpc>
              <a:spcBef>
                <a:spcPts val="375"/>
              </a:spcBef>
              <a:spcAft>
                <a:spcPts val="0"/>
              </a:spcAft>
              <a:buClr>
                <a:schemeClr val="dk1"/>
              </a:buClr>
              <a:buSzPts val="1800"/>
              <a:buChar char="•"/>
              <a:defRPr/>
            </a:lvl7pPr>
            <a:lvl8pPr marL="2743200" lvl="7" indent="-257175" algn="l">
              <a:lnSpc>
                <a:spcPct val="90000"/>
              </a:lnSpc>
              <a:spcBef>
                <a:spcPts val="375"/>
              </a:spcBef>
              <a:spcAft>
                <a:spcPts val="0"/>
              </a:spcAft>
              <a:buClr>
                <a:schemeClr val="dk1"/>
              </a:buClr>
              <a:buSzPts val="1800"/>
              <a:buChar char="•"/>
              <a:defRPr/>
            </a:lvl8pPr>
            <a:lvl9pPr marL="3086100" lvl="8" indent="-257175" algn="l">
              <a:lnSpc>
                <a:spcPct val="90000"/>
              </a:lnSpc>
              <a:spcBef>
                <a:spcPts val="375"/>
              </a:spcBef>
              <a:spcAft>
                <a:spcPts val="0"/>
              </a:spcAft>
              <a:buClr>
                <a:schemeClr val="dk1"/>
              </a:buClr>
              <a:buSzPts val="1800"/>
              <a:buChar char="•"/>
              <a:defRPr/>
            </a:lvl9pPr>
          </a:lstStyle>
          <a:p>
            <a:pPr lvl="0"/>
            <a:r>
              <a:rPr lang="en-US"/>
              <a:t>Click to edit Master text styles</a:t>
            </a:r>
          </a:p>
        </p:txBody>
      </p:sp>
      <p:sp>
        <p:nvSpPr>
          <p:cNvPr id="46" name="Google Shape;46;p53"/>
          <p:cNvSpPr>
            <a:spLocks noGrp="1"/>
          </p:cNvSpPr>
          <p:nvPr>
            <p:ph type="pic" idx="2"/>
          </p:nvPr>
        </p:nvSpPr>
        <p:spPr>
          <a:xfrm>
            <a:off x="712790" y="3713163"/>
            <a:ext cx="3640137" cy="1636712"/>
          </a:xfrm>
          <a:prstGeom prst="rect">
            <a:avLst/>
          </a:prstGeom>
          <a:noFill/>
          <a:ln>
            <a:noFill/>
          </a:ln>
        </p:spPr>
      </p:sp>
      <p:sp>
        <p:nvSpPr>
          <p:cNvPr id="47" name="Google Shape;47;p53"/>
          <p:cNvSpPr>
            <a:spLocks noGrp="1"/>
          </p:cNvSpPr>
          <p:nvPr>
            <p:ph type="pic" idx="3"/>
          </p:nvPr>
        </p:nvSpPr>
        <p:spPr>
          <a:xfrm>
            <a:off x="5157791" y="3713167"/>
            <a:ext cx="3062287" cy="1343025"/>
          </a:xfrm>
          <a:prstGeom prst="rect">
            <a:avLst/>
          </a:prstGeom>
          <a:noFill/>
          <a:ln>
            <a:noFill/>
          </a:ln>
        </p:spPr>
      </p:sp>
      <p:sp>
        <p:nvSpPr>
          <p:cNvPr id="48" name="Google Shape;48;p53"/>
          <p:cNvSpPr txBox="1">
            <a:spLocks noGrp="1"/>
          </p:cNvSpPr>
          <p:nvPr>
            <p:ph type="body" idx="4"/>
          </p:nvPr>
        </p:nvSpPr>
        <p:spPr>
          <a:xfrm>
            <a:off x="7839077" y="2259013"/>
            <a:ext cx="3408363" cy="1454150"/>
          </a:xfrm>
          <a:prstGeom prst="rect">
            <a:avLst/>
          </a:prstGeom>
          <a:noFill/>
          <a:ln>
            <a:noFill/>
          </a:ln>
        </p:spPr>
        <p:txBody>
          <a:bodyPr spcFirstLastPara="1" wrap="square" lIns="91425" tIns="45700" rIns="91425" bIns="45700" anchor="t" anchorCtr="0">
            <a:noAutofit/>
          </a:bodyPr>
          <a:lstStyle>
            <a:lvl1pPr marL="342900" lvl="0" indent="-257175" algn="l">
              <a:lnSpc>
                <a:spcPct val="100000"/>
              </a:lnSpc>
              <a:spcBef>
                <a:spcPts val="750"/>
              </a:spcBef>
              <a:spcAft>
                <a:spcPts val="0"/>
              </a:spcAft>
              <a:buSzPts val="1800"/>
              <a:buChar char="•"/>
              <a:defRPr/>
            </a:lvl1pPr>
            <a:lvl2pPr marL="685800" lvl="1" indent="-257175" algn="l">
              <a:lnSpc>
                <a:spcPct val="100000"/>
              </a:lnSpc>
              <a:spcBef>
                <a:spcPts val="600"/>
              </a:spcBef>
              <a:spcAft>
                <a:spcPts val="0"/>
              </a:spcAft>
              <a:buSzPts val="1800"/>
              <a:buChar char="−"/>
              <a:defRPr/>
            </a:lvl2pPr>
            <a:lvl3pPr marL="1028700" lvl="2" indent="-240029" algn="l">
              <a:lnSpc>
                <a:spcPct val="100000"/>
              </a:lnSpc>
              <a:spcBef>
                <a:spcPts val="600"/>
              </a:spcBef>
              <a:spcAft>
                <a:spcPts val="0"/>
              </a:spcAft>
              <a:buSzPts val="1440"/>
              <a:buChar char="▪"/>
              <a:defRPr/>
            </a:lvl3pPr>
            <a:lvl4pPr marL="1371600" lvl="3" indent="-257175" algn="l">
              <a:lnSpc>
                <a:spcPct val="90000"/>
              </a:lnSpc>
              <a:spcBef>
                <a:spcPts val="600"/>
              </a:spcBef>
              <a:spcAft>
                <a:spcPts val="0"/>
              </a:spcAft>
              <a:buSzPts val="1800"/>
              <a:buChar char="•"/>
              <a:defRPr/>
            </a:lvl4pPr>
            <a:lvl5pPr marL="1714500" lvl="4" indent="-257175" algn="l">
              <a:lnSpc>
                <a:spcPct val="90000"/>
              </a:lnSpc>
              <a:spcBef>
                <a:spcPts val="375"/>
              </a:spcBef>
              <a:spcAft>
                <a:spcPts val="0"/>
              </a:spcAft>
              <a:buClr>
                <a:schemeClr val="accent1"/>
              </a:buClr>
              <a:buSzPts val="1800"/>
              <a:buChar char="•"/>
              <a:defRPr/>
            </a:lvl5pPr>
            <a:lvl6pPr marL="2057400" lvl="5" indent="-257175" algn="l">
              <a:lnSpc>
                <a:spcPct val="90000"/>
              </a:lnSpc>
              <a:spcBef>
                <a:spcPts val="375"/>
              </a:spcBef>
              <a:spcAft>
                <a:spcPts val="0"/>
              </a:spcAft>
              <a:buClr>
                <a:schemeClr val="dk1"/>
              </a:buClr>
              <a:buSzPts val="1800"/>
              <a:buChar char="•"/>
              <a:defRPr/>
            </a:lvl6pPr>
            <a:lvl7pPr marL="2400300" lvl="6" indent="-257175" algn="l">
              <a:lnSpc>
                <a:spcPct val="90000"/>
              </a:lnSpc>
              <a:spcBef>
                <a:spcPts val="375"/>
              </a:spcBef>
              <a:spcAft>
                <a:spcPts val="0"/>
              </a:spcAft>
              <a:buClr>
                <a:schemeClr val="dk1"/>
              </a:buClr>
              <a:buSzPts val="1800"/>
              <a:buChar char="•"/>
              <a:defRPr/>
            </a:lvl7pPr>
            <a:lvl8pPr marL="2743200" lvl="7" indent="-257175" algn="l">
              <a:lnSpc>
                <a:spcPct val="90000"/>
              </a:lnSpc>
              <a:spcBef>
                <a:spcPts val="375"/>
              </a:spcBef>
              <a:spcAft>
                <a:spcPts val="0"/>
              </a:spcAft>
              <a:buClr>
                <a:schemeClr val="dk1"/>
              </a:buClr>
              <a:buSzPts val="1800"/>
              <a:buChar char="•"/>
              <a:defRPr/>
            </a:lvl8pPr>
            <a:lvl9pPr marL="3086100" lvl="8" indent="-257175" algn="l">
              <a:lnSpc>
                <a:spcPct val="90000"/>
              </a:lnSpc>
              <a:spcBef>
                <a:spcPts val="375"/>
              </a:spcBef>
              <a:spcAft>
                <a:spcPts val="0"/>
              </a:spcAft>
              <a:buClr>
                <a:schemeClr val="dk1"/>
              </a:buClr>
              <a:buSzPts val="1800"/>
              <a:buChar char="•"/>
              <a:defRPr/>
            </a:lvl9pPr>
          </a:lstStyle>
          <a:p>
            <a:pPr lvl="0"/>
            <a:r>
              <a:rPr lang="en-US"/>
              <a:t>Click to edit Master text styles</a:t>
            </a:r>
          </a:p>
        </p:txBody>
      </p:sp>
      <p:sp>
        <p:nvSpPr>
          <p:cNvPr id="49" name="Google Shape;49;p53"/>
          <p:cNvSpPr txBox="1">
            <a:spLocks noGrp="1"/>
          </p:cNvSpPr>
          <p:nvPr>
            <p:ph type="body" idx="5"/>
          </p:nvPr>
        </p:nvSpPr>
        <p:spPr>
          <a:xfrm>
            <a:off x="8494713" y="4856163"/>
            <a:ext cx="914400" cy="914400"/>
          </a:xfrm>
          <a:prstGeom prst="rect">
            <a:avLst/>
          </a:prstGeom>
          <a:noFill/>
          <a:ln>
            <a:noFill/>
          </a:ln>
        </p:spPr>
        <p:txBody>
          <a:bodyPr spcFirstLastPara="1" wrap="square" lIns="91425" tIns="45700" rIns="91425" bIns="45700" anchor="t" anchorCtr="0">
            <a:noAutofit/>
          </a:bodyPr>
          <a:lstStyle>
            <a:lvl1pPr marL="342900" lvl="0" indent="-257175" algn="l">
              <a:lnSpc>
                <a:spcPct val="100000"/>
              </a:lnSpc>
              <a:spcBef>
                <a:spcPts val="750"/>
              </a:spcBef>
              <a:spcAft>
                <a:spcPts val="0"/>
              </a:spcAft>
              <a:buSzPts val="1800"/>
              <a:buChar char="•"/>
              <a:defRPr/>
            </a:lvl1pPr>
            <a:lvl2pPr marL="685800" lvl="1" indent="-257175" algn="l">
              <a:lnSpc>
                <a:spcPct val="100000"/>
              </a:lnSpc>
              <a:spcBef>
                <a:spcPts val="600"/>
              </a:spcBef>
              <a:spcAft>
                <a:spcPts val="0"/>
              </a:spcAft>
              <a:buSzPts val="1800"/>
              <a:buChar char="−"/>
              <a:defRPr/>
            </a:lvl2pPr>
            <a:lvl3pPr marL="1028700" lvl="2" indent="-240029" algn="l">
              <a:lnSpc>
                <a:spcPct val="100000"/>
              </a:lnSpc>
              <a:spcBef>
                <a:spcPts val="600"/>
              </a:spcBef>
              <a:spcAft>
                <a:spcPts val="0"/>
              </a:spcAft>
              <a:buSzPts val="1440"/>
              <a:buChar char="▪"/>
              <a:defRPr/>
            </a:lvl3pPr>
            <a:lvl4pPr marL="1371600" lvl="3" indent="-257175" algn="l">
              <a:lnSpc>
                <a:spcPct val="90000"/>
              </a:lnSpc>
              <a:spcBef>
                <a:spcPts val="600"/>
              </a:spcBef>
              <a:spcAft>
                <a:spcPts val="0"/>
              </a:spcAft>
              <a:buSzPts val="1800"/>
              <a:buChar char="•"/>
              <a:defRPr/>
            </a:lvl4pPr>
            <a:lvl5pPr marL="1714500" lvl="4" indent="-257175" algn="l">
              <a:lnSpc>
                <a:spcPct val="90000"/>
              </a:lnSpc>
              <a:spcBef>
                <a:spcPts val="375"/>
              </a:spcBef>
              <a:spcAft>
                <a:spcPts val="0"/>
              </a:spcAft>
              <a:buClr>
                <a:schemeClr val="accent1"/>
              </a:buClr>
              <a:buSzPts val="1800"/>
              <a:buChar char="•"/>
              <a:defRPr/>
            </a:lvl5pPr>
            <a:lvl6pPr marL="2057400" lvl="5" indent="-257175" algn="l">
              <a:lnSpc>
                <a:spcPct val="90000"/>
              </a:lnSpc>
              <a:spcBef>
                <a:spcPts val="375"/>
              </a:spcBef>
              <a:spcAft>
                <a:spcPts val="0"/>
              </a:spcAft>
              <a:buClr>
                <a:schemeClr val="dk1"/>
              </a:buClr>
              <a:buSzPts val="1800"/>
              <a:buChar char="•"/>
              <a:defRPr/>
            </a:lvl6pPr>
            <a:lvl7pPr marL="2400300" lvl="6" indent="-257175" algn="l">
              <a:lnSpc>
                <a:spcPct val="90000"/>
              </a:lnSpc>
              <a:spcBef>
                <a:spcPts val="375"/>
              </a:spcBef>
              <a:spcAft>
                <a:spcPts val="0"/>
              </a:spcAft>
              <a:buClr>
                <a:schemeClr val="dk1"/>
              </a:buClr>
              <a:buSzPts val="1800"/>
              <a:buChar char="•"/>
              <a:defRPr/>
            </a:lvl7pPr>
            <a:lvl8pPr marL="2743200" lvl="7" indent="-257175" algn="l">
              <a:lnSpc>
                <a:spcPct val="90000"/>
              </a:lnSpc>
              <a:spcBef>
                <a:spcPts val="375"/>
              </a:spcBef>
              <a:spcAft>
                <a:spcPts val="0"/>
              </a:spcAft>
              <a:buClr>
                <a:schemeClr val="dk1"/>
              </a:buClr>
              <a:buSzPts val="1800"/>
              <a:buChar char="•"/>
              <a:defRPr/>
            </a:lvl8pPr>
            <a:lvl9pPr marL="3086100" lvl="8" indent="-257175" algn="l">
              <a:lnSpc>
                <a:spcPct val="90000"/>
              </a:lnSpc>
              <a:spcBef>
                <a:spcPts val="375"/>
              </a:spcBef>
              <a:spcAft>
                <a:spcPts val="0"/>
              </a:spcAft>
              <a:buClr>
                <a:schemeClr val="dk1"/>
              </a:buClr>
              <a:buSzPts val="1800"/>
              <a:buChar char="•"/>
              <a:defRPr/>
            </a:lvl9pPr>
          </a:lstStyle>
          <a:p>
            <a:pPr lvl="0"/>
            <a:r>
              <a:rPr lang="en-US"/>
              <a:t>Click to edit Master text styles</a:t>
            </a:r>
          </a:p>
        </p:txBody>
      </p:sp>
    </p:spTree>
    <p:extLst>
      <p:ext uri="{BB962C8B-B14F-4D97-AF65-F5344CB8AC3E}">
        <p14:creationId xmlns:p14="http://schemas.microsoft.com/office/powerpoint/2010/main" val="3229507538"/>
      </p:ext>
    </p:extLst>
  </p:cSld>
  <p:clrMapOvr>
    <a:masterClrMapping/>
  </p:clrMapOvr>
</p:sldLayout>
</file>

<file path=ppt/slideLayouts/slideLayout48.xml><?xml version="1.0" encoding="utf-8"?>
<p:sldLayout xmlns:a="http://schemas.openxmlformats.org/drawingml/2006/main" xmlns:r="http://schemas.openxmlformats.org/officeDocument/2006/relationships" xmlns:p="http://schemas.openxmlformats.org/presentationml/2006/main" matchingName="1_Title Content and image caption" preserve="1">
  <p:cSld name="1_Title Content and image caption">
    <p:spTree>
      <p:nvGrpSpPr>
        <p:cNvPr id="1" name="Shape 50"/>
        <p:cNvGrpSpPr/>
        <p:nvPr/>
      </p:nvGrpSpPr>
      <p:grpSpPr>
        <a:xfrm>
          <a:off x="0" y="0"/>
          <a:ext cx="0" cy="0"/>
          <a:chOff x="0" y="0"/>
          <a:chExt cx="0" cy="0"/>
        </a:xfrm>
      </p:grpSpPr>
      <p:sp>
        <p:nvSpPr>
          <p:cNvPr id="51" name="Google Shape;51;p54"/>
          <p:cNvSpPr txBox="1">
            <a:spLocks noGrp="1"/>
          </p:cNvSpPr>
          <p:nvPr>
            <p:ph type="title"/>
          </p:nvPr>
        </p:nvSpPr>
        <p:spPr>
          <a:xfrm>
            <a:off x="476845" y="473246"/>
            <a:ext cx="11241915" cy="710096"/>
          </a:xfrm>
          <a:prstGeom prst="rect">
            <a:avLst/>
          </a:prstGeom>
          <a:noFill/>
          <a:ln>
            <a:noFill/>
          </a:ln>
        </p:spPr>
        <p:txBody>
          <a:bodyPr spcFirstLastPara="1" wrap="square" lIns="91425" tIns="45700" rIns="91425" bIns="45700" anchor="t" anchorCtr="0">
            <a:noAutofit/>
          </a:bodyPr>
          <a:lstStyle>
            <a:lvl1pPr lvl="0" algn="ctr">
              <a:lnSpc>
                <a:spcPct val="90000"/>
              </a:lnSpc>
              <a:spcBef>
                <a:spcPts val="0"/>
              </a:spcBef>
              <a:spcAft>
                <a:spcPts val="0"/>
              </a:spcAft>
              <a:buClr>
                <a:schemeClr val="dk1"/>
              </a:buClr>
              <a:buSzPts val="4000"/>
              <a:buFont typeface="Work Sans"/>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r>
              <a:rPr lang="en-US"/>
              <a:t>Click to edit Master title style</a:t>
            </a:r>
            <a:endParaRPr/>
          </a:p>
        </p:txBody>
      </p:sp>
      <p:sp>
        <p:nvSpPr>
          <p:cNvPr id="52" name="Google Shape;52;p54"/>
          <p:cNvSpPr txBox="1">
            <a:spLocks noGrp="1"/>
          </p:cNvSpPr>
          <p:nvPr>
            <p:ph type="body" idx="1"/>
          </p:nvPr>
        </p:nvSpPr>
        <p:spPr>
          <a:xfrm>
            <a:off x="476845" y="1280161"/>
            <a:ext cx="11241915" cy="1775012"/>
          </a:xfrm>
          <a:prstGeom prst="rect">
            <a:avLst/>
          </a:prstGeom>
          <a:noFill/>
          <a:ln>
            <a:noFill/>
          </a:ln>
        </p:spPr>
        <p:txBody>
          <a:bodyPr spcFirstLastPara="1" wrap="square" lIns="91425" tIns="45700" rIns="91425" bIns="45700" anchor="t" anchorCtr="0">
            <a:noAutofit/>
          </a:bodyPr>
          <a:lstStyle>
            <a:lvl1pPr marL="342900" lvl="0" indent="-285750" algn="l">
              <a:lnSpc>
                <a:spcPct val="100000"/>
              </a:lnSpc>
              <a:spcBef>
                <a:spcPts val="750"/>
              </a:spcBef>
              <a:spcAft>
                <a:spcPts val="0"/>
              </a:spcAft>
              <a:buSzPts val="2400"/>
              <a:buChar char="•"/>
              <a:defRPr sz="1800"/>
            </a:lvl1pPr>
            <a:lvl2pPr marL="685800" lvl="1" indent="-285750" algn="l">
              <a:lnSpc>
                <a:spcPct val="100000"/>
              </a:lnSpc>
              <a:spcBef>
                <a:spcPts val="600"/>
              </a:spcBef>
              <a:spcAft>
                <a:spcPts val="0"/>
              </a:spcAft>
              <a:buSzPts val="2400"/>
              <a:buChar char="−"/>
              <a:defRPr sz="1800" b="0"/>
            </a:lvl2pPr>
            <a:lvl3pPr marL="1028700" lvl="2" indent="-262889" algn="l">
              <a:lnSpc>
                <a:spcPct val="100000"/>
              </a:lnSpc>
              <a:spcBef>
                <a:spcPts val="600"/>
              </a:spcBef>
              <a:spcAft>
                <a:spcPts val="0"/>
              </a:spcAft>
              <a:buSzPts val="1920"/>
              <a:buChar char="▪"/>
              <a:defRPr sz="1800" b="0"/>
            </a:lvl3pPr>
            <a:lvl4pPr marL="1371600" marR="0" lvl="3" indent="-171450" algn="l">
              <a:lnSpc>
                <a:spcPct val="90000"/>
              </a:lnSpc>
              <a:spcBef>
                <a:spcPts val="600"/>
              </a:spcBef>
              <a:spcAft>
                <a:spcPts val="0"/>
              </a:spcAft>
              <a:buClr>
                <a:schemeClr val="dk1"/>
              </a:buClr>
              <a:buSzPts val="2400"/>
              <a:buFont typeface="Arial"/>
              <a:buNone/>
              <a:defRPr/>
            </a:lvl4pPr>
            <a:lvl5pPr marL="1714500" lvl="4" indent="-257175" algn="l">
              <a:lnSpc>
                <a:spcPct val="90000"/>
              </a:lnSpc>
              <a:spcBef>
                <a:spcPts val="375"/>
              </a:spcBef>
              <a:spcAft>
                <a:spcPts val="0"/>
              </a:spcAft>
              <a:buClr>
                <a:schemeClr val="accent1"/>
              </a:buClr>
              <a:buSzPts val="1800"/>
              <a:buChar char="•"/>
              <a:defRPr/>
            </a:lvl5pPr>
            <a:lvl6pPr marL="2057400" lvl="5" indent="-257175" algn="l">
              <a:lnSpc>
                <a:spcPct val="90000"/>
              </a:lnSpc>
              <a:spcBef>
                <a:spcPts val="375"/>
              </a:spcBef>
              <a:spcAft>
                <a:spcPts val="0"/>
              </a:spcAft>
              <a:buClr>
                <a:schemeClr val="dk1"/>
              </a:buClr>
              <a:buSzPts val="1800"/>
              <a:buChar char="•"/>
              <a:defRPr/>
            </a:lvl6pPr>
            <a:lvl7pPr marL="2400300" lvl="6" indent="-257175" algn="l">
              <a:lnSpc>
                <a:spcPct val="90000"/>
              </a:lnSpc>
              <a:spcBef>
                <a:spcPts val="375"/>
              </a:spcBef>
              <a:spcAft>
                <a:spcPts val="0"/>
              </a:spcAft>
              <a:buClr>
                <a:schemeClr val="dk1"/>
              </a:buClr>
              <a:buSzPts val="1800"/>
              <a:buChar char="•"/>
              <a:defRPr/>
            </a:lvl7pPr>
            <a:lvl8pPr marL="2743200" lvl="7" indent="-257175" algn="l">
              <a:lnSpc>
                <a:spcPct val="90000"/>
              </a:lnSpc>
              <a:spcBef>
                <a:spcPts val="375"/>
              </a:spcBef>
              <a:spcAft>
                <a:spcPts val="0"/>
              </a:spcAft>
              <a:buClr>
                <a:schemeClr val="dk1"/>
              </a:buClr>
              <a:buSzPts val="1800"/>
              <a:buChar char="•"/>
              <a:defRPr/>
            </a:lvl8pPr>
            <a:lvl9pPr marL="3086100" lvl="8" indent="-257175" algn="l">
              <a:lnSpc>
                <a:spcPct val="90000"/>
              </a:lnSpc>
              <a:spcBef>
                <a:spcPts val="375"/>
              </a:spcBef>
              <a:spcAft>
                <a:spcPts val="0"/>
              </a:spcAft>
              <a:buClr>
                <a:schemeClr val="dk1"/>
              </a:buClr>
              <a:buSzPts val="1800"/>
              <a:buChar char="•"/>
              <a:defRPr/>
            </a:lvl9pPr>
          </a:lstStyle>
          <a:p>
            <a:pPr lvl="0"/>
            <a:r>
              <a:rPr lang="en-US"/>
              <a:t>Click to edit Master text styles</a:t>
            </a:r>
          </a:p>
        </p:txBody>
      </p:sp>
      <p:sp>
        <p:nvSpPr>
          <p:cNvPr id="53" name="Google Shape;53;p54"/>
          <p:cNvSpPr txBox="1">
            <a:spLocks noGrp="1"/>
          </p:cNvSpPr>
          <p:nvPr>
            <p:ph type="body" idx="2"/>
          </p:nvPr>
        </p:nvSpPr>
        <p:spPr>
          <a:xfrm>
            <a:off x="476252" y="3184525"/>
            <a:ext cx="4525963" cy="612775"/>
          </a:xfrm>
          <a:prstGeom prst="rect">
            <a:avLst/>
          </a:prstGeom>
          <a:noFill/>
          <a:ln>
            <a:noFill/>
          </a:ln>
        </p:spPr>
        <p:txBody>
          <a:bodyPr spcFirstLastPara="1" wrap="square" lIns="91425" tIns="45700" rIns="91425" bIns="45700" anchor="t" anchorCtr="0">
            <a:noAutofit/>
          </a:bodyPr>
          <a:lstStyle>
            <a:lvl1pPr marL="342900" lvl="0" indent="-257175" algn="l">
              <a:lnSpc>
                <a:spcPct val="100000"/>
              </a:lnSpc>
              <a:spcBef>
                <a:spcPts val="750"/>
              </a:spcBef>
              <a:spcAft>
                <a:spcPts val="0"/>
              </a:spcAft>
              <a:buSzPts val="1800"/>
              <a:buChar char="•"/>
              <a:defRPr/>
            </a:lvl1pPr>
            <a:lvl2pPr marL="685800" lvl="1" indent="-257175" algn="l">
              <a:lnSpc>
                <a:spcPct val="100000"/>
              </a:lnSpc>
              <a:spcBef>
                <a:spcPts val="600"/>
              </a:spcBef>
              <a:spcAft>
                <a:spcPts val="0"/>
              </a:spcAft>
              <a:buSzPts val="1800"/>
              <a:buChar char="−"/>
              <a:defRPr/>
            </a:lvl2pPr>
            <a:lvl3pPr marL="1028700" lvl="2" indent="-240029" algn="l">
              <a:lnSpc>
                <a:spcPct val="100000"/>
              </a:lnSpc>
              <a:spcBef>
                <a:spcPts val="600"/>
              </a:spcBef>
              <a:spcAft>
                <a:spcPts val="0"/>
              </a:spcAft>
              <a:buSzPts val="1440"/>
              <a:buChar char="▪"/>
              <a:defRPr/>
            </a:lvl3pPr>
            <a:lvl4pPr marL="1371600" lvl="3" indent="-257175" algn="l">
              <a:lnSpc>
                <a:spcPct val="90000"/>
              </a:lnSpc>
              <a:spcBef>
                <a:spcPts val="600"/>
              </a:spcBef>
              <a:spcAft>
                <a:spcPts val="0"/>
              </a:spcAft>
              <a:buSzPts val="1800"/>
              <a:buChar char="•"/>
              <a:defRPr/>
            </a:lvl4pPr>
            <a:lvl5pPr marL="1714500" lvl="4" indent="-257175" algn="l">
              <a:lnSpc>
                <a:spcPct val="90000"/>
              </a:lnSpc>
              <a:spcBef>
                <a:spcPts val="375"/>
              </a:spcBef>
              <a:spcAft>
                <a:spcPts val="0"/>
              </a:spcAft>
              <a:buClr>
                <a:schemeClr val="accent1"/>
              </a:buClr>
              <a:buSzPts val="1800"/>
              <a:buChar char="•"/>
              <a:defRPr/>
            </a:lvl5pPr>
            <a:lvl6pPr marL="2057400" lvl="5" indent="-257175" algn="l">
              <a:lnSpc>
                <a:spcPct val="90000"/>
              </a:lnSpc>
              <a:spcBef>
                <a:spcPts val="375"/>
              </a:spcBef>
              <a:spcAft>
                <a:spcPts val="0"/>
              </a:spcAft>
              <a:buClr>
                <a:schemeClr val="dk1"/>
              </a:buClr>
              <a:buSzPts val="1800"/>
              <a:buChar char="•"/>
              <a:defRPr/>
            </a:lvl6pPr>
            <a:lvl7pPr marL="2400300" lvl="6" indent="-257175" algn="l">
              <a:lnSpc>
                <a:spcPct val="90000"/>
              </a:lnSpc>
              <a:spcBef>
                <a:spcPts val="375"/>
              </a:spcBef>
              <a:spcAft>
                <a:spcPts val="0"/>
              </a:spcAft>
              <a:buClr>
                <a:schemeClr val="dk1"/>
              </a:buClr>
              <a:buSzPts val="1800"/>
              <a:buChar char="•"/>
              <a:defRPr/>
            </a:lvl7pPr>
            <a:lvl8pPr marL="2743200" lvl="7" indent="-257175" algn="l">
              <a:lnSpc>
                <a:spcPct val="90000"/>
              </a:lnSpc>
              <a:spcBef>
                <a:spcPts val="375"/>
              </a:spcBef>
              <a:spcAft>
                <a:spcPts val="0"/>
              </a:spcAft>
              <a:buClr>
                <a:schemeClr val="dk1"/>
              </a:buClr>
              <a:buSzPts val="1800"/>
              <a:buChar char="•"/>
              <a:defRPr/>
            </a:lvl8pPr>
            <a:lvl9pPr marL="3086100" lvl="8" indent="-257175" algn="l">
              <a:lnSpc>
                <a:spcPct val="90000"/>
              </a:lnSpc>
              <a:spcBef>
                <a:spcPts val="375"/>
              </a:spcBef>
              <a:spcAft>
                <a:spcPts val="0"/>
              </a:spcAft>
              <a:buClr>
                <a:schemeClr val="dk1"/>
              </a:buClr>
              <a:buSzPts val="1800"/>
              <a:buChar char="•"/>
              <a:defRPr/>
            </a:lvl9pPr>
          </a:lstStyle>
          <a:p>
            <a:pPr lvl="0"/>
            <a:r>
              <a:rPr lang="en-US"/>
              <a:t>Click to edit Master text styles</a:t>
            </a:r>
          </a:p>
        </p:txBody>
      </p:sp>
      <p:sp>
        <p:nvSpPr>
          <p:cNvPr id="54" name="Google Shape;54;p54"/>
          <p:cNvSpPr txBox="1">
            <a:spLocks noGrp="1"/>
          </p:cNvSpPr>
          <p:nvPr>
            <p:ph type="body" idx="3"/>
          </p:nvPr>
        </p:nvSpPr>
        <p:spPr>
          <a:xfrm>
            <a:off x="476252" y="3925892"/>
            <a:ext cx="4525963" cy="612775"/>
          </a:xfrm>
          <a:prstGeom prst="rect">
            <a:avLst/>
          </a:prstGeom>
          <a:noFill/>
          <a:ln>
            <a:noFill/>
          </a:ln>
        </p:spPr>
        <p:txBody>
          <a:bodyPr spcFirstLastPara="1" wrap="square" lIns="91425" tIns="45700" rIns="91425" bIns="45700" anchor="t" anchorCtr="0">
            <a:noAutofit/>
          </a:bodyPr>
          <a:lstStyle>
            <a:lvl1pPr marL="342900" lvl="0" indent="-257175" algn="l">
              <a:lnSpc>
                <a:spcPct val="100000"/>
              </a:lnSpc>
              <a:spcBef>
                <a:spcPts val="750"/>
              </a:spcBef>
              <a:spcAft>
                <a:spcPts val="0"/>
              </a:spcAft>
              <a:buSzPts val="1800"/>
              <a:buChar char="•"/>
              <a:defRPr/>
            </a:lvl1pPr>
            <a:lvl2pPr marL="685800" lvl="1" indent="-257175" algn="l">
              <a:lnSpc>
                <a:spcPct val="100000"/>
              </a:lnSpc>
              <a:spcBef>
                <a:spcPts val="600"/>
              </a:spcBef>
              <a:spcAft>
                <a:spcPts val="0"/>
              </a:spcAft>
              <a:buSzPts val="1800"/>
              <a:buChar char="−"/>
              <a:defRPr/>
            </a:lvl2pPr>
            <a:lvl3pPr marL="1028700" lvl="2" indent="-240029" algn="l">
              <a:lnSpc>
                <a:spcPct val="100000"/>
              </a:lnSpc>
              <a:spcBef>
                <a:spcPts val="600"/>
              </a:spcBef>
              <a:spcAft>
                <a:spcPts val="0"/>
              </a:spcAft>
              <a:buSzPts val="1440"/>
              <a:buChar char="▪"/>
              <a:defRPr/>
            </a:lvl3pPr>
            <a:lvl4pPr marL="1371600" lvl="3" indent="-257175" algn="l">
              <a:lnSpc>
                <a:spcPct val="90000"/>
              </a:lnSpc>
              <a:spcBef>
                <a:spcPts val="600"/>
              </a:spcBef>
              <a:spcAft>
                <a:spcPts val="0"/>
              </a:spcAft>
              <a:buSzPts val="1800"/>
              <a:buChar char="•"/>
              <a:defRPr/>
            </a:lvl4pPr>
            <a:lvl5pPr marL="1714500" lvl="4" indent="-257175" algn="l">
              <a:lnSpc>
                <a:spcPct val="90000"/>
              </a:lnSpc>
              <a:spcBef>
                <a:spcPts val="375"/>
              </a:spcBef>
              <a:spcAft>
                <a:spcPts val="0"/>
              </a:spcAft>
              <a:buClr>
                <a:schemeClr val="accent1"/>
              </a:buClr>
              <a:buSzPts val="1800"/>
              <a:buChar char="•"/>
              <a:defRPr/>
            </a:lvl5pPr>
            <a:lvl6pPr marL="2057400" lvl="5" indent="-257175" algn="l">
              <a:lnSpc>
                <a:spcPct val="90000"/>
              </a:lnSpc>
              <a:spcBef>
                <a:spcPts val="375"/>
              </a:spcBef>
              <a:spcAft>
                <a:spcPts val="0"/>
              </a:spcAft>
              <a:buClr>
                <a:schemeClr val="dk1"/>
              </a:buClr>
              <a:buSzPts val="1800"/>
              <a:buChar char="•"/>
              <a:defRPr/>
            </a:lvl6pPr>
            <a:lvl7pPr marL="2400300" lvl="6" indent="-257175" algn="l">
              <a:lnSpc>
                <a:spcPct val="90000"/>
              </a:lnSpc>
              <a:spcBef>
                <a:spcPts val="375"/>
              </a:spcBef>
              <a:spcAft>
                <a:spcPts val="0"/>
              </a:spcAft>
              <a:buClr>
                <a:schemeClr val="dk1"/>
              </a:buClr>
              <a:buSzPts val="1800"/>
              <a:buChar char="•"/>
              <a:defRPr/>
            </a:lvl7pPr>
            <a:lvl8pPr marL="2743200" lvl="7" indent="-257175" algn="l">
              <a:lnSpc>
                <a:spcPct val="90000"/>
              </a:lnSpc>
              <a:spcBef>
                <a:spcPts val="375"/>
              </a:spcBef>
              <a:spcAft>
                <a:spcPts val="0"/>
              </a:spcAft>
              <a:buClr>
                <a:schemeClr val="dk1"/>
              </a:buClr>
              <a:buSzPts val="1800"/>
              <a:buChar char="•"/>
              <a:defRPr/>
            </a:lvl8pPr>
            <a:lvl9pPr marL="3086100" lvl="8" indent="-257175" algn="l">
              <a:lnSpc>
                <a:spcPct val="90000"/>
              </a:lnSpc>
              <a:spcBef>
                <a:spcPts val="375"/>
              </a:spcBef>
              <a:spcAft>
                <a:spcPts val="0"/>
              </a:spcAft>
              <a:buClr>
                <a:schemeClr val="dk1"/>
              </a:buClr>
              <a:buSzPts val="1800"/>
              <a:buChar char="•"/>
              <a:defRPr/>
            </a:lvl9pPr>
          </a:lstStyle>
          <a:p>
            <a:pPr lvl="0"/>
            <a:r>
              <a:rPr lang="en-US"/>
              <a:t>Click to edit Master text styles</a:t>
            </a:r>
          </a:p>
        </p:txBody>
      </p:sp>
      <p:sp>
        <p:nvSpPr>
          <p:cNvPr id="55" name="Google Shape;55;p54"/>
          <p:cNvSpPr>
            <a:spLocks noGrp="1"/>
          </p:cNvSpPr>
          <p:nvPr>
            <p:ph type="pic" idx="4"/>
          </p:nvPr>
        </p:nvSpPr>
        <p:spPr>
          <a:xfrm>
            <a:off x="5745164" y="3313113"/>
            <a:ext cx="2484437" cy="1054100"/>
          </a:xfrm>
          <a:prstGeom prst="rect">
            <a:avLst/>
          </a:prstGeom>
          <a:noFill/>
          <a:ln>
            <a:noFill/>
          </a:ln>
        </p:spPr>
      </p:sp>
      <p:sp>
        <p:nvSpPr>
          <p:cNvPr id="56" name="Google Shape;56;p54"/>
          <p:cNvSpPr>
            <a:spLocks noGrp="1"/>
          </p:cNvSpPr>
          <p:nvPr>
            <p:ph type="pic" idx="5"/>
          </p:nvPr>
        </p:nvSpPr>
        <p:spPr>
          <a:xfrm>
            <a:off x="5948365" y="4538663"/>
            <a:ext cx="2033587" cy="754062"/>
          </a:xfrm>
          <a:prstGeom prst="rect">
            <a:avLst/>
          </a:prstGeom>
          <a:noFill/>
          <a:ln>
            <a:noFill/>
          </a:ln>
        </p:spPr>
      </p:sp>
    </p:spTree>
    <p:extLst>
      <p:ext uri="{BB962C8B-B14F-4D97-AF65-F5344CB8AC3E}">
        <p14:creationId xmlns:p14="http://schemas.microsoft.com/office/powerpoint/2010/main" val="1072386145"/>
      </p:ext>
    </p:extLst>
  </p:cSld>
  <p:clrMapOvr>
    <a:masterClrMapping/>
  </p:clrMapOvr>
</p:sldLayout>
</file>

<file path=ppt/slideLayouts/slideLayout49.xml><?xml version="1.0" encoding="utf-8"?>
<p:sldLayout xmlns:a="http://schemas.openxmlformats.org/drawingml/2006/main" xmlns:r="http://schemas.openxmlformats.org/officeDocument/2006/relationships" xmlns:p="http://schemas.openxmlformats.org/presentationml/2006/main" matchingName="Three Content" preserve="1">
  <p:cSld name="Three Content">
    <p:spTree>
      <p:nvGrpSpPr>
        <p:cNvPr id="1" name="Shape 57"/>
        <p:cNvGrpSpPr/>
        <p:nvPr/>
      </p:nvGrpSpPr>
      <p:grpSpPr>
        <a:xfrm>
          <a:off x="0" y="0"/>
          <a:ext cx="0" cy="0"/>
          <a:chOff x="0" y="0"/>
          <a:chExt cx="0" cy="0"/>
        </a:xfrm>
      </p:grpSpPr>
      <p:sp>
        <p:nvSpPr>
          <p:cNvPr id="58" name="Google Shape;58;p55"/>
          <p:cNvSpPr txBox="1">
            <a:spLocks noGrp="1"/>
          </p:cNvSpPr>
          <p:nvPr>
            <p:ph type="title"/>
          </p:nvPr>
        </p:nvSpPr>
        <p:spPr>
          <a:xfrm>
            <a:off x="476845" y="473249"/>
            <a:ext cx="11241915" cy="1217447"/>
          </a:xfrm>
          <a:prstGeom prst="rect">
            <a:avLst/>
          </a:prstGeom>
          <a:noFill/>
          <a:ln>
            <a:noFill/>
          </a:ln>
        </p:spPr>
        <p:txBody>
          <a:bodyPr spcFirstLastPara="1" wrap="square" lIns="91425" tIns="45700" rIns="91425" bIns="45700" anchor="t" anchorCtr="0">
            <a:noAutofit/>
          </a:bodyPr>
          <a:lstStyle>
            <a:lvl1pPr lvl="0" algn="ctr">
              <a:lnSpc>
                <a:spcPct val="90000"/>
              </a:lnSpc>
              <a:spcBef>
                <a:spcPts val="0"/>
              </a:spcBef>
              <a:spcAft>
                <a:spcPts val="0"/>
              </a:spcAft>
              <a:buClr>
                <a:schemeClr val="dk1"/>
              </a:buClr>
              <a:buSzPts val="4000"/>
              <a:buFont typeface="Work Sans"/>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r>
              <a:rPr lang="en-US"/>
              <a:t>Click to edit Master title style</a:t>
            </a:r>
            <a:endParaRPr/>
          </a:p>
        </p:txBody>
      </p:sp>
      <p:sp>
        <p:nvSpPr>
          <p:cNvPr id="59" name="Google Shape;59;p55"/>
          <p:cNvSpPr txBox="1">
            <a:spLocks noGrp="1"/>
          </p:cNvSpPr>
          <p:nvPr>
            <p:ph type="body" idx="1"/>
          </p:nvPr>
        </p:nvSpPr>
        <p:spPr>
          <a:xfrm>
            <a:off x="476845" y="1825625"/>
            <a:ext cx="3344531" cy="4351338"/>
          </a:xfrm>
          <a:prstGeom prst="rect">
            <a:avLst/>
          </a:prstGeom>
          <a:noFill/>
          <a:ln>
            <a:noFill/>
          </a:ln>
        </p:spPr>
        <p:txBody>
          <a:bodyPr spcFirstLastPara="1" wrap="square" lIns="91425" tIns="45700" rIns="91425" bIns="45700" anchor="t" anchorCtr="0">
            <a:noAutofit/>
          </a:bodyPr>
          <a:lstStyle>
            <a:lvl1pPr marL="342900" lvl="0" indent="-285750" algn="l">
              <a:lnSpc>
                <a:spcPct val="100000"/>
              </a:lnSpc>
              <a:spcBef>
                <a:spcPts val="750"/>
              </a:spcBef>
              <a:spcAft>
                <a:spcPts val="0"/>
              </a:spcAft>
              <a:buSzPts val="2400"/>
              <a:buChar char="•"/>
              <a:defRPr sz="1800"/>
            </a:lvl1pPr>
            <a:lvl2pPr marL="685800" lvl="1" indent="-285750" algn="l">
              <a:lnSpc>
                <a:spcPct val="100000"/>
              </a:lnSpc>
              <a:spcBef>
                <a:spcPts val="600"/>
              </a:spcBef>
              <a:spcAft>
                <a:spcPts val="0"/>
              </a:spcAft>
              <a:buSzPts val="2400"/>
              <a:buChar char="−"/>
              <a:defRPr sz="1800" b="0"/>
            </a:lvl2pPr>
            <a:lvl3pPr marL="1028700" lvl="2" indent="-262889" algn="l">
              <a:lnSpc>
                <a:spcPct val="100000"/>
              </a:lnSpc>
              <a:spcBef>
                <a:spcPts val="600"/>
              </a:spcBef>
              <a:spcAft>
                <a:spcPts val="0"/>
              </a:spcAft>
              <a:buSzPts val="1920"/>
              <a:buChar char="▪"/>
              <a:defRPr sz="1800" b="0"/>
            </a:lvl3pPr>
            <a:lvl4pPr marL="1371600" marR="0" lvl="3" indent="-285750" algn="l">
              <a:lnSpc>
                <a:spcPct val="90000"/>
              </a:lnSpc>
              <a:spcBef>
                <a:spcPts val="600"/>
              </a:spcBef>
              <a:spcAft>
                <a:spcPts val="0"/>
              </a:spcAft>
              <a:buClr>
                <a:schemeClr val="dk1"/>
              </a:buClr>
              <a:buSzPts val="2400"/>
              <a:buFont typeface="Arial"/>
              <a:buChar char="•"/>
              <a:defRPr/>
            </a:lvl4pPr>
            <a:lvl5pPr marL="1714500" lvl="4" indent="-257175" algn="l">
              <a:lnSpc>
                <a:spcPct val="90000"/>
              </a:lnSpc>
              <a:spcBef>
                <a:spcPts val="375"/>
              </a:spcBef>
              <a:spcAft>
                <a:spcPts val="0"/>
              </a:spcAft>
              <a:buClr>
                <a:schemeClr val="accent1"/>
              </a:buClr>
              <a:buSzPts val="1800"/>
              <a:buChar char="•"/>
              <a:defRPr/>
            </a:lvl5pPr>
            <a:lvl6pPr marL="2057400" lvl="5" indent="-257175" algn="l">
              <a:lnSpc>
                <a:spcPct val="90000"/>
              </a:lnSpc>
              <a:spcBef>
                <a:spcPts val="375"/>
              </a:spcBef>
              <a:spcAft>
                <a:spcPts val="0"/>
              </a:spcAft>
              <a:buClr>
                <a:schemeClr val="dk1"/>
              </a:buClr>
              <a:buSzPts val="1800"/>
              <a:buChar char="•"/>
              <a:defRPr/>
            </a:lvl6pPr>
            <a:lvl7pPr marL="2400300" lvl="6" indent="-257175" algn="l">
              <a:lnSpc>
                <a:spcPct val="90000"/>
              </a:lnSpc>
              <a:spcBef>
                <a:spcPts val="375"/>
              </a:spcBef>
              <a:spcAft>
                <a:spcPts val="0"/>
              </a:spcAft>
              <a:buClr>
                <a:schemeClr val="dk1"/>
              </a:buClr>
              <a:buSzPts val="1800"/>
              <a:buChar char="•"/>
              <a:defRPr/>
            </a:lvl7pPr>
            <a:lvl8pPr marL="2743200" lvl="7" indent="-257175" algn="l">
              <a:lnSpc>
                <a:spcPct val="90000"/>
              </a:lnSpc>
              <a:spcBef>
                <a:spcPts val="375"/>
              </a:spcBef>
              <a:spcAft>
                <a:spcPts val="0"/>
              </a:spcAft>
              <a:buClr>
                <a:schemeClr val="dk1"/>
              </a:buClr>
              <a:buSzPts val="1800"/>
              <a:buChar char="•"/>
              <a:defRPr/>
            </a:lvl8pPr>
            <a:lvl9pPr marL="3086100" lvl="8" indent="-257175" algn="l">
              <a:lnSpc>
                <a:spcPct val="90000"/>
              </a:lnSpc>
              <a:spcBef>
                <a:spcPts val="375"/>
              </a:spcBef>
              <a:spcAft>
                <a:spcPts val="0"/>
              </a:spcAft>
              <a:buClr>
                <a:schemeClr val="dk1"/>
              </a:buClr>
              <a:buSzPts val="1800"/>
              <a:buChar char="•"/>
              <a:defRPr/>
            </a:lvl9pPr>
          </a:lstStyle>
          <a:p>
            <a:pPr lvl="0"/>
            <a:r>
              <a:rPr lang="en-US"/>
              <a:t>Click to edit Master text styles</a:t>
            </a:r>
          </a:p>
        </p:txBody>
      </p:sp>
      <p:sp>
        <p:nvSpPr>
          <p:cNvPr id="60" name="Google Shape;60;p55"/>
          <p:cNvSpPr txBox="1">
            <a:spLocks noGrp="1"/>
          </p:cNvSpPr>
          <p:nvPr>
            <p:ph type="body" idx="2"/>
          </p:nvPr>
        </p:nvSpPr>
        <p:spPr>
          <a:xfrm>
            <a:off x="4423736" y="1829037"/>
            <a:ext cx="3344531" cy="4351338"/>
          </a:xfrm>
          <a:prstGeom prst="rect">
            <a:avLst/>
          </a:prstGeom>
          <a:noFill/>
          <a:ln>
            <a:noFill/>
          </a:ln>
        </p:spPr>
        <p:txBody>
          <a:bodyPr spcFirstLastPara="1" wrap="square" lIns="91425" tIns="45700" rIns="91425" bIns="45700" anchor="t" anchorCtr="0">
            <a:noAutofit/>
          </a:bodyPr>
          <a:lstStyle>
            <a:lvl1pPr marL="342900" lvl="0" indent="-285750" algn="l">
              <a:lnSpc>
                <a:spcPct val="100000"/>
              </a:lnSpc>
              <a:spcBef>
                <a:spcPts val="750"/>
              </a:spcBef>
              <a:spcAft>
                <a:spcPts val="0"/>
              </a:spcAft>
              <a:buSzPts val="2400"/>
              <a:buChar char="•"/>
              <a:defRPr sz="1800"/>
            </a:lvl1pPr>
            <a:lvl2pPr marL="685800" lvl="1" indent="-285750" algn="l">
              <a:lnSpc>
                <a:spcPct val="100000"/>
              </a:lnSpc>
              <a:spcBef>
                <a:spcPts val="600"/>
              </a:spcBef>
              <a:spcAft>
                <a:spcPts val="0"/>
              </a:spcAft>
              <a:buSzPts val="2400"/>
              <a:buChar char="−"/>
              <a:defRPr sz="1800" b="0"/>
            </a:lvl2pPr>
            <a:lvl3pPr marL="1028700" lvl="2" indent="-262889" algn="l">
              <a:lnSpc>
                <a:spcPct val="100000"/>
              </a:lnSpc>
              <a:spcBef>
                <a:spcPts val="600"/>
              </a:spcBef>
              <a:spcAft>
                <a:spcPts val="0"/>
              </a:spcAft>
              <a:buSzPts val="1920"/>
              <a:buChar char="▪"/>
              <a:defRPr sz="1800" b="0"/>
            </a:lvl3pPr>
            <a:lvl4pPr marL="1371600" marR="0" lvl="3" indent="-285750" algn="l">
              <a:lnSpc>
                <a:spcPct val="90000"/>
              </a:lnSpc>
              <a:spcBef>
                <a:spcPts val="600"/>
              </a:spcBef>
              <a:spcAft>
                <a:spcPts val="0"/>
              </a:spcAft>
              <a:buClr>
                <a:schemeClr val="dk1"/>
              </a:buClr>
              <a:buSzPts val="2400"/>
              <a:buFont typeface="Arial"/>
              <a:buChar char="•"/>
              <a:defRPr/>
            </a:lvl4pPr>
            <a:lvl5pPr marL="1714500" lvl="4" indent="-257175" algn="l">
              <a:lnSpc>
                <a:spcPct val="90000"/>
              </a:lnSpc>
              <a:spcBef>
                <a:spcPts val="375"/>
              </a:spcBef>
              <a:spcAft>
                <a:spcPts val="0"/>
              </a:spcAft>
              <a:buClr>
                <a:schemeClr val="accent1"/>
              </a:buClr>
              <a:buSzPts val="1800"/>
              <a:buChar char="•"/>
              <a:defRPr/>
            </a:lvl5pPr>
            <a:lvl6pPr marL="2057400" lvl="5" indent="-257175" algn="l">
              <a:lnSpc>
                <a:spcPct val="90000"/>
              </a:lnSpc>
              <a:spcBef>
                <a:spcPts val="375"/>
              </a:spcBef>
              <a:spcAft>
                <a:spcPts val="0"/>
              </a:spcAft>
              <a:buClr>
                <a:schemeClr val="dk1"/>
              </a:buClr>
              <a:buSzPts val="1800"/>
              <a:buChar char="•"/>
              <a:defRPr/>
            </a:lvl6pPr>
            <a:lvl7pPr marL="2400300" lvl="6" indent="-257175" algn="l">
              <a:lnSpc>
                <a:spcPct val="90000"/>
              </a:lnSpc>
              <a:spcBef>
                <a:spcPts val="375"/>
              </a:spcBef>
              <a:spcAft>
                <a:spcPts val="0"/>
              </a:spcAft>
              <a:buClr>
                <a:schemeClr val="dk1"/>
              </a:buClr>
              <a:buSzPts val="1800"/>
              <a:buChar char="•"/>
              <a:defRPr/>
            </a:lvl7pPr>
            <a:lvl8pPr marL="2743200" lvl="7" indent="-257175" algn="l">
              <a:lnSpc>
                <a:spcPct val="90000"/>
              </a:lnSpc>
              <a:spcBef>
                <a:spcPts val="375"/>
              </a:spcBef>
              <a:spcAft>
                <a:spcPts val="0"/>
              </a:spcAft>
              <a:buClr>
                <a:schemeClr val="dk1"/>
              </a:buClr>
              <a:buSzPts val="1800"/>
              <a:buChar char="•"/>
              <a:defRPr/>
            </a:lvl8pPr>
            <a:lvl9pPr marL="3086100" lvl="8" indent="-257175" algn="l">
              <a:lnSpc>
                <a:spcPct val="90000"/>
              </a:lnSpc>
              <a:spcBef>
                <a:spcPts val="375"/>
              </a:spcBef>
              <a:spcAft>
                <a:spcPts val="0"/>
              </a:spcAft>
              <a:buClr>
                <a:schemeClr val="dk1"/>
              </a:buClr>
              <a:buSzPts val="1800"/>
              <a:buChar char="•"/>
              <a:defRPr/>
            </a:lvl9pPr>
          </a:lstStyle>
          <a:p>
            <a:pPr lvl="0"/>
            <a:r>
              <a:rPr lang="en-US"/>
              <a:t>Click to edit Master text styles</a:t>
            </a:r>
          </a:p>
        </p:txBody>
      </p:sp>
      <p:sp>
        <p:nvSpPr>
          <p:cNvPr id="61" name="Google Shape;61;p55"/>
          <p:cNvSpPr txBox="1">
            <a:spLocks noGrp="1"/>
          </p:cNvSpPr>
          <p:nvPr>
            <p:ph type="body" idx="3"/>
          </p:nvPr>
        </p:nvSpPr>
        <p:spPr>
          <a:xfrm>
            <a:off x="8370625" y="1825625"/>
            <a:ext cx="3344531" cy="4351338"/>
          </a:xfrm>
          <a:prstGeom prst="rect">
            <a:avLst/>
          </a:prstGeom>
          <a:noFill/>
          <a:ln>
            <a:noFill/>
          </a:ln>
        </p:spPr>
        <p:txBody>
          <a:bodyPr spcFirstLastPara="1" wrap="square" lIns="91425" tIns="45700" rIns="91425" bIns="45700" anchor="t" anchorCtr="0">
            <a:noAutofit/>
          </a:bodyPr>
          <a:lstStyle>
            <a:lvl1pPr marL="342900" lvl="0" indent="-285750" algn="l">
              <a:lnSpc>
                <a:spcPct val="100000"/>
              </a:lnSpc>
              <a:spcBef>
                <a:spcPts val="750"/>
              </a:spcBef>
              <a:spcAft>
                <a:spcPts val="0"/>
              </a:spcAft>
              <a:buSzPts val="2400"/>
              <a:buChar char="•"/>
              <a:defRPr sz="1800"/>
            </a:lvl1pPr>
            <a:lvl2pPr marL="685800" lvl="1" indent="-285750" algn="l">
              <a:lnSpc>
                <a:spcPct val="100000"/>
              </a:lnSpc>
              <a:spcBef>
                <a:spcPts val="600"/>
              </a:spcBef>
              <a:spcAft>
                <a:spcPts val="0"/>
              </a:spcAft>
              <a:buSzPts val="2400"/>
              <a:buChar char="−"/>
              <a:defRPr sz="1800" b="0"/>
            </a:lvl2pPr>
            <a:lvl3pPr marL="1028700" lvl="2" indent="-262889" algn="l">
              <a:lnSpc>
                <a:spcPct val="100000"/>
              </a:lnSpc>
              <a:spcBef>
                <a:spcPts val="600"/>
              </a:spcBef>
              <a:spcAft>
                <a:spcPts val="0"/>
              </a:spcAft>
              <a:buSzPts val="1920"/>
              <a:buChar char="▪"/>
              <a:defRPr sz="1800" b="0"/>
            </a:lvl3pPr>
            <a:lvl4pPr marL="1371600" marR="0" lvl="3" indent="-285750" algn="l">
              <a:lnSpc>
                <a:spcPct val="90000"/>
              </a:lnSpc>
              <a:spcBef>
                <a:spcPts val="600"/>
              </a:spcBef>
              <a:spcAft>
                <a:spcPts val="0"/>
              </a:spcAft>
              <a:buClr>
                <a:schemeClr val="dk1"/>
              </a:buClr>
              <a:buSzPts val="2400"/>
              <a:buFont typeface="Arial"/>
              <a:buChar char="•"/>
              <a:defRPr/>
            </a:lvl4pPr>
            <a:lvl5pPr marL="1714500" lvl="4" indent="-257175" algn="l">
              <a:lnSpc>
                <a:spcPct val="90000"/>
              </a:lnSpc>
              <a:spcBef>
                <a:spcPts val="375"/>
              </a:spcBef>
              <a:spcAft>
                <a:spcPts val="0"/>
              </a:spcAft>
              <a:buClr>
                <a:schemeClr val="accent1"/>
              </a:buClr>
              <a:buSzPts val="1800"/>
              <a:buChar char="•"/>
              <a:defRPr/>
            </a:lvl5pPr>
            <a:lvl6pPr marL="2057400" lvl="5" indent="-257175" algn="l">
              <a:lnSpc>
                <a:spcPct val="90000"/>
              </a:lnSpc>
              <a:spcBef>
                <a:spcPts val="375"/>
              </a:spcBef>
              <a:spcAft>
                <a:spcPts val="0"/>
              </a:spcAft>
              <a:buClr>
                <a:schemeClr val="dk1"/>
              </a:buClr>
              <a:buSzPts val="1800"/>
              <a:buChar char="•"/>
              <a:defRPr/>
            </a:lvl6pPr>
            <a:lvl7pPr marL="2400300" lvl="6" indent="-257175" algn="l">
              <a:lnSpc>
                <a:spcPct val="90000"/>
              </a:lnSpc>
              <a:spcBef>
                <a:spcPts val="375"/>
              </a:spcBef>
              <a:spcAft>
                <a:spcPts val="0"/>
              </a:spcAft>
              <a:buClr>
                <a:schemeClr val="dk1"/>
              </a:buClr>
              <a:buSzPts val="1800"/>
              <a:buChar char="•"/>
              <a:defRPr/>
            </a:lvl7pPr>
            <a:lvl8pPr marL="2743200" lvl="7" indent="-257175" algn="l">
              <a:lnSpc>
                <a:spcPct val="90000"/>
              </a:lnSpc>
              <a:spcBef>
                <a:spcPts val="375"/>
              </a:spcBef>
              <a:spcAft>
                <a:spcPts val="0"/>
              </a:spcAft>
              <a:buClr>
                <a:schemeClr val="dk1"/>
              </a:buClr>
              <a:buSzPts val="1800"/>
              <a:buChar char="•"/>
              <a:defRPr/>
            </a:lvl8pPr>
            <a:lvl9pPr marL="3086100" lvl="8" indent="-257175" algn="l">
              <a:lnSpc>
                <a:spcPct val="90000"/>
              </a:lnSpc>
              <a:spcBef>
                <a:spcPts val="375"/>
              </a:spcBef>
              <a:spcAft>
                <a:spcPts val="0"/>
              </a:spcAft>
              <a:buClr>
                <a:schemeClr val="dk1"/>
              </a:buClr>
              <a:buSzPts val="1800"/>
              <a:buChar char="•"/>
              <a:defRPr/>
            </a:lvl9pPr>
          </a:lstStyle>
          <a:p>
            <a:pPr lvl="0"/>
            <a:r>
              <a:rPr lang="en-US"/>
              <a:t>Click to edit Master text styles</a:t>
            </a:r>
          </a:p>
        </p:txBody>
      </p:sp>
    </p:spTree>
    <p:extLst>
      <p:ext uri="{BB962C8B-B14F-4D97-AF65-F5344CB8AC3E}">
        <p14:creationId xmlns:p14="http://schemas.microsoft.com/office/powerpoint/2010/main" val="1557260383"/>
      </p:ext>
    </p:extLst>
  </p:cSld>
  <p:clrMapOvr>
    <a:masterClrMapping/>
  </p:clrMapOvr>
</p:sldLayout>
</file>

<file path=ppt/slideLayouts/slideLayout50.xml><?xml version="1.0" encoding="utf-8"?>
<p:sldLayout xmlns:a="http://schemas.openxmlformats.org/drawingml/2006/main" xmlns:r="http://schemas.openxmlformats.org/officeDocument/2006/relationships" xmlns:p="http://schemas.openxmlformats.org/presentationml/2006/main" matchingName="Title/Subtitle" preserve="1">
  <p:cSld name="Title/Subtitle">
    <p:spTree>
      <p:nvGrpSpPr>
        <p:cNvPr id="1" name="Shape 62"/>
        <p:cNvGrpSpPr/>
        <p:nvPr/>
      </p:nvGrpSpPr>
      <p:grpSpPr>
        <a:xfrm>
          <a:off x="0" y="0"/>
          <a:ext cx="0" cy="0"/>
          <a:chOff x="0" y="0"/>
          <a:chExt cx="0" cy="0"/>
        </a:xfrm>
      </p:grpSpPr>
      <p:sp>
        <p:nvSpPr>
          <p:cNvPr id="63" name="Google Shape;63;p56"/>
          <p:cNvSpPr txBox="1">
            <a:spLocks noGrp="1"/>
          </p:cNvSpPr>
          <p:nvPr>
            <p:ph type="title"/>
          </p:nvPr>
        </p:nvSpPr>
        <p:spPr>
          <a:xfrm>
            <a:off x="476845" y="473249"/>
            <a:ext cx="11241915" cy="1217447"/>
          </a:xfrm>
          <a:prstGeom prst="rect">
            <a:avLst/>
          </a:prstGeom>
          <a:noFill/>
          <a:ln>
            <a:noFill/>
          </a:ln>
        </p:spPr>
        <p:txBody>
          <a:bodyPr spcFirstLastPara="1" wrap="square" lIns="91425" tIns="45700" rIns="91425" bIns="45700" anchor="t" anchorCtr="0">
            <a:noAutofit/>
          </a:bodyPr>
          <a:lstStyle>
            <a:lvl1pPr lvl="0" algn="ctr">
              <a:lnSpc>
                <a:spcPct val="90000"/>
              </a:lnSpc>
              <a:spcBef>
                <a:spcPts val="0"/>
              </a:spcBef>
              <a:spcAft>
                <a:spcPts val="0"/>
              </a:spcAft>
              <a:buClr>
                <a:schemeClr val="dk1"/>
              </a:buClr>
              <a:buSzPts val="4000"/>
              <a:buFont typeface="Work Sans"/>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r>
              <a:rPr lang="en-US"/>
              <a:t>Click to edit Master title style</a:t>
            </a:r>
            <a:endParaRPr/>
          </a:p>
        </p:txBody>
      </p:sp>
      <p:sp>
        <p:nvSpPr>
          <p:cNvPr id="64" name="Google Shape;64;p56"/>
          <p:cNvSpPr txBox="1">
            <a:spLocks noGrp="1"/>
          </p:cNvSpPr>
          <p:nvPr>
            <p:ph type="body" idx="1"/>
          </p:nvPr>
        </p:nvSpPr>
        <p:spPr>
          <a:xfrm>
            <a:off x="476845" y="1887678"/>
            <a:ext cx="11241915" cy="691143"/>
          </a:xfrm>
          <a:prstGeom prst="rect">
            <a:avLst/>
          </a:prstGeom>
          <a:noFill/>
          <a:ln>
            <a:noFill/>
          </a:ln>
        </p:spPr>
        <p:txBody>
          <a:bodyPr spcFirstLastPara="1" wrap="square" lIns="91425" tIns="45700" rIns="91425" bIns="45700" anchor="t" anchorCtr="0">
            <a:noAutofit/>
          </a:bodyPr>
          <a:lstStyle>
            <a:lvl1pPr marL="342900" lvl="0" indent="-171450" algn="l">
              <a:lnSpc>
                <a:spcPct val="100000"/>
              </a:lnSpc>
              <a:spcBef>
                <a:spcPts val="750"/>
              </a:spcBef>
              <a:spcAft>
                <a:spcPts val="0"/>
              </a:spcAft>
              <a:buSzPts val="2800"/>
              <a:buNone/>
              <a:defRPr sz="2100" b="1"/>
            </a:lvl1pPr>
            <a:lvl2pPr marL="685800" lvl="1" indent="-304800" algn="l">
              <a:lnSpc>
                <a:spcPct val="100000"/>
              </a:lnSpc>
              <a:spcBef>
                <a:spcPts val="600"/>
              </a:spcBef>
              <a:spcAft>
                <a:spcPts val="0"/>
              </a:spcAft>
              <a:buSzPts val="2800"/>
              <a:buChar char="−"/>
              <a:defRPr sz="2100" b="0"/>
            </a:lvl2pPr>
            <a:lvl3pPr marL="1028700" lvl="2" indent="-262889" algn="l">
              <a:lnSpc>
                <a:spcPct val="100000"/>
              </a:lnSpc>
              <a:spcBef>
                <a:spcPts val="600"/>
              </a:spcBef>
              <a:spcAft>
                <a:spcPts val="0"/>
              </a:spcAft>
              <a:buSzPts val="1920"/>
              <a:buChar char="▪"/>
              <a:defRPr sz="1800" b="0"/>
            </a:lvl3pPr>
            <a:lvl4pPr marL="1371600" lvl="3" indent="-257175" algn="l">
              <a:lnSpc>
                <a:spcPct val="90000"/>
              </a:lnSpc>
              <a:spcBef>
                <a:spcPts val="600"/>
              </a:spcBef>
              <a:spcAft>
                <a:spcPts val="0"/>
              </a:spcAft>
              <a:buSzPts val="1800"/>
              <a:buChar char="•"/>
              <a:defRPr/>
            </a:lvl4pPr>
            <a:lvl5pPr marL="1714500" lvl="4" indent="-257175" algn="l">
              <a:lnSpc>
                <a:spcPct val="90000"/>
              </a:lnSpc>
              <a:spcBef>
                <a:spcPts val="375"/>
              </a:spcBef>
              <a:spcAft>
                <a:spcPts val="0"/>
              </a:spcAft>
              <a:buClr>
                <a:schemeClr val="accent1"/>
              </a:buClr>
              <a:buSzPts val="1800"/>
              <a:buChar char="•"/>
              <a:defRPr/>
            </a:lvl5pPr>
            <a:lvl6pPr marL="2057400" lvl="5" indent="-257175" algn="l">
              <a:lnSpc>
                <a:spcPct val="90000"/>
              </a:lnSpc>
              <a:spcBef>
                <a:spcPts val="375"/>
              </a:spcBef>
              <a:spcAft>
                <a:spcPts val="0"/>
              </a:spcAft>
              <a:buClr>
                <a:schemeClr val="dk1"/>
              </a:buClr>
              <a:buSzPts val="1800"/>
              <a:buChar char="•"/>
              <a:defRPr/>
            </a:lvl6pPr>
            <a:lvl7pPr marL="2400300" lvl="6" indent="-257175" algn="l">
              <a:lnSpc>
                <a:spcPct val="90000"/>
              </a:lnSpc>
              <a:spcBef>
                <a:spcPts val="375"/>
              </a:spcBef>
              <a:spcAft>
                <a:spcPts val="0"/>
              </a:spcAft>
              <a:buClr>
                <a:schemeClr val="dk1"/>
              </a:buClr>
              <a:buSzPts val="1800"/>
              <a:buChar char="•"/>
              <a:defRPr/>
            </a:lvl7pPr>
            <a:lvl8pPr marL="2743200" lvl="7" indent="-257175" algn="l">
              <a:lnSpc>
                <a:spcPct val="90000"/>
              </a:lnSpc>
              <a:spcBef>
                <a:spcPts val="375"/>
              </a:spcBef>
              <a:spcAft>
                <a:spcPts val="0"/>
              </a:spcAft>
              <a:buClr>
                <a:schemeClr val="dk1"/>
              </a:buClr>
              <a:buSzPts val="1800"/>
              <a:buChar char="•"/>
              <a:defRPr/>
            </a:lvl8pPr>
            <a:lvl9pPr marL="3086100" lvl="8" indent="-257175" algn="l">
              <a:lnSpc>
                <a:spcPct val="90000"/>
              </a:lnSpc>
              <a:spcBef>
                <a:spcPts val="375"/>
              </a:spcBef>
              <a:spcAft>
                <a:spcPts val="0"/>
              </a:spcAft>
              <a:buClr>
                <a:schemeClr val="dk1"/>
              </a:buClr>
              <a:buSzPts val="1800"/>
              <a:buChar char="•"/>
              <a:defRPr/>
            </a:lvl9pPr>
          </a:lstStyle>
          <a:p>
            <a:pPr lvl="0"/>
            <a:r>
              <a:rPr lang="en-US"/>
              <a:t>Click to edit Master text styles</a:t>
            </a:r>
          </a:p>
        </p:txBody>
      </p:sp>
      <p:sp>
        <p:nvSpPr>
          <p:cNvPr id="65" name="Google Shape;65;p56"/>
          <p:cNvSpPr txBox="1">
            <a:spLocks noGrp="1"/>
          </p:cNvSpPr>
          <p:nvPr>
            <p:ph type="body" idx="2"/>
          </p:nvPr>
        </p:nvSpPr>
        <p:spPr>
          <a:xfrm>
            <a:off x="476845" y="2677888"/>
            <a:ext cx="11241915" cy="2621900"/>
          </a:xfrm>
          <a:prstGeom prst="rect">
            <a:avLst/>
          </a:prstGeom>
          <a:noFill/>
          <a:ln>
            <a:noFill/>
          </a:ln>
        </p:spPr>
        <p:txBody>
          <a:bodyPr spcFirstLastPara="1" wrap="square" lIns="91425" tIns="45700" rIns="91425" bIns="45700" anchor="t" anchorCtr="0">
            <a:noAutofit/>
          </a:bodyPr>
          <a:lstStyle>
            <a:lvl1pPr marL="342900" lvl="0" indent="-285750" algn="l">
              <a:lnSpc>
                <a:spcPct val="100000"/>
              </a:lnSpc>
              <a:spcBef>
                <a:spcPts val="750"/>
              </a:spcBef>
              <a:spcAft>
                <a:spcPts val="0"/>
              </a:spcAft>
              <a:buSzPts val="2400"/>
              <a:buChar char="•"/>
              <a:defRPr sz="1800" b="0"/>
            </a:lvl1pPr>
            <a:lvl2pPr marL="685800" lvl="1" indent="-285750" algn="l">
              <a:lnSpc>
                <a:spcPct val="100000"/>
              </a:lnSpc>
              <a:spcBef>
                <a:spcPts val="600"/>
              </a:spcBef>
              <a:spcAft>
                <a:spcPts val="0"/>
              </a:spcAft>
              <a:buSzPts val="2400"/>
              <a:buChar char="−"/>
              <a:defRPr sz="1800" b="0"/>
            </a:lvl2pPr>
            <a:lvl3pPr marL="1028700" lvl="2" indent="-262889" algn="l">
              <a:lnSpc>
                <a:spcPct val="100000"/>
              </a:lnSpc>
              <a:spcBef>
                <a:spcPts val="600"/>
              </a:spcBef>
              <a:spcAft>
                <a:spcPts val="0"/>
              </a:spcAft>
              <a:buSzPts val="1920"/>
              <a:buChar char="▪"/>
              <a:defRPr sz="1800" b="0"/>
            </a:lvl3pPr>
            <a:lvl4pPr marL="1371600" marR="0" lvl="3" indent="-171450" algn="l">
              <a:lnSpc>
                <a:spcPct val="90000"/>
              </a:lnSpc>
              <a:spcBef>
                <a:spcPts val="600"/>
              </a:spcBef>
              <a:spcAft>
                <a:spcPts val="0"/>
              </a:spcAft>
              <a:buClr>
                <a:schemeClr val="dk1"/>
              </a:buClr>
              <a:buSzPts val="2400"/>
              <a:buFont typeface="Arial"/>
              <a:buNone/>
              <a:defRPr/>
            </a:lvl4pPr>
            <a:lvl5pPr marL="1714500" lvl="4" indent="-257175" algn="l">
              <a:lnSpc>
                <a:spcPct val="90000"/>
              </a:lnSpc>
              <a:spcBef>
                <a:spcPts val="375"/>
              </a:spcBef>
              <a:spcAft>
                <a:spcPts val="0"/>
              </a:spcAft>
              <a:buClr>
                <a:schemeClr val="accent1"/>
              </a:buClr>
              <a:buSzPts val="1800"/>
              <a:buChar char="•"/>
              <a:defRPr/>
            </a:lvl5pPr>
            <a:lvl6pPr marL="2057400" lvl="5" indent="-257175" algn="l">
              <a:lnSpc>
                <a:spcPct val="90000"/>
              </a:lnSpc>
              <a:spcBef>
                <a:spcPts val="375"/>
              </a:spcBef>
              <a:spcAft>
                <a:spcPts val="0"/>
              </a:spcAft>
              <a:buClr>
                <a:schemeClr val="dk1"/>
              </a:buClr>
              <a:buSzPts val="1800"/>
              <a:buChar char="•"/>
              <a:defRPr/>
            </a:lvl6pPr>
            <a:lvl7pPr marL="2400300" lvl="6" indent="-257175" algn="l">
              <a:lnSpc>
                <a:spcPct val="90000"/>
              </a:lnSpc>
              <a:spcBef>
                <a:spcPts val="375"/>
              </a:spcBef>
              <a:spcAft>
                <a:spcPts val="0"/>
              </a:spcAft>
              <a:buClr>
                <a:schemeClr val="dk1"/>
              </a:buClr>
              <a:buSzPts val="1800"/>
              <a:buChar char="•"/>
              <a:defRPr/>
            </a:lvl7pPr>
            <a:lvl8pPr marL="2743200" lvl="7" indent="-257175" algn="l">
              <a:lnSpc>
                <a:spcPct val="90000"/>
              </a:lnSpc>
              <a:spcBef>
                <a:spcPts val="375"/>
              </a:spcBef>
              <a:spcAft>
                <a:spcPts val="0"/>
              </a:spcAft>
              <a:buClr>
                <a:schemeClr val="dk1"/>
              </a:buClr>
              <a:buSzPts val="1800"/>
              <a:buChar char="•"/>
              <a:defRPr/>
            </a:lvl8pPr>
            <a:lvl9pPr marL="3086100" lvl="8" indent="-257175" algn="l">
              <a:lnSpc>
                <a:spcPct val="90000"/>
              </a:lnSpc>
              <a:spcBef>
                <a:spcPts val="375"/>
              </a:spcBef>
              <a:spcAft>
                <a:spcPts val="0"/>
              </a:spcAft>
              <a:buClr>
                <a:schemeClr val="dk1"/>
              </a:buClr>
              <a:buSzPts val="1800"/>
              <a:buChar char="•"/>
              <a:defRPr/>
            </a:lvl9pPr>
          </a:lstStyle>
          <a:p>
            <a:pPr lvl="0"/>
            <a:r>
              <a:rPr lang="en-US"/>
              <a:t>Click to edit Master text styles</a:t>
            </a:r>
          </a:p>
        </p:txBody>
      </p:sp>
      <p:sp>
        <p:nvSpPr>
          <p:cNvPr id="66" name="Google Shape;66;p56"/>
          <p:cNvSpPr txBox="1">
            <a:spLocks noGrp="1"/>
          </p:cNvSpPr>
          <p:nvPr>
            <p:ph type="body" idx="3"/>
          </p:nvPr>
        </p:nvSpPr>
        <p:spPr>
          <a:xfrm>
            <a:off x="476845" y="5395331"/>
            <a:ext cx="11241915" cy="951787"/>
          </a:xfrm>
          <a:prstGeom prst="rect">
            <a:avLst/>
          </a:prstGeom>
          <a:noFill/>
          <a:ln>
            <a:noFill/>
          </a:ln>
        </p:spPr>
        <p:txBody>
          <a:bodyPr spcFirstLastPara="1" wrap="square" lIns="91425" tIns="45700" rIns="91425" bIns="45700" anchor="t" anchorCtr="0">
            <a:noAutofit/>
          </a:bodyPr>
          <a:lstStyle>
            <a:lvl1pPr marL="342900" lvl="0" indent="-214313" algn="l">
              <a:lnSpc>
                <a:spcPct val="100000"/>
              </a:lnSpc>
              <a:spcBef>
                <a:spcPts val="750"/>
              </a:spcBef>
              <a:spcAft>
                <a:spcPts val="0"/>
              </a:spcAft>
              <a:buSzPts val="900"/>
              <a:buChar char="•"/>
              <a:defRPr sz="675" b="0"/>
            </a:lvl1pPr>
            <a:lvl2pPr marL="685800" lvl="1" indent="-214313" algn="l">
              <a:lnSpc>
                <a:spcPct val="100000"/>
              </a:lnSpc>
              <a:spcBef>
                <a:spcPts val="600"/>
              </a:spcBef>
              <a:spcAft>
                <a:spcPts val="0"/>
              </a:spcAft>
              <a:buSzPts val="900"/>
              <a:buChar char="−"/>
              <a:defRPr sz="675" b="0"/>
            </a:lvl2pPr>
            <a:lvl3pPr marL="1028700" lvl="2" indent="-205739" algn="l">
              <a:lnSpc>
                <a:spcPct val="100000"/>
              </a:lnSpc>
              <a:spcBef>
                <a:spcPts val="600"/>
              </a:spcBef>
              <a:spcAft>
                <a:spcPts val="0"/>
              </a:spcAft>
              <a:buSzPts val="720"/>
              <a:buChar char="▪"/>
              <a:defRPr sz="675" b="0"/>
            </a:lvl3pPr>
            <a:lvl4pPr marL="1371600" lvl="3" indent="-214313" algn="l">
              <a:lnSpc>
                <a:spcPct val="90000"/>
              </a:lnSpc>
              <a:spcBef>
                <a:spcPts val="600"/>
              </a:spcBef>
              <a:spcAft>
                <a:spcPts val="0"/>
              </a:spcAft>
              <a:buSzPts val="900"/>
              <a:buChar char="•"/>
              <a:defRPr sz="675" b="0"/>
            </a:lvl4pPr>
            <a:lvl5pPr marL="1714500" lvl="4" indent="-214313" algn="l">
              <a:lnSpc>
                <a:spcPct val="90000"/>
              </a:lnSpc>
              <a:spcBef>
                <a:spcPts val="375"/>
              </a:spcBef>
              <a:spcAft>
                <a:spcPts val="0"/>
              </a:spcAft>
              <a:buClr>
                <a:schemeClr val="accent1"/>
              </a:buClr>
              <a:buSzPts val="900"/>
              <a:buChar char="•"/>
              <a:defRPr sz="675" b="0"/>
            </a:lvl5pPr>
            <a:lvl6pPr marL="2057400" lvl="5" indent="-257175" algn="l">
              <a:lnSpc>
                <a:spcPct val="90000"/>
              </a:lnSpc>
              <a:spcBef>
                <a:spcPts val="375"/>
              </a:spcBef>
              <a:spcAft>
                <a:spcPts val="0"/>
              </a:spcAft>
              <a:buClr>
                <a:schemeClr val="dk1"/>
              </a:buClr>
              <a:buSzPts val="1800"/>
              <a:buChar char="•"/>
              <a:defRPr/>
            </a:lvl6pPr>
            <a:lvl7pPr marL="2400300" lvl="6" indent="-257175" algn="l">
              <a:lnSpc>
                <a:spcPct val="90000"/>
              </a:lnSpc>
              <a:spcBef>
                <a:spcPts val="375"/>
              </a:spcBef>
              <a:spcAft>
                <a:spcPts val="0"/>
              </a:spcAft>
              <a:buClr>
                <a:schemeClr val="dk1"/>
              </a:buClr>
              <a:buSzPts val="1800"/>
              <a:buChar char="•"/>
              <a:defRPr/>
            </a:lvl7pPr>
            <a:lvl8pPr marL="2743200" lvl="7" indent="-257175" algn="l">
              <a:lnSpc>
                <a:spcPct val="90000"/>
              </a:lnSpc>
              <a:spcBef>
                <a:spcPts val="375"/>
              </a:spcBef>
              <a:spcAft>
                <a:spcPts val="0"/>
              </a:spcAft>
              <a:buClr>
                <a:schemeClr val="dk1"/>
              </a:buClr>
              <a:buSzPts val="1800"/>
              <a:buChar char="•"/>
              <a:defRPr/>
            </a:lvl8pPr>
            <a:lvl9pPr marL="3086100" lvl="8" indent="-257175" algn="l">
              <a:lnSpc>
                <a:spcPct val="90000"/>
              </a:lnSpc>
              <a:spcBef>
                <a:spcPts val="375"/>
              </a:spcBef>
              <a:spcAft>
                <a:spcPts val="0"/>
              </a:spcAft>
              <a:buClr>
                <a:schemeClr val="dk1"/>
              </a:buClr>
              <a:buSzPts val="1800"/>
              <a:buChar char="•"/>
              <a:defRPr/>
            </a:lvl9pPr>
          </a:lstStyle>
          <a:p>
            <a:pPr lvl="0"/>
            <a:r>
              <a:rPr lang="en-US"/>
              <a:t>Click to edit Master text styles</a:t>
            </a:r>
          </a:p>
        </p:txBody>
      </p:sp>
    </p:spTree>
    <p:extLst>
      <p:ext uri="{BB962C8B-B14F-4D97-AF65-F5344CB8AC3E}">
        <p14:creationId xmlns:p14="http://schemas.microsoft.com/office/powerpoint/2010/main" val="3491964941"/>
      </p:ext>
    </p:extLst>
  </p:cSld>
  <p:clrMapOvr>
    <a:masterClrMapping/>
  </p:clrMapOvr>
</p:sldLayout>
</file>

<file path=ppt/slideLayouts/slideLayout51.xml><?xml version="1.0" encoding="utf-8"?>
<p:sldLayout xmlns:a="http://schemas.openxmlformats.org/drawingml/2006/main" xmlns:r="http://schemas.openxmlformats.org/officeDocument/2006/relationships" xmlns:p="http://schemas.openxmlformats.org/presentationml/2006/main" matchingName="Title/Subtitle/Images" preserve="1">
  <p:cSld name="Title/Subtitle/Images">
    <p:spTree>
      <p:nvGrpSpPr>
        <p:cNvPr id="1" name="Shape 67"/>
        <p:cNvGrpSpPr/>
        <p:nvPr/>
      </p:nvGrpSpPr>
      <p:grpSpPr>
        <a:xfrm>
          <a:off x="0" y="0"/>
          <a:ext cx="0" cy="0"/>
          <a:chOff x="0" y="0"/>
          <a:chExt cx="0" cy="0"/>
        </a:xfrm>
      </p:grpSpPr>
      <p:sp>
        <p:nvSpPr>
          <p:cNvPr id="68" name="Google Shape;68;p57"/>
          <p:cNvSpPr txBox="1">
            <a:spLocks noGrp="1"/>
          </p:cNvSpPr>
          <p:nvPr>
            <p:ph type="title"/>
          </p:nvPr>
        </p:nvSpPr>
        <p:spPr>
          <a:xfrm>
            <a:off x="476845" y="475488"/>
            <a:ext cx="11241915" cy="1071533"/>
          </a:xfrm>
          <a:prstGeom prst="rect">
            <a:avLst/>
          </a:prstGeom>
          <a:noFill/>
          <a:ln>
            <a:noFill/>
          </a:ln>
        </p:spPr>
        <p:txBody>
          <a:bodyPr spcFirstLastPara="1" wrap="square" lIns="91425" tIns="45700" rIns="91425" bIns="45700" anchor="t" anchorCtr="0">
            <a:noAutofit/>
          </a:bodyPr>
          <a:lstStyle>
            <a:lvl1pPr lvl="0" algn="ctr">
              <a:lnSpc>
                <a:spcPct val="90000"/>
              </a:lnSpc>
              <a:spcBef>
                <a:spcPts val="0"/>
              </a:spcBef>
              <a:spcAft>
                <a:spcPts val="0"/>
              </a:spcAft>
              <a:buClr>
                <a:schemeClr val="dk1"/>
              </a:buClr>
              <a:buSzPts val="4000"/>
              <a:buFont typeface="Work Sans"/>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r>
              <a:rPr lang="en-US"/>
              <a:t>Click to edit Master title style</a:t>
            </a:r>
            <a:endParaRPr/>
          </a:p>
        </p:txBody>
      </p:sp>
      <p:sp>
        <p:nvSpPr>
          <p:cNvPr id="69" name="Google Shape;69;p57"/>
          <p:cNvSpPr txBox="1">
            <a:spLocks noGrp="1"/>
          </p:cNvSpPr>
          <p:nvPr>
            <p:ph type="body" idx="1"/>
          </p:nvPr>
        </p:nvSpPr>
        <p:spPr>
          <a:xfrm>
            <a:off x="476845" y="1857698"/>
            <a:ext cx="11241915" cy="691143"/>
          </a:xfrm>
          <a:prstGeom prst="rect">
            <a:avLst/>
          </a:prstGeom>
          <a:noFill/>
          <a:ln>
            <a:noFill/>
          </a:ln>
        </p:spPr>
        <p:txBody>
          <a:bodyPr spcFirstLastPara="1" wrap="square" lIns="91425" tIns="45700" rIns="91425" bIns="45700" anchor="t" anchorCtr="0">
            <a:noAutofit/>
          </a:bodyPr>
          <a:lstStyle>
            <a:lvl1pPr marL="342900" lvl="0" indent="-171450" algn="l">
              <a:lnSpc>
                <a:spcPct val="100000"/>
              </a:lnSpc>
              <a:spcBef>
                <a:spcPts val="750"/>
              </a:spcBef>
              <a:spcAft>
                <a:spcPts val="0"/>
              </a:spcAft>
              <a:buSzPts val="2800"/>
              <a:buNone/>
              <a:defRPr sz="2100" b="1"/>
            </a:lvl1pPr>
            <a:lvl2pPr marL="685800" lvl="1" indent="-304800" algn="l">
              <a:lnSpc>
                <a:spcPct val="100000"/>
              </a:lnSpc>
              <a:spcBef>
                <a:spcPts val="600"/>
              </a:spcBef>
              <a:spcAft>
                <a:spcPts val="0"/>
              </a:spcAft>
              <a:buSzPts val="2800"/>
              <a:buChar char="−"/>
              <a:defRPr sz="2100" b="0"/>
            </a:lvl2pPr>
            <a:lvl3pPr marL="1028700" lvl="2" indent="-262889" algn="l">
              <a:lnSpc>
                <a:spcPct val="100000"/>
              </a:lnSpc>
              <a:spcBef>
                <a:spcPts val="600"/>
              </a:spcBef>
              <a:spcAft>
                <a:spcPts val="0"/>
              </a:spcAft>
              <a:buSzPts val="1920"/>
              <a:buChar char="▪"/>
              <a:defRPr sz="1800" b="0"/>
            </a:lvl3pPr>
            <a:lvl4pPr marL="1371600" lvl="3" indent="-257175" algn="l">
              <a:lnSpc>
                <a:spcPct val="90000"/>
              </a:lnSpc>
              <a:spcBef>
                <a:spcPts val="600"/>
              </a:spcBef>
              <a:spcAft>
                <a:spcPts val="0"/>
              </a:spcAft>
              <a:buSzPts val="1800"/>
              <a:buChar char="•"/>
              <a:defRPr/>
            </a:lvl4pPr>
            <a:lvl5pPr marL="1714500" lvl="4" indent="-257175" algn="l">
              <a:lnSpc>
                <a:spcPct val="90000"/>
              </a:lnSpc>
              <a:spcBef>
                <a:spcPts val="375"/>
              </a:spcBef>
              <a:spcAft>
                <a:spcPts val="0"/>
              </a:spcAft>
              <a:buClr>
                <a:schemeClr val="accent1"/>
              </a:buClr>
              <a:buSzPts val="1800"/>
              <a:buChar char="•"/>
              <a:defRPr/>
            </a:lvl5pPr>
            <a:lvl6pPr marL="2057400" lvl="5" indent="-257175" algn="l">
              <a:lnSpc>
                <a:spcPct val="90000"/>
              </a:lnSpc>
              <a:spcBef>
                <a:spcPts val="375"/>
              </a:spcBef>
              <a:spcAft>
                <a:spcPts val="0"/>
              </a:spcAft>
              <a:buClr>
                <a:schemeClr val="dk1"/>
              </a:buClr>
              <a:buSzPts val="1800"/>
              <a:buChar char="•"/>
              <a:defRPr/>
            </a:lvl6pPr>
            <a:lvl7pPr marL="2400300" lvl="6" indent="-257175" algn="l">
              <a:lnSpc>
                <a:spcPct val="90000"/>
              </a:lnSpc>
              <a:spcBef>
                <a:spcPts val="375"/>
              </a:spcBef>
              <a:spcAft>
                <a:spcPts val="0"/>
              </a:spcAft>
              <a:buClr>
                <a:schemeClr val="dk1"/>
              </a:buClr>
              <a:buSzPts val="1800"/>
              <a:buChar char="•"/>
              <a:defRPr/>
            </a:lvl7pPr>
            <a:lvl8pPr marL="2743200" lvl="7" indent="-257175" algn="l">
              <a:lnSpc>
                <a:spcPct val="90000"/>
              </a:lnSpc>
              <a:spcBef>
                <a:spcPts val="375"/>
              </a:spcBef>
              <a:spcAft>
                <a:spcPts val="0"/>
              </a:spcAft>
              <a:buClr>
                <a:schemeClr val="dk1"/>
              </a:buClr>
              <a:buSzPts val="1800"/>
              <a:buChar char="•"/>
              <a:defRPr/>
            </a:lvl8pPr>
            <a:lvl9pPr marL="3086100" lvl="8" indent="-257175" algn="l">
              <a:lnSpc>
                <a:spcPct val="90000"/>
              </a:lnSpc>
              <a:spcBef>
                <a:spcPts val="375"/>
              </a:spcBef>
              <a:spcAft>
                <a:spcPts val="0"/>
              </a:spcAft>
              <a:buClr>
                <a:schemeClr val="dk1"/>
              </a:buClr>
              <a:buSzPts val="1800"/>
              <a:buChar char="•"/>
              <a:defRPr/>
            </a:lvl9pPr>
          </a:lstStyle>
          <a:p>
            <a:pPr lvl="0"/>
            <a:r>
              <a:rPr lang="en-US"/>
              <a:t>Click to edit Master text styles</a:t>
            </a:r>
          </a:p>
        </p:txBody>
      </p:sp>
      <p:sp>
        <p:nvSpPr>
          <p:cNvPr id="70" name="Google Shape;70;p57"/>
          <p:cNvSpPr txBox="1">
            <a:spLocks noGrp="1"/>
          </p:cNvSpPr>
          <p:nvPr>
            <p:ph type="body" idx="2"/>
          </p:nvPr>
        </p:nvSpPr>
        <p:spPr>
          <a:xfrm>
            <a:off x="476845" y="2677888"/>
            <a:ext cx="11241915" cy="1505492"/>
          </a:xfrm>
          <a:prstGeom prst="rect">
            <a:avLst/>
          </a:prstGeom>
          <a:noFill/>
          <a:ln>
            <a:noFill/>
          </a:ln>
        </p:spPr>
        <p:txBody>
          <a:bodyPr spcFirstLastPara="1" wrap="square" lIns="91425" tIns="45700" rIns="91425" bIns="45700" anchor="t" anchorCtr="0">
            <a:noAutofit/>
          </a:bodyPr>
          <a:lstStyle>
            <a:lvl1pPr marL="342900" lvl="0" indent="-285750" algn="l">
              <a:lnSpc>
                <a:spcPct val="100000"/>
              </a:lnSpc>
              <a:spcBef>
                <a:spcPts val="750"/>
              </a:spcBef>
              <a:spcAft>
                <a:spcPts val="0"/>
              </a:spcAft>
              <a:buSzPts val="2400"/>
              <a:buChar char="•"/>
              <a:defRPr sz="1800" b="0"/>
            </a:lvl1pPr>
            <a:lvl2pPr marL="685800" lvl="1" indent="-285750" algn="l">
              <a:lnSpc>
                <a:spcPct val="100000"/>
              </a:lnSpc>
              <a:spcBef>
                <a:spcPts val="600"/>
              </a:spcBef>
              <a:spcAft>
                <a:spcPts val="0"/>
              </a:spcAft>
              <a:buSzPts val="2400"/>
              <a:buChar char="−"/>
              <a:defRPr sz="1800" b="0"/>
            </a:lvl2pPr>
            <a:lvl3pPr marL="1028700" lvl="2" indent="-262889" algn="l">
              <a:lnSpc>
                <a:spcPct val="100000"/>
              </a:lnSpc>
              <a:spcBef>
                <a:spcPts val="600"/>
              </a:spcBef>
              <a:spcAft>
                <a:spcPts val="0"/>
              </a:spcAft>
              <a:buSzPts val="1920"/>
              <a:buChar char="▪"/>
              <a:defRPr sz="1800" b="0"/>
            </a:lvl3pPr>
            <a:lvl4pPr marL="1371600" lvl="3" indent="-257175" algn="l">
              <a:lnSpc>
                <a:spcPct val="90000"/>
              </a:lnSpc>
              <a:spcBef>
                <a:spcPts val="600"/>
              </a:spcBef>
              <a:spcAft>
                <a:spcPts val="0"/>
              </a:spcAft>
              <a:buSzPts val="1800"/>
              <a:buChar char="•"/>
              <a:defRPr/>
            </a:lvl4pPr>
            <a:lvl5pPr marL="1714500" lvl="4" indent="-257175" algn="l">
              <a:lnSpc>
                <a:spcPct val="90000"/>
              </a:lnSpc>
              <a:spcBef>
                <a:spcPts val="375"/>
              </a:spcBef>
              <a:spcAft>
                <a:spcPts val="0"/>
              </a:spcAft>
              <a:buClr>
                <a:schemeClr val="accent1"/>
              </a:buClr>
              <a:buSzPts val="1800"/>
              <a:buChar char="•"/>
              <a:defRPr/>
            </a:lvl5pPr>
            <a:lvl6pPr marL="2057400" lvl="5" indent="-257175" algn="l">
              <a:lnSpc>
                <a:spcPct val="90000"/>
              </a:lnSpc>
              <a:spcBef>
                <a:spcPts val="375"/>
              </a:spcBef>
              <a:spcAft>
                <a:spcPts val="0"/>
              </a:spcAft>
              <a:buClr>
                <a:schemeClr val="dk1"/>
              </a:buClr>
              <a:buSzPts val="1800"/>
              <a:buChar char="•"/>
              <a:defRPr/>
            </a:lvl6pPr>
            <a:lvl7pPr marL="2400300" lvl="6" indent="-257175" algn="l">
              <a:lnSpc>
                <a:spcPct val="90000"/>
              </a:lnSpc>
              <a:spcBef>
                <a:spcPts val="375"/>
              </a:spcBef>
              <a:spcAft>
                <a:spcPts val="0"/>
              </a:spcAft>
              <a:buClr>
                <a:schemeClr val="dk1"/>
              </a:buClr>
              <a:buSzPts val="1800"/>
              <a:buChar char="•"/>
              <a:defRPr/>
            </a:lvl7pPr>
            <a:lvl8pPr marL="2743200" lvl="7" indent="-257175" algn="l">
              <a:lnSpc>
                <a:spcPct val="90000"/>
              </a:lnSpc>
              <a:spcBef>
                <a:spcPts val="375"/>
              </a:spcBef>
              <a:spcAft>
                <a:spcPts val="0"/>
              </a:spcAft>
              <a:buClr>
                <a:schemeClr val="dk1"/>
              </a:buClr>
              <a:buSzPts val="1800"/>
              <a:buChar char="•"/>
              <a:defRPr/>
            </a:lvl8pPr>
            <a:lvl9pPr marL="3086100" lvl="8" indent="-257175" algn="l">
              <a:lnSpc>
                <a:spcPct val="90000"/>
              </a:lnSpc>
              <a:spcBef>
                <a:spcPts val="375"/>
              </a:spcBef>
              <a:spcAft>
                <a:spcPts val="0"/>
              </a:spcAft>
              <a:buClr>
                <a:schemeClr val="dk1"/>
              </a:buClr>
              <a:buSzPts val="1800"/>
              <a:buChar char="•"/>
              <a:defRPr/>
            </a:lvl9pPr>
          </a:lstStyle>
          <a:p>
            <a:pPr lvl="0"/>
            <a:r>
              <a:rPr lang="en-US"/>
              <a:t>Click to edit Master text styles</a:t>
            </a:r>
          </a:p>
        </p:txBody>
      </p:sp>
      <p:sp>
        <p:nvSpPr>
          <p:cNvPr id="71" name="Google Shape;71;p57"/>
          <p:cNvSpPr txBox="1">
            <a:spLocks noGrp="1"/>
          </p:cNvSpPr>
          <p:nvPr>
            <p:ph type="body" idx="3"/>
          </p:nvPr>
        </p:nvSpPr>
        <p:spPr>
          <a:xfrm>
            <a:off x="476844" y="4310385"/>
            <a:ext cx="2563240" cy="2024480"/>
          </a:xfrm>
          <a:prstGeom prst="rect">
            <a:avLst/>
          </a:prstGeom>
          <a:noFill/>
          <a:ln>
            <a:noFill/>
          </a:ln>
        </p:spPr>
        <p:txBody>
          <a:bodyPr spcFirstLastPara="1" wrap="square" lIns="91425" tIns="45700" rIns="91425" bIns="45700" anchor="t" anchorCtr="0">
            <a:noAutofit/>
          </a:bodyPr>
          <a:lstStyle>
            <a:lvl1pPr marL="342900" lvl="0" indent="-171450" algn="ctr">
              <a:lnSpc>
                <a:spcPct val="100000"/>
              </a:lnSpc>
              <a:spcBef>
                <a:spcPts val="750"/>
              </a:spcBef>
              <a:spcAft>
                <a:spcPts val="0"/>
              </a:spcAft>
              <a:buSzPts val="2400"/>
              <a:buNone/>
              <a:defRPr/>
            </a:lvl1pPr>
            <a:lvl2pPr marL="685800" lvl="1" indent="-257175" algn="l">
              <a:lnSpc>
                <a:spcPct val="100000"/>
              </a:lnSpc>
              <a:spcBef>
                <a:spcPts val="600"/>
              </a:spcBef>
              <a:spcAft>
                <a:spcPts val="0"/>
              </a:spcAft>
              <a:buSzPts val="1800"/>
              <a:buChar char="−"/>
              <a:defRPr/>
            </a:lvl2pPr>
            <a:lvl3pPr marL="1028700" lvl="2" indent="-240029" algn="l">
              <a:lnSpc>
                <a:spcPct val="100000"/>
              </a:lnSpc>
              <a:spcBef>
                <a:spcPts val="600"/>
              </a:spcBef>
              <a:spcAft>
                <a:spcPts val="0"/>
              </a:spcAft>
              <a:buSzPts val="1440"/>
              <a:buChar char="▪"/>
              <a:defRPr/>
            </a:lvl3pPr>
            <a:lvl4pPr marL="1371600" lvl="3" indent="-257175" algn="l">
              <a:lnSpc>
                <a:spcPct val="90000"/>
              </a:lnSpc>
              <a:spcBef>
                <a:spcPts val="600"/>
              </a:spcBef>
              <a:spcAft>
                <a:spcPts val="0"/>
              </a:spcAft>
              <a:buSzPts val="1800"/>
              <a:buChar char="•"/>
              <a:defRPr/>
            </a:lvl4pPr>
            <a:lvl5pPr marL="1714500" lvl="4" indent="-257175" algn="l">
              <a:lnSpc>
                <a:spcPct val="90000"/>
              </a:lnSpc>
              <a:spcBef>
                <a:spcPts val="375"/>
              </a:spcBef>
              <a:spcAft>
                <a:spcPts val="0"/>
              </a:spcAft>
              <a:buClr>
                <a:schemeClr val="accent1"/>
              </a:buClr>
              <a:buSzPts val="1800"/>
              <a:buChar char="•"/>
              <a:defRPr/>
            </a:lvl5pPr>
            <a:lvl6pPr marL="2057400" lvl="5" indent="-257175" algn="l">
              <a:lnSpc>
                <a:spcPct val="90000"/>
              </a:lnSpc>
              <a:spcBef>
                <a:spcPts val="375"/>
              </a:spcBef>
              <a:spcAft>
                <a:spcPts val="0"/>
              </a:spcAft>
              <a:buClr>
                <a:schemeClr val="dk1"/>
              </a:buClr>
              <a:buSzPts val="1800"/>
              <a:buChar char="•"/>
              <a:defRPr/>
            </a:lvl6pPr>
            <a:lvl7pPr marL="2400300" lvl="6" indent="-257175" algn="l">
              <a:lnSpc>
                <a:spcPct val="90000"/>
              </a:lnSpc>
              <a:spcBef>
                <a:spcPts val="375"/>
              </a:spcBef>
              <a:spcAft>
                <a:spcPts val="0"/>
              </a:spcAft>
              <a:buClr>
                <a:schemeClr val="dk1"/>
              </a:buClr>
              <a:buSzPts val="1800"/>
              <a:buChar char="•"/>
              <a:defRPr/>
            </a:lvl7pPr>
            <a:lvl8pPr marL="2743200" lvl="7" indent="-257175" algn="l">
              <a:lnSpc>
                <a:spcPct val="90000"/>
              </a:lnSpc>
              <a:spcBef>
                <a:spcPts val="375"/>
              </a:spcBef>
              <a:spcAft>
                <a:spcPts val="0"/>
              </a:spcAft>
              <a:buClr>
                <a:schemeClr val="dk1"/>
              </a:buClr>
              <a:buSzPts val="1800"/>
              <a:buChar char="•"/>
              <a:defRPr/>
            </a:lvl8pPr>
            <a:lvl9pPr marL="3086100" lvl="8" indent="-257175" algn="l">
              <a:lnSpc>
                <a:spcPct val="90000"/>
              </a:lnSpc>
              <a:spcBef>
                <a:spcPts val="375"/>
              </a:spcBef>
              <a:spcAft>
                <a:spcPts val="0"/>
              </a:spcAft>
              <a:buClr>
                <a:schemeClr val="dk1"/>
              </a:buClr>
              <a:buSzPts val="1800"/>
              <a:buChar char="•"/>
              <a:defRPr/>
            </a:lvl9pPr>
          </a:lstStyle>
          <a:p>
            <a:pPr lvl="0"/>
            <a:r>
              <a:rPr lang="en-US"/>
              <a:t>Click to edit Master text styles</a:t>
            </a:r>
          </a:p>
        </p:txBody>
      </p:sp>
      <p:sp>
        <p:nvSpPr>
          <p:cNvPr id="72" name="Google Shape;72;p57"/>
          <p:cNvSpPr txBox="1">
            <a:spLocks noGrp="1"/>
          </p:cNvSpPr>
          <p:nvPr>
            <p:ph type="body" idx="4"/>
          </p:nvPr>
        </p:nvSpPr>
        <p:spPr>
          <a:xfrm>
            <a:off x="3382488" y="4310385"/>
            <a:ext cx="2563240" cy="2024480"/>
          </a:xfrm>
          <a:prstGeom prst="rect">
            <a:avLst/>
          </a:prstGeom>
          <a:noFill/>
          <a:ln>
            <a:noFill/>
          </a:ln>
        </p:spPr>
        <p:txBody>
          <a:bodyPr spcFirstLastPara="1" wrap="square" lIns="91425" tIns="45700" rIns="91425" bIns="45700" anchor="t" anchorCtr="0">
            <a:noAutofit/>
          </a:bodyPr>
          <a:lstStyle>
            <a:lvl1pPr marL="342900" lvl="0" indent="-171450" algn="ctr">
              <a:lnSpc>
                <a:spcPct val="100000"/>
              </a:lnSpc>
              <a:spcBef>
                <a:spcPts val="750"/>
              </a:spcBef>
              <a:spcAft>
                <a:spcPts val="0"/>
              </a:spcAft>
              <a:buSzPts val="2400"/>
              <a:buNone/>
              <a:defRPr/>
            </a:lvl1pPr>
            <a:lvl2pPr marL="685800" lvl="1" indent="-257175" algn="l">
              <a:lnSpc>
                <a:spcPct val="100000"/>
              </a:lnSpc>
              <a:spcBef>
                <a:spcPts val="600"/>
              </a:spcBef>
              <a:spcAft>
                <a:spcPts val="0"/>
              </a:spcAft>
              <a:buSzPts val="1800"/>
              <a:buChar char="−"/>
              <a:defRPr/>
            </a:lvl2pPr>
            <a:lvl3pPr marL="1028700" lvl="2" indent="-240029" algn="l">
              <a:lnSpc>
                <a:spcPct val="100000"/>
              </a:lnSpc>
              <a:spcBef>
                <a:spcPts val="600"/>
              </a:spcBef>
              <a:spcAft>
                <a:spcPts val="0"/>
              </a:spcAft>
              <a:buSzPts val="1440"/>
              <a:buChar char="▪"/>
              <a:defRPr/>
            </a:lvl3pPr>
            <a:lvl4pPr marL="1371600" lvl="3" indent="-257175" algn="l">
              <a:lnSpc>
                <a:spcPct val="90000"/>
              </a:lnSpc>
              <a:spcBef>
                <a:spcPts val="600"/>
              </a:spcBef>
              <a:spcAft>
                <a:spcPts val="0"/>
              </a:spcAft>
              <a:buSzPts val="1800"/>
              <a:buChar char="•"/>
              <a:defRPr/>
            </a:lvl4pPr>
            <a:lvl5pPr marL="1714500" lvl="4" indent="-257175" algn="l">
              <a:lnSpc>
                <a:spcPct val="90000"/>
              </a:lnSpc>
              <a:spcBef>
                <a:spcPts val="375"/>
              </a:spcBef>
              <a:spcAft>
                <a:spcPts val="0"/>
              </a:spcAft>
              <a:buClr>
                <a:schemeClr val="accent1"/>
              </a:buClr>
              <a:buSzPts val="1800"/>
              <a:buChar char="•"/>
              <a:defRPr/>
            </a:lvl5pPr>
            <a:lvl6pPr marL="2057400" lvl="5" indent="-257175" algn="l">
              <a:lnSpc>
                <a:spcPct val="90000"/>
              </a:lnSpc>
              <a:spcBef>
                <a:spcPts val="375"/>
              </a:spcBef>
              <a:spcAft>
                <a:spcPts val="0"/>
              </a:spcAft>
              <a:buClr>
                <a:schemeClr val="dk1"/>
              </a:buClr>
              <a:buSzPts val="1800"/>
              <a:buChar char="•"/>
              <a:defRPr/>
            </a:lvl6pPr>
            <a:lvl7pPr marL="2400300" lvl="6" indent="-257175" algn="l">
              <a:lnSpc>
                <a:spcPct val="90000"/>
              </a:lnSpc>
              <a:spcBef>
                <a:spcPts val="375"/>
              </a:spcBef>
              <a:spcAft>
                <a:spcPts val="0"/>
              </a:spcAft>
              <a:buClr>
                <a:schemeClr val="dk1"/>
              </a:buClr>
              <a:buSzPts val="1800"/>
              <a:buChar char="•"/>
              <a:defRPr/>
            </a:lvl7pPr>
            <a:lvl8pPr marL="2743200" lvl="7" indent="-257175" algn="l">
              <a:lnSpc>
                <a:spcPct val="90000"/>
              </a:lnSpc>
              <a:spcBef>
                <a:spcPts val="375"/>
              </a:spcBef>
              <a:spcAft>
                <a:spcPts val="0"/>
              </a:spcAft>
              <a:buClr>
                <a:schemeClr val="dk1"/>
              </a:buClr>
              <a:buSzPts val="1800"/>
              <a:buChar char="•"/>
              <a:defRPr/>
            </a:lvl8pPr>
            <a:lvl9pPr marL="3086100" lvl="8" indent="-257175" algn="l">
              <a:lnSpc>
                <a:spcPct val="90000"/>
              </a:lnSpc>
              <a:spcBef>
                <a:spcPts val="375"/>
              </a:spcBef>
              <a:spcAft>
                <a:spcPts val="0"/>
              </a:spcAft>
              <a:buClr>
                <a:schemeClr val="dk1"/>
              </a:buClr>
              <a:buSzPts val="1800"/>
              <a:buChar char="•"/>
              <a:defRPr/>
            </a:lvl9pPr>
          </a:lstStyle>
          <a:p>
            <a:pPr lvl="0"/>
            <a:r>
              <a:rPr lang="en-US"/>
              <a:t>Click to edit Master text styles</a:t>
            </a:r>
          </a:p>
        </p:txBody>
      </p:sp>
      <p:sp>
        <p:nvSpPr>
          <p:cNvPr id="73" name="Google Shape;73;p57"/>
          <p:cNvSpPr txBox="1">
            <a:spLocks noGrp="1"/>
          </p:cNvSpPr>
          <p:nvPr>
            <p:ph type="body" idx="5"/>
          </p:nvPr>
        </p:nvSpPr>
        <p:spPr>
          <a:xfrm>
            <a:off x="6281896" y="4319291"/>
            <a:ext cx="2563240" cy="2024480"/>
          </a:xfrm>
          <a:prstGeom prst="rect">
            <a:avLst/>
          </a:prstGeom>
          <a:noFill/>
          <a:ln>
            <a:noFill/>
          </a:ln>
        </p:spPr>
        <p:txBody>
          <a:bodyPr spcFirstLastPara="1" wrap="square" lIns="91425" tIns="45700" rIns="91425" bIns="45700" anchor="t" anchorCtr="0">
            <a:noAutofit/>
          </a:bodyPr>
          <a:lstStyle>
            <a:lvl1pPr marL="342900" lvl="0" indent="-171450" algn="ctr">
              <a:lnSpc>
                <a:spcPct val="100000"/>
              </a:lnSpc>
              <a:spcBef>
                <a:spcPts val="750"/>
              </a:spcBef>
              <a:spcAft>
                <a:spcPts val="0"/>
              </a:spcAft>
              <a:buSzPts val="2400"/>
              <a:buNone/>
              <a:defRPr/>
            </a:lvl1pPr>
            <a:lvl2pPr marL="685800" lvl="1" indent="-257175" algn="l">
              <a:lnSpc>
                <a:spcPct val="100000"/>
              </a:lnSpc>
              <a:spcBef>
                <a:spcPts val="600"/>
              </a:spcBef>
              <a:spcAft>
                <a:spcPts val="0"/>
              </a:spcAft>
              <a:buSzPts val="1800"/>
              <a:buChar char="−"/>
              <a:defRPr/>
            </a:lvl2pPr>
            <a:lvl3pPr marL="1028700" lvl="2" indent="-240029" algn="l">
              <a:lnSpc>
                <a:spcPct val="100000"/>
              </a:lnSpc>
              <a:spcBef>
                <a:spcPts val="600"/>
              </a:spcBef>
              <a:spcAft>
                <a:spcPts val="0"/>
              </a:spcAft>
              <a:buSzPts val="1440"/>
              <a:buChar char="▪"/>
              <a:defRPr/>
            </a:lvl3pPr>
            <a:lvl4pPr marL="1371600" lvl="3" indent="-257175" algn="l">
              <a:lnSpc>
                <a:spcPct val="90000"/>
              </a:lnSpc>
              <a:spcBef>
                <a:spcPts val="600"/>
              </a:spcBef>
              <a:spcAft>
                <a:spcPts val="0"/>
              </a:spcAft>
              <a:buSzPts val="1800"/>
              <a:buChar char="•"/>
              <a:defRPr/>
            </a:lvl4pPr>
            <a:lvl5pPr marL="1714500" lvl="4" indent="-257175" algn="l">
              <a:lnSpc>
                <a:spcPct val="90000"/>
              </a:lnSpc>
              <a:spcBef>
                <a:spcPts val="375"/>
              </a:spcBef>
              <a:spcAft>
                <a:spcPts val="0"/>
              </a:spcAft>
              <a:buClr>
                <a:schemeClr val="accent1"/>
              </a:buClr>
              <a:buSzPts val="1800"/>
              <a:buChar char="•"/>
              <a:defRPr/>
            </a:lvl5pPr>
            <a:lvl6pPr marL="2057400" lvl="5" indent="-257175" algn="l">
              <a:lnSpc>
                <a:spcPct val="90000"/>
              </a:lnSpc>
              <a:spcBef>
                <a:spcPts val="375"/>
              </a:spcBef>
              <a:spcAft>
                <a:spcPts val="0"/>
              </a:spcAft>
              <a:buClr>
                <a:schemeClr val="dk1"/>
              </a:buClr>
              <a:buSzPts val="1800"/>
              <a:buChar char="•"/>
              <a:defRPr/>
            </a:lvl6pPr>
            <a:lvl7pPr marL="2400300" lvl="6" indent="-257175" algn="l">
              <a:lnSpc>
                <a:spcPct val="90000"/>
              </a:lnSpc>
              <a:spcBef>
                <a:spcPts val="375"/>
              </a:spcBef>
              <a:spcAft>
                <a:spcPts val="0"/>
              </a:spcAft>
              <a:buClr>
                <a:schemeClr val="dk1"/>
              </a:buClr>
              <a:buSzPts val="1800"/>
              <a:buChar char="•"/>
              <a:defRPr/>
            </a:lvl7pPr>
            <a:lvl8pPr marL="2743200" lvl="7" indent="-257175" algn="l">
              <a:lnSpc>
                <a:spcPct val="90000"/>
              </a:lnSpc>
              <a:spcBef>
                <a:spcPts val="375"/>
              </a:spcBef>
              <a:spcAft>
                <a:spcPts val="0"/>
              </a:spcAft>
              <a:buClr>
                <a:schemeClr val="dk1"/>
              </a:buClr>
              <a:buSzPts val="1800"/>
              <a:buChar char="•"/>
              <a:defRPr/>
            </a:lvl8pPr>
            <a:lvl9pPr marL="3086100" lvl="8" indent="-257175" algn="l">
              <a:lnSpc>
                <a:spcPct val="90000"/>
              </a:lnSpc>
              <a:spcBef>
                <a:spcPts val="375"/>
              </a:spcBef>
              <a:spcAft>
                <a:spcPts val="0"/>
              </a:spcAft>
              <a:buClr>
                <a:schemeClr val="dk1"/>
              </a:buClr>
              <a:buSzPts val="1800"/>
              <a:buChar char="•"/>
              <a:defRPr/>
            </a:lvl9pPr>
          </a:lstStyle>
          <a:p>
            <a:pPr lvl="0"/>
            <a:r>
              <a:rPr lang="en-US"/>
              <a:t>Click to edit Master text styles</a:t>
            </a:r>
          </a:p>
        </p:txBody>
      </p:sp>
      <p:sp>
        <p:nvSpPr>
          <p:cNvPr id="74" name="Google Shape;74;p57"/>
          <p:cNvSpPr txBox="1">
            <a:spLocks noGrp="1"/>
          </p:cNvSpPr>
          <p:nvPr>
            <p:ph type="body" idx="6"/>
          </p:nvPr>
        </p:nvSpPr>
        <p:spPr>
          <a:xfrm>
            <a:off x="9151916" y="4319291"/>
            <a:ext cx="2563240" cy="2024480"/>
          </a:xfrm>
          <a:prstGeom prst="rect">
            <a:avLst/>
          </a:prstGeom>
          <a:noFill/>
          <a:ln>
            <a:noFill/>
          </a:ln>
        </p:spPr>
        <p:txBody>
          <a:bodyPr spcFirstLastPara="1" wrap="square" lIns="91425" tIns="45700" rIns="91425" bIns="45700" anchor="t" anchorCtr="0">
            <a:noAutofit/>
          </a:bodyPr>
          <a:lstStyle>
            <a:lvl1pPr marL="342900" lvl="0" indent="-171450" algn="ctr">
              <a:lnSpc>
                <a:spcPct val="100000"/>
              </a:lnSpc>
              <a:spcBef>
                <a:spcPts val="750"/>
              </a:spcBef>
              <a:spcAft>
                <a:spcPts val="0"/>
              </a:spcAft>
              <a:buSzPts val="2400"/>
              <a:buNone/>
              <a:defRPr/>
            </a:lvl1pPr>
            <a:lvl2pPr marL="685800" lvl="1" indent="-257175" algn="l">
              <a:lnSpc>
                <a:spcPct val="100000"/>
              </a:lnSpc>
              <a:spcBef>
                <a:spcPts val="600"/>
              </a:spcBef>
              <a:spcAft>
                <a:spcPts val="0"/>
              </a:spcAft>
              <a:buSzPts val="1800"/>
              <a:buChar char="−"/>
              <a:defRPr/>
            </a:lvl2pPr>
            <a:lvl3pPr marL="1028700" lvl="2" indent="-240029" algn="l">
              <a:lnSpc>
                <a:spcPct val="100000"/>
              </a:lnSpc>
              <a:spcBef>
                <a:spcPts val="600"/>
              </a:spcBef>
              <a:spcAft>
                <a:spcPts val="0"/>
              </a:spcAft>
              <a:buSzPts val="1440"/>
              <a:buChar char="▪"/>
              <a:defRPr/>
            </a:lvl3pPr>
            <a:lvl4pPr marL="1371600" lvl="3" indent="-257175" algn="l">
              <a:lnSpc>
                <a:spcPct val="90000"/>
              </a:lnSpc>
              <a:spcBef>
                <a:spcPts val="600"/>
              </a:spcBef>
              <a:spcAft>
                <a:spcPts val="0"/>
              </a:spcAft>
              <a:buSzPts val="1800"/>
              <a:buChar char="•"/>
              <a:defRPr/>
            </a:lvl4pPr>
            <a:lvl5pPr marL="1714500" lvl="4" indent="-257175" algn="l">
              <a:lnSpc>
                <a:spcPct val="90000"/>
              </a:lnSpc>
              <a:spcBef>
                <a:spcPts val="375"/>
              </a:spcBef>
              <a:spcAft>
                <a:spcPts val="0"/>
              </a:spcAft>
              <a:buClr>
                <a:schemeClr val="accent1"/>
              </a:buClr>
              <a:buSzPts val="1800"/>
              <a:buChar char="•"/>
              <a:defRPr/>
            </a:lvl5pPr>
            <a:lvl6pPr marL="2057400" lvl="5" indent="-257175" algn="l">
              <a:lnSpc>
                <a:spcPct val="90000"/>
              </a:lnSpc>
              <a:spcBef>
                <a:spcPts val="375"/>
              </a:spcBef>
              <a:spcAft>
                <a:spcPts val="0"/>
              </a:spcAft>
              <a:buClr>
                <a:schemeClr val="dk1"/>
              </a:buClr>
              <a:buSzPts val="1800"/>
              <a:buChar char="•"/>
              <a:defRPr/>
            </a:lvl6pPr>
            <a:lvl7pPr marL="2400300" lvl="6" indent="-257175" algn="l">
              <a:lnSpc>
                <a:spcPct val="90000"/>
              </a:lnSpc>
              <a:spcBef>
                <a:spcPts val="375"/>
              </a:spcBef>
              <a:spcAft>
                <a:spcPts val="0"/>
              </a:spcAft>
              <a:buClr>
                <a:schemeClr val="dk1"/>
              </a:buClr>
              <a:buSzPts val="1800"/>
              <a:buChar char="•"/>
              <a:defRPr/>
            </a:lvl7pPr>
            <a:lvl8pPr marL="2743200" lvl="7" indent="-257175" algn="l">
              <a:lnSpc>
                <a:spcPct val="90000"/>
              </a:lnSpc>
              <a:spcBef>
                <a:spcPts val="375"/>
              </a:spcBef>
              <a:spcAft>
                <a:spcPts val="0"/>
              </a:spcAft>
              <a:buClr>
                <a:schemeClr val="dk1"/>
              </a:buClr>
              <a:buSzPts val="1800"/>
              <a:buChar char="•"/>
              <a:defRPr/>
            </a:lvl8pPr>
            <a:lvl9pPr marL="3086100" lvl="8" indent="-257175" algn="l">
              <a:lnSpc>
                <a:spcPct val="90000"/>
              </a:lnSpc>
              <a:spcBef>
                <a:spcPts val="375"/>
              </a:spcBef>
              <a:spcAft>
                <a:spcPts val="0"/>
              </a:spcAft>
              <a:buClr>
                <a:schemeClr val="dk1"/>
              </a:buClr>
              <a:buSzPts val="1800"/>
              <a:buChar char="•"/>
              <a:defRPr/>
            </a:lvl9pPr>
          </a:lstStyle>
          <a:p>
            <a:pPr lvl="0"/>
            <a:r>
              <a:rPr lang="en-US"/>
              <a:t>Click to edit Master text styles</a:t>
            </a:r>
          </a:p>
        </p:txBody>
      </p:sp>
    </p:spTree>
    <p:extLst>
      <p:ext uri="{BB962C8B-B14F-4D97-AF65-F5344CB8AC3E}">
        <p14:creationId xmlns:p14="http://schemas.microsoft.com/office/powerpoint/2010/main" val="3610905790"/>
      </p:ext>
    </p:extLst>
  </p:cSld>
  <p:clrMapOvr>
    <a:masterClrMapping/>
  </p:clrMapOvr>
</p:sldLayout>
</file>

<file path=ppt/slideLayouts/slideLayout52.xml><?xml version="1.0" encoding="utf-8"?>
<p:sldLayout xmlns:a="http://schemas.openxmlformats.org/drawingml/2006/main" xmlns:r="http://schemas.openxmlformats.org/officeDocument/2006/relationships" xmlns:p="http://schemas.openxmlformats.org/presentationml/2006/main" matchingName="Multi Image/Content" preserve="1">
  <p:cSld name="Multi Image/Content">
    <p:spTree>
      <p:nvGrpSpPr>
        <p:cNvPr id="1" name="Shape 75"/>
        <p:cNvGrpSpPr/>
        <p:nvPr/>
      </p:nvGrpSpPr>
      <p:grpSpPr>
        <a:xfrm>
          <a:off x="0" y="0"/>
          <a:ext cx="0" cy="0"/>
          <a:chOff x="0" y="0"/>
          <a:chExt cx="0" cy="0"/>
        </a:xfrm>
      </p:grpSpPr>
      <p:sp>
        <p:nvSpPr>
          <p:cNvPr id="76" name="Google Shape;76;p58"/>
          <p:cNvSpPr txBox="1">
            <a:spLocks noGrp="1"/>
          </p:cNvSpPr>
          <p:nvPr>
            <p:ph type="title"/>
          </p:nvPr>
        </p:nvSpPr>
        <p:spPr>
          <a:xfrm>
            <a:off x="476845" y="473249"/>
            <a:ext cx="11241915" cy="514307"/>
          </a:xfrm>
          <a:prstGeom prst="rect">
            <a:avLst/>
          </a:prstGeom>
          <a:noFill/>
          <a:ln>
            <a:noFill/>
          </a:ln>
        </p:spPr>
        <p:txBody>
          <a:bodyPr spcFirstLastPara="1" wrap="square" lIns="91425" tIns="45700" rIns="91425" bIns="45700" anchor="t" anchorCtr="0">
            <a:noAutofit/>
          </a:bodyPr>
          <a:lstStyle>
            <a:lvl1pPr lvl="0" algn="ctr">
              <a:lnSpc>
                <a:spcPct val="90000"/>
              </a:lnSpc>
              <a:spcBef>
                <a:spcPts val="0"/>
              </a:spcBef>
              <a:spcAft>
                <a:spcPts val="0"/>
              </a:spcAft>
              <a:buClr>
                <a:schemeClr val="dk1"/>
              </a:buClr>
              <a:buSzPts val="3200"/>
              <a:buFont typeface="Arial"/>
              <a:buNone/>
              <a:defRPr sz="2400">
                <a:latin typeface="Arial"/>
                <a:ea typeface="Arial"/>
                <a:cs typeface="Arial"/>
                <a:sym typeface="Aria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r>
              <a:rPr lang="en-US"/>
              <a:t>Click to edit Master title style</a:t>
            </a:r>
            <a:endParaRPr/>
          </a:p>
        </p:txBody>
      </p:sp>
      <p:sp>
        <p:nvSpPr>
          <p:cNvPr id="77" name="Google Shape;77;p58"/>
          <p:cNvSpPr txBox="1">
            <a:spLocks noGrp="1"/>
          </p:cNvSpPr>
          <p:nvPr>
            <p:ph type="body" idx="1"/>
          </p:nvPr>
        </p:nvSpPr>
        <p:spPr>
          <a:xfrm>
            <a:off x="480447" y="1176279"/>
            <a:ext cx="2563240" cy="2024480"/>
          </a:xfrm>
          <a:prstGeom prst="rect">
            <a:avLst/>
          </a:prstGeom>
          <a:noFill/>
          <a:ln>
            <a:noFill/>
          </a:ln>
        </p:spPr>
        <p:txBody>
          <a:bodyPr spcFirstLastPara="1" wrap="square" lIns="91425" tIns="45700" rIns="91425" bIns="45700" anchor="t" anchorCtr="0">
            <a:noAutofit/>
          </a:bodyPr>
          <a:lstStyle>
            <a:lvl1pPr marL="342900" lvl="0" indent="-171450" algn="ctr">
              <a:lnSpc>
                <a:spcPct val="100000"/>
              </a:lnSpc>
              <a:spcBef>
                <a:spcPts val="750"/>
              </a:spcBef>
              <a:spcAft>
                <a:spcPts val="0"/>
              </a:spcAft>
              <a:buSzPts val="2400"/>
              <a:buNone/>
              <a:defRPr/>
            </a:lvl1pPr>
            <a:lvl2pPr marL="685800" lvl="1" indent="-257175" algn="l">
              <a:lnSpc>
                <a:spcPct val="100000"/>
              </a:lnSpc>
              <a:spcBef>
                <a:spcPts val="600"/>
              </a:spcBef>
              <a:spcAft>
                <a:spcPts val="0"/>
              </a:spcAft>
              <a:buSzPts val="1800"/>
              <a:buChar char="−"/>
              <a:defRPr/>
            </a:lvl2pPr>
            <a:lvl3pPr marL="1028700" lvl="2" indent="-240029" algn="l">
              <a:lnSpc>
                <a:spcPct val="100000"/>
              </a:lnSpc>
              <a:spcBef>
                <a:spcPts val="600"/>
              </a:spcBef>
              <a:spcAft>
                <a:spcPts val="0"/>
              </a:spcAft>
              <a:buSzPts val="1440"/>
              <a:buChar char="▪"/>
              <a:defRPr/>
            </a:lvl3pPr>
            <a:lvl4pPr marL="1371600" lvl="3" indent="-257175" algn="l">
              <a:lnSpc>
                <a:spcPct val="90000"/>
              </a:lnSpc>
              <a:spcBef>
                <a:spcPts val="600"/>
              </a:spcBef>
              <a:spcAft>
                <a:spcPts val="0"/>
              </a:spcAft>
              <a:buSzPts val="1800"/>
              <a:buChar char="•"/>
              <a:defRPr/>
            </a:lvl4pPr>
            <a:lvl5pPr marL="1714500" lvl="4" indent="-257175" algn="l">
              <a:lnSpc>
                <a:spcPct val="90000"/>
              </a:lnSpc>
              <a:spcBef>
                <a:spcPts val="375"/>
              </a:spcBef>
              <a:spcAft>
                <a:spcPts val="0"/>
              </a:spcAft>
              <a:buClr>
                <a:schemeClr val="accent1"/>
              </a:buClr>
              <a:buSzPts val="1800"/>
              <a:buChar char="•"/>
              <a:defRPr/>
            </a:lvl5pPr>
            <a:lvl6pPr marL="2057400" lvl="5" indent="-257175" algn="l">
              <a:lnSpc>
                <a:spcPct val="90000"/>
              </a:lnSpc>
              <a:spcBef>
                <a:spcPts val="375"/>
              </a:spcBef>
              <a:spcAft>
                <a:spcPts val="0"/>
              </a:spcAft>
              <a:buClr>
                <a:schemeClr val="dk1"/>
              </a:buClr>
              <a:buSzPts val="1800"/>
              <a:buChar char="•"/>
              <a:defRPr/>
            </a:lvl6pPr>
            <a:lvl7pPr marL="2400300" lvl="6" indent="-257175" algn="l">
              <a:lnSpc>
                <a:spcPct val="90000"/>
              </a:lnSpc>
              <a:spcBef>
                <a:spcPts val="375"/>
              </a:spcBef>
              <a:spcAft>
                <a:spcPts val="0"/>
              </a:spcAft>
              <a:buClr>
                <a:schemeClr val="dk1"/>
              </a:buClr>
              <a:buSzPts val="1800"/>
              <a:buChar char="•"/>
              <a:defRPr/>
            </a:lvl7pPr>
            <a:lvl8pPr marL="2743200" lvl="7" indent="-257175" algn="l">
              <a:lnSpc>
                <a:spcPct val="90000"/>
              </a:lnSpc>
              <a:spcBef>
                <a:spcPts val="375"/>
              </a:spcBef>
              <a:spcAft>
                <a:spcPts val="0"/>
              </a:spcAft>
              <a:buClr>
                <a:schemeClr val="dk1"/>
              </a:buClr>
              <a:buSzPts val="1800"/>
              <a:buChar char="•"/>
              <a:defRPr/>
            </a:lvl8pPr>
            <a:lvl9pPr marL="3086100" lvl="8" indent="-257175" algn="l">
              <a:lnSpc>
                <a:spcPct val="90000"/>
              </a:lnSpc>
              <a:spcBef>
                <a:spcPts val="375"/>
              </a:spcBef>
              <a:spcAft>
                <a:spcPts val="0"/>
              </a:spcAft>
              <a:buClr>
                <a:schemeClr val="dk1"/>
              </a:buClr>
              <a:buSzPts val="1800"/>
              <a:buChar char="•"/>
              <a:defRPr/>
            </a:lvl9pPr>
          </a:lstStyle>
          <a:p>
            <a:pPr lvl="0"/>
            <a:r>
              <a:rPr lang="en-US"/>
              <a:t>Click to edit Master text styles</a:t>
            </a:r>
          </a:p>
        </p:txBody>
      </p:sp>
      <p:sp>
        <p:nvSpPr>
          <p:cNvPr id="78" name="Google Shape;78;p58"/>
          <p:cNvSpPr txBox="1">
            <a:spLocks noGrp="1"/>
          </p:cNvSpPr>
          <p:nvPr>
            <p:ph type="body" idx="2"/>
          </p:nvPr>
        </p:nvSpPr>
        <p:spPr>
          <a:xfrm>
            <a:off x="3386091" y="1176279"/>
            <a:ext cx="2563240" cy="2024480"/>
          </a:xfrm>
          <a:prstGeom prst="rect">
            <a:avLst/>
          </a:prstGeom>
          <a:noFill/>
          <a:ln>
            <a:noFill/>
          </a:ln>
        </p:spPr>
        <p:txBody>
          <a:bodyPr spcFirstLastPara="1" wrap="square" lIns="91425" tIns="45700" rIns="91425" bIns="45700" anchor="t" anchorCtr="0">
            <a:noAutofit/>
          </a:bodyPr>
          <a:lstStyle>
            <a:lvl1pPr marL="342900" lvl="0" indent="-171450" algn="ctr">
              <a:lnSpc>
                <a:spcPct val="100000"/>
              </a:lnSpc>
              <a:spcBef>
                <a:spcPts val="750"/>
              </a:spcBef>
              <a:spcAft>
                <a:spcPts val="0"/>
              </a:spcAft>
              <a:buSzPts val="2400"/>
              <a:buNone/>
              <a:defRPr/>
            </a:lvl1pPr>
            <a:lvl2pPr marL="685800" lvl="1" indent="-257175" algn="l">
              <a:lnSpc>
                <a:spcPct val="100000"/>
              </a:lnSpc>
              <a:spcBef>
                <a:spcPts val="600"/>
              </a:spcBef>
              <a:spcAft>
                <a:spcPts val="0"/>
              </a:spcAft>
              <a:buSzPts val="1800"/>
              <a:buChar char="−"/>
              <a:defRPr/>
            </a:lvl2pPr>
            <a:lvl3pPr marL="1028700" lvl="2" indent="-240029" algn="l">
              <a:lnSpc>
                <a:spcPct val="100000"/>
              </a:lnSpc>
              <a:spcBef>
                <a:spcPts val="600"/>
              </a:spcBef>
              <a:spcAft>
                <a:spcPts val="0"/>
              </a:spcAft>
              <a:buSzPts val="1440"/>
              <a:buChar char="▪"/>
              <a:defRPr/>
            </a:lvl3pPr>
            <a:lvl4pPr marL="1371600" lvl="3" indent="-257175" algn="l">
              <a:lnSpc>
                <a:spcPct val="90000"/>
              </a:lnSpc>
              <a:spcBef>
                <a:spcPts val="600"/>
              </a:spcBef>
              <a:spcAft>
                <a:spcPts val="0"/>
              </a:spcAft>
              <a:buSzPts val="1800"/>
              <a:buChar char="•"/>
              <a:defRPr/>
            </a:lvl4pPr>
            <a:lvl5pPr marL="1714500" lvl="4" indent="-257175" algn="l">
              <a:lnSpc>
                <a:spcPct val="90000"/>
              </a:lnSpc>
              <a:spcBef>
                <a:spcPts val="375"/>
              </a:spcBef>
              <a:spcAft>
                <a:spcPts val="0"/>
              </a:spcAft>
              <a:buClr>
                <a:schemeClr val="accent1"/>
              </a:buClr>
              <a:buSzPts val="1800"/>
              <a:buChar char="•"/>
              <a:defRPr/>
            </a:lvl5pPr>
            <a:lvl6pPr marL="2057400" lvl="5" indent="-257175" algn="l">
              <a:lnSpc>
                <a:spcPct val="90000"/>
              </a:lnSpc>
              <a:spcBef>
                <a:spcPts val="375"/>
              </a:spcBef>
              <a:spcAft>
                <a:spcPts val="0"/>
              </a:spcAft>
              <a:buClr>
                <a:schemeClr val="dk1"/>
              </a:buClr>
              <a:buSzPts val="1800"/>
              <a:buChar char="•"/>
              <a:defRPr/>
            </a:lvl6pPr>
            <a:lvl7pPr marL="2400300" lvl="6" indent="-257175" algn="l">
              <a:lnSpc>
                <a:spcPct val="90000"/>
              </a:lnSpc>
              <a:spcBef>
                <a:spcPts val="375"/>
              </a:spcBef>
              <a:spcAft>
                <a:spcPts val="0"/>
              </a:spcAft>
              <a:buClr>
                <a:schemeClr val="dk1"/>
              </a:buClr>
              <a:buSzPts val="1800"/>
              <a:buChar char="•"/>
              <a:defRPr/>
            </a:lvl7pPr>
            <a:lvl8pPr marL="2743200" lvl="7" indent="-257175" algn="l">
              <a:lnSpc>
                <a:spcPct val="90000"/>
              </a:lnSpc>
              <a:spcBef>
                <a:spcPts val="375"/>
              </a:spcBef>
              <a:spcAft>
                <a:spcPts val="0"/>
              </a:spcAft>
              <a:buClr>
                <a:schemeClr val="dk1"/>
              </a:buClr>
              <a:buSzPts val="1800"/>
              <a:buChar char="•"/>
              <a:defRPr/>
            </a:lvl8pPr>
            <a:lvl9pPr marL="3086100" lvl="8" indent="-257175" algn="l">
              <a:lnSpc>
                <a:spcPct val="90000"/>
              </a:lnSpc>
              <a:spcBef>
                <a:spcPts val="375"/>
              </a:spcBef>
              <a:spcAft>
                <a:spcPts val="0"/>
              </a:spcAft>
              <a:buClr>
                <a:schemeClr val="dk1"/>
              </a:buClr>
              <a:buSzPts val="1800"/>
              <a:buChar char="•"/>
              <a:defRPr/>
            </a:lvl9pPr>
          </a:lstStyle>
          <a:p>
            <a:pPr lvl="0"/>
            <a:r>
              <a:rPr lang="en-US"/>
              <a:t>Click to edit Master text styles</a:t>
            </a:r>
          </a:p>
        </p:txBody>
      </p:sp>
      <p:sp>
        <p:nvSpPr>
          <p:cNvPr id="79" name="Google Shape;79;p58"/>
          <p:cNvSpPr txBox="1">
            <a:spLocks noGrp="1"/>
          </p:cNvSpPr>
          <p:nvPr>
            <p:ph type="body" idx="3"/>
          </p:nvPr>
        </p:nvSpPr>
        <p:spPr>
          <a:xfrm>
            <a:off x="6285499" y="1185185"/>
            <a:ext cx="2563240" cy="2024480"/>
          </a:xfrm>
          <a:prstGeom prst="rect">
            <a:avLst/>
          </a:prstGeom>
          <a:noFill/>
          <a:ln>
            <a:noFill/>
          </a:ln>
        </p:spPr>
        <p:txBody>
          <a:bodyPr spcFirstLastPara="1" wrap="square" lIns="91425" tIns="45700" rIns="91425" bIns="45700" anchor="t" anchorCtr="0">
            <a:noAutofit/>
          </a:bodyPr>
          <a:lstStyle>
            <a:lvl1pPr marL="342900" lvl="0" indent="-171450" algn="ctr">
              <a:lnSpc>
                <a:spcPct val="100000"/>
              </a:lnSpc>
              <a:spcBef>
                <a:spcPts val="750"/>
              </a:spcBef>
              <a:spcAft>
                <a:spcPts val="0"/>
              </a:spcAft>
              <a:buSzPts val="2400"/>
              <a:buNone/>
              <a:defRPr/>
            </a:lvl1pPr>
            <a:lvl2pPr marL="685800" lvl="1" indent="-257175" algn="l">
              <a:lnSpc>
                <a:spcPct val="100000"/>
              </a:lnSpc>
              <a:spcBef>
                <a:spcPts val="600"/>
              </a:spcBef>
              <a:spcAft>
                <a:spcPts val="0"/>
              </a:spcAft>
              <a:buSzPts val="1800"/>
              <a:buChar char="−"/>
              <a:defRPr/>
            </a:lvl2pPr>
            <a:lvl3pPr marL="1028700" lvl="2" indent="-240029" algn="l">
              <a:lnSpc>
                <a:spcPct val="100000"/>
              </a:lnSpc>
              <a:spcBef>
                <a:spcPts val="600"/>
              </a:spcBef>
              <a:spcAft>
                <a:spcPts val="0"/>
              </a:spcAft>
              <a:buSzPts val="1440"/>
              <a:buChar char="▪"/>
              <a:defRPr/>
            </a:lvl3pPr>
            <a:lvl4pPr marL="1371600" lvl="3" indent="-257175" algn="l">
              <a:lnSpc>
                <a:spcPct val="90000"/>
              </a:lnSpc>
              <a:spcBef>
                <a:spcPts val="600"/>
              </a:spcBef>
              <a:spcAft>
                <a:spcPts val="0"/>
              </a:spcAft>
              <a:buSzPts val="1800"/>
              <a:buChar char="•"/>
              <a:defRPr/>
            </a:lvl4pPr>
            <a:lvl5pPr marL="1714500" lvl="4" indent="-257175" algn="l">
              <a:lnSpc>
                <a:spcPct val="90000"/>
              </a:lnSpc>
              <a:spcBef>
                <a:spcPts val="375"/>
              </a:spcBef>
              <a:spcAft>
                <a:spcPts val="0"/>
              </a:spcAft>
              <a:buClr>
                <a:schemeClr val="accent1"/>
              </a:buClr>
              <a:buSzPts val="1800"/>
              <a:buChar char="•"/>
              <a:defRPr/>
            </a:lvl5pPr>
            <a:lvl6pPr marL="2057400" lvl="5" indent="-257175" algn="l">
              <a:lnSpc>
                <a:spcPct val="90000"/>
              </a:lnSpc>
              <a:spcBef>
                <a:spcPts val="375"/>
              </a:spcBef>
              <a:spcAft>
                <a:spcPts val="0"/>
              </a:spcAft>
              <a:buClr>
                <a:schemeClr val="dk1"/>
              </a:buClr>
              <a:buSzPts val="1800"/>
              <a:buChar char="•"/>
              <a:defRPr/>
            </a:lvl6pPr>
            <a:lvl7pPr marL="2400300" lvl="6" indent="-257175" algn="l">
              <a:lnSpc>
                <a:spcPct val="90000"/>
              </a:lnSpc>
              <a:spcBef>
                <a:spcPts val="375"/>
              </a:spcBef>
              <a:spcAft>
                <a:spcPts val="0"/>
              </a:spcAft>
              <a:buClr>
                <a:schemeClr val="dk1"/>
              </a:buClr>
              <a:buSzPts val="1800"/>
              <a:buChar char="•"/>
              <a:defRPr/>
            </a:lvl7pPr>
            <a:lvl8pPr marL="2743200" lvl="7" indent="-257175" algn="l">
              <a:lnSpc>
                <a:spcPct val="90000"/>
              </a:lnSpc>
              <a:spcBef>
                <a:spcPts val="375"/>
              </a:spcBef>
              <a:spcAft>
                <a:spcPts val="0"/>
              </a:spcAft>
              <a:buClr>
                <a:schemeClr val="dk1"/>
              </a:buClr>
              <a:buSzPts val="1800"/>
              <a:buChar char="•"/>
              <a:defRPr/>
            </a:lvl8pPr>
            <a:lvl9pPr marL="3086100" lvl="8" indent="-257175" algn="l">
              <a:lnSpc>
                <a:spcPct val="90000"/>
              </a:lnSpc>
              <a:spcBef>
                <a:spcPts val="375"/>
              </a:spcBef>
              <a:spcAft>
                <a:spcPts val="0"/>
              </a:spcAft>
              <a:buClr>
                <a:schemeClr val="dk1"/>
              </a:buClr>
              <a:buSzPts val="1800"/>
              <a:buChar char="•"/>
              <a:defRPr/>
            </a:lvl9pPr>
          </a:lstStyle>
          <a:p>
            <a:pPr lvl="0"/>
            <a:r>
              <a:rPr lang="en-US"/>
              <a:t>Click to edit Master text styles</a:t>
            </a:r>
          </a:p>
        </p:txBody>
      </p:sp>
      <p:sp>
        <p:nvSpPr>
          <p:cNvPr id="80" name="Google Shape;80;p58"/>
          <p:cNvSpPr txBox="1">
            <a:spLocks noGrp="1"/>
          </p:cNvSpPr>
          <p:nvPr>
            <p:ph type="body" idx="4"/>
          </p:nvPr>
        </p:nvSpPr>
        <p:spPr>
          <a:xfrm>
            <a:off x="9155519" y="1185185"/>
            <a:ext cx="2563240" cy="2024480"/>
          </a:xfrm>
          <a:prstGeom prst="rect">
            <a:avLst/>
          </a:prstGeom>
          <a:noFill/>
          <a:ln>
            <a:noFill/>
          </a:ln>
        </p:spPr>
        <p:txBody>
          <a:bodyPr spcFirstLastPara="1" wrap="square" lIns="91425" tIns="45700" rIns="91425" bIns="45700" anchor="t" anchorCtr="0">
            <a:noAutofit/>
          </a:bodyPr>
          <a:lstStyle>
            <a:lvl1pPr marL="342900" lvl="0" indent="-171450" algn="ctr">
              <a:lnSpc>
                <a:spcPct val="100000"/>
              </a:lnSpc>
              <a:spcBef>
                <a:spcPts val="750"/>
              </a:spcBef>
              <a:spcAft>
                <a:spcPts val="0"/>
              </a:spcAft>
              <a:buSzPts val="2400"/>
              <a:buNone/>
              <a:defRPr/>
            </a:lvl1pPr>
            <a:lvl2pPr marL="685800" lvl="1" indent="-257175" algn="l">
              <a:lnSpc>
                <a:spcPct val="100000"/>
              </a:lnSpc>
              <a:spcBef>
                <a:spcPts val="600"/>
              </a:spcBef>
              <a:spcAft>
                <a:spcPts val="0"/>
              </a:spcAft>
              <a:buSzPts val="1800"/>
              <a:buChar char="−"/>
              <a:defRPr/>
            </a:lvl2pPr>
            <a:lvl3pPr marL="1028700" lvl="2" indent="-240029" algn="l">
              <a:lnSpc>
                <a:spcPct val="100000"/>
              </a:lnSpc>
              <a:spcBef>
                <a:spcPts val="600"/>
              </a:spcBef>
              <a:spcAft>
                <a:spcPts val="0"/>
              </a:spcAft>
              <a:buSzPts val="1440"/>
              <a:buChar char="▪"/>
              <a:defRPr/>
            </a:lvl3pPr>
            <a:lvl4pPr marL="1371600" lvl="3" indent="-257175" algn="l">
              <a:lnSpc>
                <a:spcPct val="90000"/>
              </a:lnSpc>
              <a:spcBef>
                <a:spcPts val="600"/>
              </a:spcBef>
              <a:spcAft>
                <a:spcPts val="0"/>
              </a:spcAft>
              <a:buSzPts val="1800"/>
              <a:buChar char="•"/>
              <a:defRPr/>
            </a:lvl4pPr>
            <a:lvl5pPr marL="1714500" lvl="4" indent="-257175" algn="l">
              <a:lnSpc>
                <a:spcPct val="90000"/>
              </a:lnSpc>
              <a:spcBef>
                <a:spcPts val="375"/>
              </a:spcBef>
              <a:spcAft>
                <a:spcPts val="0"/>
              </a:spcAft>
              <a:buClr>
                <a:schemeClr val="accent1"/>
              </a:buClr>
              <a:buSzPts val="1800"/>
              <a:buChar char="•"/>
              <a:defRPr/>
            </a:lvl5pPr>
            <a:lvl6pPr marL="2057400" lvl="5" indent="-257175" algn="l">
              <a:lnSpc>
                <a:spcPct val="90000"/>
              </a:lnSpc>
              <a:spcBef>
                <a:spcPts val="375"/>
              </a:spcBef>
              <a:spcAft>
                <a:spcPts val="0"/>
              </a:spcAft>
              <a:buClr>
                <a:schemeClr val="dk1"/>
              </a:buClr>
              <a:buSzPts val="1800"/>
              <a:buChar char="•"/>
              <a:defRPr/>
            </a:lvl6pPr>
            <a:lvl7pPr marL="2400300" lvl="6" indent="-257175" algn="l">
              <a:lnSpc>
                <a:spcPct val="90000"/>
              </a:lnSpc>
              <a:spcBef>
                <a:spcPts val="375"/>
              </a:spcBef>
              <a:spcAft>
                <a:spcPts val="0"/>
              </a:spcAft>
              <a:buClr>
                <a:schemeClr val="dk1"/>
              </a:buClr>
              <a:buSzPts val="1800"/>
              <a:buChar char="•"/>
              <a:defRPr/>
            </a:lvl7pPr>
            <a:lvl8pPr marL="2743200" lvl="7" indent="-257175" algn="l">
              <a:lnSpc>
                <a:spcPct val="90000"/>
              </a:lnSpc>
              <a:spcBef>
                <a:spcPts val="375"/>
              </a:spcBef>
              <a:spcAft>
                <a:spcPts val="0"/>
              </a:spcAft>
              <a:buClr>
                <a:schemeClr val="dk1"/>
              </a:buClr>
              <a:buSzPts val="1800"/>
              <a:buChar char="•"/>
              <a:defRPr/>
            </a:lvl8pPr>
            <a:lvl9pPr marL="3086100" lvl="8" indent="-257175" algn="l">
              <a:lnSpc>
                <a:spcPct val="90000"/>
              </a:lnSpc>
              <a:spcBef>
                <a:spcPts val="375"/>
              </a:spcBef>
              <a:spcAft>
                <a:spcPts val="0"/>
              </a:spcAft>
              <a:buClr>
                <a:schemeClr val="dk1"/>
              </a:buClr>
              <a:buSzPts val="1800"/>
              <a:buChar char="•"/>
              <a:defRPr/>
            </a:lvl9pPr>
          </a:lstStyle>
          <a:p>
            <a:pPr lvl="0"/>
            <a:r>
              <a:rPr lang="en-US"/>
              <a:t>Click to edit Master text styles</a:t>
            </a:r>
          </a:p>
        </p:txBody>
      </p:sp>
      <p:sp>
        <p:nvSpPr>
          <p:cNvPr id="81" name="Google Shape;81;p58"/>
          <p:cNvSpPr txBox="1">
            <a:spLocks noGrp="1"/>
          </p:cNvSpPr>
          <p:nvPr>
            <p:ph type="body" idx="5"/>
          </p:nvPr>
        </p:nvSpPr>
        <p:spPr>
          <a:xfrm>
            <a:off x="480447" y="3359963"/>
            <a:ext cx="2563241" cy="2024480"/>
          </a:xfrm>
          <a:prstGeom prst="rect">
            <a:avLst/>
          </a:prstGeom>
          <a:noFill/>
          <a:ln>
            <a:noFill/>
          </a:ln>
        </p:spPr>
        <p:txBody>
          <a:bodyPr spcFirstLastPara="1" wrap="square" lIns="91425" tIns="45700" rIns="91425" bIns="45700" anchor="t" anchorCtr="0">
            <a:noAutofit/>
          </a:bodyPr>
          <a:lstStyle>
            <a:lvl1pPr marL="342900" lvl="0" indent="-171450" algn="ctr">
              <a:lnSpc>
                <a:spcPct val="100000"/>
              </a:lnSpc>
              <a:spcBef>
                <a:spcPts val="750"/>
              </a:spcBef>
              <a:spcAft>
                <a:spcPts val="0"/>
              </a:spcAft>
              <a:buSzPts val="2400"/>
              <a:buNone/>
              <a:defRPr/>
            </a:lvl1pPr>
            <a:lvl2pPr marL="685800" lvl="1" indent="-257175" algn="l">
              <a:lnSpc>
                <a:spcPct val="100000"/>
              </a:lnSpc>
              <a:spcBef>
                <a:spcPts val="600"/>
              </a:spcBef>
              <a:spcAft>
                <a:spcPts val="0"/>
              </a:spcAft>
              <a:buSzPts val="1800"/>
              <a:buChar char="−"/>
              <a:defRPr/>
            </a:lvl2pPr>
            <a:lvl3pPr marL="1028700" lvl="2" indent="-240029" algn="l">
              <a:lnSpc>
                <a:spcPct val="100000"/>
              </a:lnSpc>
              <a:spcBef>
                <a:spcPts val="600"/>
              </a:spcBef>
              <a:spcAft>
                <a:spcPts val="0"/>
              </a:spcAft>
              <a:buSzPts val="1440"/>
              <a:buChar char="▪"/>
              <a:defRPr/>
            </a:lvl3pPr>
            <a:lvl4pPr marL="1371600" lvl="3" indent="-257175" algn="l">
              <a:lnSpc>
                <a:spcPct val="90000"/>
              </a:lnSpc>
              <a:spcBef>
                <a:spcPts val="600"/>
              </a:spcBef>
              <a:spcAft>
                <a:spcPts val="0"/>
              </a:spcAft>
              <a:buSzPts val="1800"/>
              <a:buChar char="•"/>
              <a:defRPr/>
            </a:lvl4pPr>
            <a:lvl5pPr marL="1714500" lvl="4" indent="-257175" algn="l">
              <a:lnSpc>
                <a:spcPct val="90000"/>
              </a:lnSpc>
              <a:spcBef>
                <a:spcPts val="375"/>
              </a:spcBef>
              <a:spcAft>
                <a:spcPts val="0"/>
              </a:spcAft>
              <a:buClr>
                <a:schemeClr val="accent1"/>
              </a:buClr>
              <a:buSzPts val="1800"/>
              <a:buChar char="•"/>
              <a:defRPr/>
            </a:lvl5pPr>
            <a:lvl6pPr marL="2057400" lvl="5" indent="-257175" algn="l">
              <a:lnSpc>
                <a:spcPct val="90000"/>
              </a:lnSpc>
              <a:spcBef>
                <a:spcPts val="375"/>
              </a:spcBef>
              <a:spcAft>
                <a:spcPts val="0"/>
              </a:spcAft>
              <a:buClr>
                <a:schemeClr val="dk1"/>
              </a:buClr>
              <a:buSzPts val="1800"/>
              <a:buChar char="•"/>
              <a:defRPr/>
            </a:lvl6pPr>
            <a:lvl7pPr marL="2400300" lvl="6" indent="-257175" algn="l">
              <a:lnSpc>
                <a:spcPct val="90000"/>
              </a:lnSpc>
              <a:spcBef>
                <a:spcPts val="375"/>
              </a:spcBef>
              <a:spcAft>
                <a:spcPts val="0"/>
              </a:spcAft>
              <a:buClr>
                <a:schemeClr val="dk1"/>
              </a:buClr>
              <a:buSzPts val="1800"/>
              <a:buChar char="•"/>
              <a:defRPr/>
            </a:lvl7pPr>
            <a:lvl8pPr marL="2743200" lvl="7" indent="-257175" algn="l">
              <a:lnSpc>
                <a:spcPct val="90000"/>
              </a:lnSpc>
              <a:spcBef>
                <a:spcPts val="375"/>
              </a:spcBef>
              <a:spcAft>
                <a:spcPts val="0"/>
              </a:spcAft>
              <a:buClr>
                <a:schemeClr val="dk1"/>
              </a:buClr>
              <a:buSzPts val="1800"/>
              <a:buChar char="•"/>
              <a:defRPr/>
            </a:lvl8pPr>
            <a:lvl9pPr marL="3086100" lvl="8" indent="-257175" algn="l">
              <a:lnSpc>
                <a:spcPct val="90000"/>
              </a:lnSpc>
              <a:spcBef>
                <a:spcPts val="375"/>
              </a:spcBef>
              <a:spcAft>
                <a:spcPts val="0"/>
              </a:spcAft>
              <a:buClr>
                <a:schemeClr val="dk1"/>
              </a:buClr>
              <a:buSzPts val="1800"/>
              <a:buChar char="•"/>
              <a:defRPr/>
            </a:lvl9pPr>
          </a:lstStyle>
          <a:p>
            <a:pPr lvl="0"/>
            <a:r>
              <a:rPr lang="en-US"/>
              <a:t>Click to edit Master text styles</a:t>
            </a:r>
          </a:p>
        </p:txBody>
      </p:sp>
      <p:sp>
        <p:nvSpPr>
          <p:cNvPr id="82" name="Google Shape;82;p58"/>
          <p:cNvSpPr txBox="1">
            <a:spLocks noGrp="1"/>
          </p:cNvSpPr>
          <p:nvPr>
            <p:ph type="body" idx="6"/>
          </p:nvPr>
        </p:nvSpPr>
        <p:spPr>
          <a:xfrm>
            <a:off x="3386092" y="3359963"/>
            <a:ext cx="2563241" cy="2024480"/>
          </a:xfrm>
          <a:prstGeom prst="rect">
            <a:avLst/>
          </a:prstGeom>
          <a:noFill/>
          <a:ln>
            <a:noFill/>
          </a:ln>
        </p:spPr>
        <p:txBody>
          <a:bodyPr spcFirstLastPara="1" wrap="square" lIns="91425" tIns="45700" rIns="91425" bIns="45700" anchor="t" anchorCtr="0">
            <a:noAutofit/>
          </a:bodyPr>
          <a:lstStyle>
            <a:lvl1pPr marL="342900" lvl="0" indent="-171450" algn="ctr">
              <a:lnSpc>
                <a:spcPct val="100000"/>
              </a:lnSpc>
              <a:spcBef>
                <a:spcPts val="750"/>
              </a:spcBef>
              <a:spcAft>
                <a:spcPts val="0"/>
              </a:spcAft>
              <a:buSzPts val="2400"/>
              <a:buNone/>
              <a:defRPr/>
            </a:lvl1pPr>
            <a:lvl2pPr marL="685800" lvl="1" indent="-257175" algn="l">
              <a:lnSpc>
                <a:spcPct val="100000"/>
              </a:lnSpc>
              <a:spcBef>
                <a:spcPts val="600"/>
              </a:spcBef>
              <a:spcAft>
                <a:spcPts val="0"/>
              </a:spcAft>
              <a:buSzPts val="1800"/>
              <a:buChar char="−"/>
              <a:defRPr/>
            </a:lvl2pPr>
            <a:lvl3pPr marL="1028700" lvl="2" indent="-240029" algn="l">
              <a:lnSpc>
                <a:spcPct val="100000"/>
              </a:lnSpc>
              <a:spcBef>
                <a:spcPts val="600"/>
              </a:spcBef>
              <a:spcAft>
                <a:spcPts val="0"/>
              </a:spcAft>
              <a:buSzPts val="1440"/>
              <a:buChar char="▪"/>
              <a:defRPr/>
            </a:lvl3pPr>
            <a:lvl4pPr marL="1371600" lvl="3" indent="-257175" algn="l">
              <a:lnSpc>
                <a:spcPct val="90000"/>
              </a:lnSpc>
              <a:spcBef>
                <a:spcPts val="600"/>
              </a:spcBef>
              <a:spcAft>
                <a:spcPts val="0"/>
              </a:spcAft>
              <a:buSzPts val="1800"/>
              <a:buChar char="•"/>
              <a:defRPr/>
            </a:lvl4pPr>
            <a:lvl5pPr marL="1714500" lvl="4" indent="-257175" algn="l">
              <a:lnSpc>
                <a:spcPct val="90000"/>
              </a:lnSpc>
              <a:spcBef>
                <a:spcPts val="375"/>
              </a:spcBef>
              <a:spcAft>
                <a:spcPts val="0"/>
              </a:spcAft>
              <a:buClr>
                <a:schemeClr val="accent1"/>
              </a:buClr>
              <a:buSzPts val="1800"/>
              <a:buChar char="•"/>
              <a:defRPr/>
            </a:lvl5pPr>
            <a:lvl6pPr marL="2057400" lvl="5" indent="-257175" algn="l">
              <a:lnSpc>
                <a:spcPct val="90000"/>
              </a:lnSpc>
              <a:spcBef>
                <a:spcPts val="375"/>
              </a:spcBef>
              <a:spcAft>
                <a:spcPts val="0"/>
              </a:spcAft>
              <a:buClr>
                <a:schemeClr val="dk1"/>
              </a:buClr>
              <a:buSzPts val="1800"/>
              <a:buChar char="•"/>
              <a:defRPr/>
            </a:lvl6pPr>
            <a:lvl7pPr marL="2400300" lvl="6" indent="-257175" algn="l">
              <a:lnSpc>
                <a:spcPct val="90000"/>
              </a:lnSpc>
              <a:spcBef>
                <a:spcPts val="375"/>
              </a:spcBef>
              <a:spcAft>
                <a:spcPts val="0"/>
              </a:spcAft>
              <a:buClr>
                <a:schemeClr val="dk1"/>
              </a:buClr>
              <a:buSzPts val="1800"/>
              <a:buChar char="•"/>
              <a:defRPr/>
            </a:lvl7pPr>
            <a:lvl8pPr marL="2743200" lvl="7" indent="-257175" algn="l">
              <a:lnSpc>
                <a:spcPct val="90000"/>
              </a:lnSpc>
              <a:spcBef>
                <a:spcPts val="375"/>
              </a:spcBef>
              <a:spcAft>
                <a:spcPts val="0"/>
              </a:spcAft>
              <a:buClr>
                <a:schemeClr val="dk1"/>
              </a:buClr>
              <a:buSzPts val="1800"/>
              <a:buChar char="•"/>
              <a:defRPr/>
            </a:lvl8pPr>
            <a:lvl9pPr marL="3086100" lvl="8" indent="-257175" algn="l">
              <a:lnSpc>
                <a:spcPct val="90000"/>
              </a:lnSpc>
              <a:spcBef>
                <a:spcPts val="375"/>
              </a:spcBef>
              <a:spcAft>
                <a:spcPts val="0"/>
              </a:spcAft>
              <a:buClr>
                <a:schemeClr val="dk1"/>
              </a:buClr>
              <a:buSzPts val="1800"/>
              <a:buChar char="•"/>
              <a:defRPr/>
            </a:lvl9pPr>
          </a:lstStyle>
          <a:p>
            <a:pPr lvl="0"/>
            <a:r>
              <a:rPr lang="en-US"/>
              <a:t>Click to edit Master text styles</a:t>
            </a:r>
          </a:p>
        </p:txBody>
      </p:sp>
      <p:sp>
        <p:nvSpPr>
          <p:cNvPr id="83" name="Google Shape;83;p58"/>
          <p:cNvSpPr txBox="1">
            <a:spLocks noGrp="1"/>
          </p:cNvSpPr>
          <p:nvPr>
            <p:ph type="body" idx="7"/>
          </p:nvPr>
        </p:nvSpPr>
        <p:spPr>
          <a:xfrm>
            <a:off x="6285500" y="3368869"/>
            <a:ext cx="2563241" cy="2024480"/>
          </a:xfrm>
          <a:prstGeom prst="rect">
            <a:avLst/>
          </a:prstGeom>
          <a:noFill/>
          <a:ln>
            <a:noFill/>
          </a:ln>
        </p:spPr>
        <p:txBody>
          <a:bodyPr spcFirstLastPara="1" wrap="square" lIns="91425" tIns="45700" rIns="91425" bIns="45700" anchor="t" anchorCtr="0">
            <a:noAutofit/>
          </a:bodyPr>
          <a:lstStyle>
            <a:lvl1pPr marL="342900" lvl="0" indent="-171450" algn="ctr">
              <a:lnSpc>
                <a:spcPct val="100000"/>
              </a:lnSpc>
              <a:spcBef>
                <a:spcPts val="750"/>
              </a:spcBef>
              <a:spcAft>
                <a:spcPts val="0"/>
              </a:spcAft>
              <a:buSzPts val="2400"/>
              <a:buNone/>
              <a:defRPr/>
            </a:lvl1pPr>
            <a:lvl2pPr marL="685800" lvl="1" indent="-257175" algn="l">
              <a:lnSpc>
                <a:spcPct val="100000"/>
              </a:lnSpc>
              <a:spcBef>
                <a:spcPts val="600"/>
              </a:spcBef>
              <a:spcAft>
                <a:spcPts val="0"/>
              </a:spcAft>
              <a:buSzPts val="1800"/>
              <a:buChar char="−"/>
              <a:defRPr/>
            </a:lvl2pPr>
            <a:lvl3pPr marL="1028700" lvl="2" indent="-240029" algn="l">
              <a:lnSpc>
                <a:spcPct val="100000"/>
              </a:lnSpc>
              <a:spcBef>
                <a:spcPts val="600"/>
              </a:spcBef>
              <a:spcAft>
                <a:spcPts val="0"/>
              </a:spcAft>
              <a:buSzPts val="1440"/>
              <a:buChar char="▪"/>
              <a:defRPr/>
            </a:lvl3pPr>
            <a:lvl4pPr marL="1371600" lvl="3" indent="-257175" algn="l">
              <a:lnSpc>
                <a:spcPct val="90000"/>
              </a:lnSpc>
              <a:spcBef>
                <a:spcPts val="600"/>
              </a:spcBef>
              <a:spcAft>
                <a:spcPts val="0"/>
              </a:spcAft>
              <a:buSzPts val="1800"/>
              <a:buChar char="•"/>
              <a:defRPr/>
            </a:lvl4pPr>
            <a:lvl5pPr marL="1714500" lvl="4" indent="-257175" algn="l">
              <a:lnSpc>
                <a:spcPct val="90000"/>
              </a:lnSpc>
              <a:spcBef>
                <a:spcPts val="375"/>
              </a:spcBef>
              <a:spcAft>
                <a:spcPts val="0"/>
              </a:spcAft>
              <a:buClr>
                <a:schemeClr val="accent1"/>
              </a:buClr>
              <a:buSzPts val="1800"/>
              <a:buChar char="•"/>
              <a:defRPr/>
            </a:lvl5pPr>
            <a:lvl6pPr marL="2057400" lvl="5" indent="-257175" algn="l">
              <a:lnSpc>
                <a:spcPct val="90000"/>
              </a:lnSpc>
              <a:spcBef>
                <a:spcPts val="375"/>
              </a:spcBef>
              <a:spcAft>
                <a:spcPts val="0"/>
              </a:spcAft>
              <a:buClr>
                <a:schemeClr val="dk1"/>
              </a:buClr>
              <a:buSzPts val="1800"/>
              <a:buChar char="•"/>
              <a:defRPr/>
            </a:lvl6pPr>
            <a:lvl7pPr marL="2400300" lvl="6" indent="-257175" algn="l">
              <a:lnSpc>
                <a:spcPct val="90000"/>
              </a:lnSpc>
              <a:spcBef>
                <a:spcPts val="375"/>
              </a:spcBef>
              <a:spcAft>
                <a:spcPts val="0"/>
              </a:spcAft>
              <a:buClr>
                <a:schemeClr val="dk1"/>
              </a:buClr>
              <a:buSzPts val="1800"/>
              <a:buChar char="•"/>
              <a:defRPr/>
            </a:lvl7pPr>
            <a:lvl8pPr marL="2743200" lvl="7" indent="-257175" algn="l">
              <a:lnSpc>
                <a:spcPct val="90000"/>
              </a:lnSpc>
              <a:spcBef>
                <a:spcPts val="375"/>
              </a:spcBef>
              <a:spcAft>
                <a:spcPts val="0"/>
              </a:spcAft>
              <a:buClr>
                <a:schemeClr val="dk1"/>
              </a:buClr>
              <a:buSzPts val="1800"/>
              <a:buChar char="•"/>
              <a:defRPr/>
            </a:lvl8pPr>
            <a:lvl9pPr marL="3086100" lvl="8" indent="-257175" algn="l">
              <a:lnSpc>
                <a:spcPct val="90000"/>
              </a:lnSpc>
              <a:spcBef>
                <a:spcPts val="375"/>
              </a:spcBef>
              <a:spcAft>
                <a:spcPts val="0"/>
              </a:spcAft>
              <a:buClr>
                <a:schemeClr val="dk1"/>
              </a:buClr>
              <a:buSzPts val="1800"/>
              <a:buChar char="•"/>
              <a:defRPr/>
            </a:lvl9pPr>
          </a:lstStyle>
          <a:p>
            <a:pPr lvl="0"/>
            <a:r>
              <a:rPr lang="en-US"/>
              <a:t>Click to edit Master text styles</a:t>
            </a:r>
          </a:p>
        </p:txBody>
      </p:sp>
      <p:sp>
        <p:nvSpPr>
          <p:cNvPr id="84" name="Google Shape;84;p58"/>
          <p:cNvSpPr txBox="1">
            <a:spLocks noGrp="1"/>
          </p:cNvSpPr>
          <p:nvPr>
            <p:ph type="body" idx="8"/>
          </p:nvPr>
        </p:nvSpPr>
        <p:spPr>
          <a:xfrm>
            <a:off x="9155520" y="3368869"/>
            <a:ext cx="2563241" cy="2024480"/>
          </a:xfrm>
          <a:prstGeom prst="rect">
            <a:avLst/>
          </a:prstGeom>
          <a:noFill/>
          <a:ln>
            <a:noFill/>
          </a:ln>
        </p:spPr>
        <p:txBody>
          <a:bodyPr spcFirstLastPara="1" wrap="square" lIns="91425" tIns="45700" rIns="91425" bIns="45700" anchor="t" anchorCtr="0">
            <a:noAutofit/>
          </a:bodyPr>
          <a:lstStyle>
            <a:lvl1pPr marL="342900" lvl="0" indent="-171450" algn="ctr">
              <a:lnSpc>
                <a:spcPct val="100000"/>
              </a:lnSpc>
              <a:spcBef>
                <a:spcPts val="750"/>
              </a:spcBef>
              <a:spcAft>
                <a:spcPts val="0"/>
              </a:spcAft>
              <a:buSzPts val="2400"/>
              <a:buNone/>
              <a:defRPr/>
            </a:lvl1pPr>
            <a:lvl2pPr marL="685800" lvl="1" indent="-257175" algn="l">
              <a:lnSpc>
                <a:spcPct val="100000"/>
              </a:lnSpc>
              <a:spcBef>
                <a:spcPts val="600"/>
              </a:spcBef>
              <a:spcAft>
                <a:spcPts val="0"/>
              </a:spcAft>
              <a:buSzPts val="1800"/>
              <a:buChar char="−"/>
              <a:defRPr/>
            </a:lvl2pPr>
            <a:lvl3pPr marL="1028700" lvl="2" indent="-240029" algn="l">
              <a:lnSpc>
                <a:spcPct val="100000"/>
              </a:lnSpc>
              <a:spcBef>
                <a:spcPts val="600"/>
              </a:spcBef>
              <a:spcAft>
                <a:spcPts val="0"/>
              </a:spcAft>
              <a:buSzPts val="1440"/>
              <a:buChar char="▪"/>
              <a:defRPr/>
            </a:lvl3pPr>
            <a:lvl4pPr marL="1371600" lvl="3" indent="-257175" algn="l">
              <a:lnSpc>
                <a:spcPct val="90000"/>
              </a:lnSpc>
              <a:spcBef>
                <a:spcPts val="600"/>
              </a:spcBef>
              <a:spcAft>
                <a:spcPts val="0"/>
              </a:spcAft>
              <a:buSzPts val="1800"/>
              <a:buChar char="•"/>
              <a:defRPr/>
            </a:lvl4pPr>
            <a:lvl5pPr marL="1714500" lvl="4" indent="-257175" algn="l">
              <a:lnSpc>
                <a:spcPct val="90000"/>
              </a:lnSpc>
              <a:spcBef>
                <a:spcPts val="375"/>
              </a:spcBef>
              <a:spcAft>
                <a:spcPts val="0"/>
              </a:spcAft>
              <a:buClr>
                <a:schemeClr val="accent1"/>
              </a:buClr>
              <a:buSzPts val="1800"/>
              <a:buChar char="•"/>
              <a:defRPr/>
            </a:lvl5pPr>
            <a:lvl6pPr marL="2057400" lvl="5" indent="-257175" algn="l">
              <a:lnSpc>
                <a:spcPct val="90000"/>
              </a:lnSpc>
              <a:spcBef>
                <a:spcPts val="375"/>
              </a:spcBef>
              <a:spcAft>
                <a:spcPts val="0"/>
              </a:spcAft>
              <a:buClr>
                <a:schemeClr val="dk1"/>
              </a:buClr>
              <a:buSzPts val="1800"/>
              <a:buChar char="•"/>
              <a:defRPr/>
            </a:lvl6pPr>
            <a:lvl7pPr marL="2400300" lvl="6" indent="-257175" algn="l">
              <a:lnSpc>
                <a:spcPct val="90000"/>
              </a:lnSpc>
              <a:spcBef>
                <a:spcPts val="375"/>
              </a:spcBef>
              <a:spcAft>
                <a:spcPts val="0"/>
              </a:spcAft>
              <a:buClr>
                <a:schemeClr val="dk1"/>
              </a:buClr>
              <a:buSzPts val="1800"/>
              <a:buChar char="•"/>
              <a:defRPr/>
            </a:lvl7pPr>
            <a:lvl8pPr marL="2743200" lvl="7" indent="-257175" algn="l">
              <a:lnSpc>
                <a:spcPct val="90000"/>
              </a:lnSpc>
              <a:spcBef>
                <a:spcPts val="375"/>
              </a:spcBef>
              <a:spcAft>
                <a:spcPts val="0"/>
              </a:spcAft>
              <a:buClr>
                <a:schemeClr val="dk1"/>
              </a:buClr>
              <a:buSzPts val="1800"/>
              <a:buChar char="•"/>
              <a:defRPr/>
            </a:lvl8pPr>
            <a:lvl9pPr marL="3086100" lvl="8" indent="-257175" algn="l">
              <a:lnSpc>
                <a:spcPct val="90000"/>
              </a:lnSpc>
              <a:spcBef>
                <a:spcPts val="375"/>
              </a:spcBef>
              <a:spcAft>
                <a:spcPts val="0"/>
              </a:spcAft>
              <a:buClr>
                <a:schemeClr val="dk1"/>
              </a:buClr>
              <a:buSzPts val="1800"/>
              <a:buChar char="•"/>
              <a:defRPr/>
            </a:lvl9pPr>
          </a:lstStyle>
          <a:p>
            <a:pPr lvl="0"/>
            <a:r>
              <a:rPr lang="en-US"/>
              <a:t>Click to edit Master text styles</a:t>
            </a:r>
          </a:p>
        </p:txBody>
      </p:sp>
      <p:sp>
        <p:nvSpPr>
          <p:cNvPr id="85" name="Google Shape;85;p58"/>
          <p:cNvSpPr txBox="1">
            <a:spLocks noGrp="1"/>
          </p:cNvSpPr>
          <p:nvPr>
            <p:ph type="body" idx="9"/>
          </p:nvPr>
        </p:nvSpPr>
        <p:spPr>
          <a:xfrm>
            <a:off x="741362" y="5549904"/>
            <a:ext cx="1909763" cy="430213"/>
          </a:xfrm>
          <a:prstGeom prst="rect">
            <a:avLst/>
          </a:prstGeom>
          <a:noFill/>
          <a:ln>
            <a:noFill/>
          </a:ln>
        </p:spPr>
        <p:txBody>
          <a:bodyPr spcFirstLastPara="1" wrap="square" lIns="91425" tIns="45700" rIns="91425" bIns="45700" anchor="t" anchorCtr="0">
            <a:noAutofit/>
          </a:bodyPr>
          <a:lstStyle>
            <a:lvl1pPr marL="342900" lvl="0" indent="-171450" algn="l">
              <a:lnSpc>
                <a:spcPct val="100000"/>
              </a:lnSpc>
              <a:spcBef>
                <a:spcPts val="750"/>
              </a:spcBef>
              <a:spcAft>
                <a:spcPts val="0"/>
              </a:spcAft>
              <a:buSzPts val="2400"/>
              <a:buNone/>
              <a:defRPr/>
            </a:lvl1pPr>
            <a:lvl2pPr marL="685800" lvl="1" indent="-257175" algn="l">
              <a:lnSpc>
                <a:spcPct val="100000"/>
              </a:lnSpc>
              <a:spcBef>
                <a:spcPts val="600"/>
              </a:spcBef>
              <a:spcAft>
                <a:spcPts val="0"/>
              </a:spcAft>
              <a:buSzPts val="1800"/>
              <a:buChar char="−"/>
              <a:defRPr/>
            </a:lvl2pPr>
            <a:lvl3pPr marL="1028700" lvl="2" indent="-240029" algn="l">
              <a:lnSpc>
                <a:spcPct val="100000"/>
              </a:lnSpc>
              <a:spcBef>
                <a:spcPts val="600"/>
              </a:spcBef>
              <a:spcAft>
                <a:spcPts val="0"/>
              </a:spcAft>
              <a:buSzPts val="1440"/>
              <a:buChar char="▪"/>
              <a:defRPr/>
            </a:lvl3pPr>
            <a:lvl4pPr marL="1371600" lvl="3" indent="-257175" algn="l">
              <a:lnSpc>
                <a:spcPct val="90000"/>
              </a:lnSpc>
              <a:spcBef>
                <a:spcPts val="600"/>
              </a:spcBef>
              <a:spcAft>
                <a:spcPts val="0"/>
              </a:spcAft>
              <a:buSzPts val="1800"/>
              <a:buChar char="•"/>
              <a:defRPr/>
            </a:lvl4pPr>
            <a:lvl5pPr marL="1714500" lvl="4" indent="-257175" algn="l">
              <a:lnSpc>
                <a:spcPct val="90000"/>
              </a:lnSpc>
              <a:spcBef>
                <a:spcPts val="375"/>
              </a:spcBef>
              <a:spcAft>
                <a:spcPts val="0"/>
              </a:spcAft>
              <a:buClr>
                <a:schemeClr val="accent1"/>
              </a:buClr>
              <a:buSzPts val="1800"/>
              <a:buChar char="•"/>
              <a:defRPr/>
            </a:lvl5pPr>
            <a:lvl6pPr marL="2057400" lvl="5" indent="-257175" algn="l">
              <a:lnSpc>
                <a:spcPct val="90000"/>
              </a:lnSpc>
              <a:spcBef>
                <a:spcPts val="375"/>
              </a:spcBef>
              <a:spcAft>
                <a:spcPts val="0"/>
              </a:spcAft>
              <a:buClr>
                <a:schemeClr val="dk1"/>
              </a:buClr>
              <a:buSzPts val="1800"/>
              <a:buChar char="•"/>
              <a:defRPr/>
            </a:lvl6pPr>
            <a:lvl7pPr marL="2400300" lvl="6" indent="-257175" algn="l">
              <a:lnSpc>
                <a:spcPct val="90000"/>
              </a:lnSpc>
              <a:spcBef>
                <a:spcPts val="375"/>
              </a:spcBef>
              <a:spcAft>
                <a:spcPts val="0"/>
              </a:spcAft>
              <a:buClr>
                <a:schemeClr val="dk1"/>
              </a:buClr>
              <a:buSzPts val="1800"/>
              <a:buChar char="•"/>
              <a:defRPr/>
            </a:lvl7pPr>
            <a:lvl8pPr marL="2743200" lvl="7" indent="-257175" algn="l">
              <a:lnSpc>
                <a:spcPct val="90000"/>
              </a:lnSpc>
              <a:spcBef>
                <a:spcPts val="375"/>
              </a:spcBef>
              <a:spcAft>
                <a:spcPts val="0"/>
              </a:spcAft>
              <a:buClr>
                <a:schemeClr val="dk1"/>
              </a:buClr>
              <a:buSzPts val="1800"/>
              <a:buChar char="•"/>
              <a:defRPr/>
            </a:lvl8pPr>
            <a:lvl9pPr marL="3086100" lvl="8" indent="-257175" algn="l">
              <a:lnSpc>
                <a:spcPct val="90000"/>
              </a:lnSpc>
              <a:spcBef>
                <a:spcPts val="375"/>
              </a:spcBef>
              <a:spcAft>
                <a:spcPts val="0"/>
              </a:spcAft>
              <a:buClr>
                <a:schemeClr val="dk1"/>
              </a:buClr>
              <a:buSzPts val="1800"/>
              <a:buChar char="•"/>
              <a:defRPr/>
            </a:lvl9pPr>
          </a:lstStyle>
          <a:p>
            <a:pPr lvl="0"/>
            <a:r>
              <a:rPr lang="en-US"/>
              <a:t>Click to edit Master text styles</a:t>
            </a:r>
          </a:p>
        </p:txBody>
      </p:sp>
      <p:sp>
        <p:nvSpPr>
          <p:cNvPr id="86" name="Google Shape;86;p58"/>
          <p:cNvSpPr txBox="1">
            <a:spLocks noGrp="1"/>
          </p:cNvSpPr>
          <p:nvPr>
            <p:ph type="body" idx="13"/>
          </p:nvPr>
        </p:nvSpPr>
        <p:spPr>
          <a:xfrm>
            <a:off x="3305178" y="5549904"/>
            <a:ext cx="2562225" cy="430213"/>
          </a:xfrm>
          <a:prstGeom prst="rect">
            <a:avLst/>
          </a:prstGeom>
          <a:noFill/>
          <a:ln>
            <a:noFill/>
          </a:ln>
        </p:spPr>
        <p:txBody>
          <a:bodyPr spcFirstLastPara="1" wrap="square" lIns="91425" tIns="45700" rIns="91425" bIns="45700" anchor="t" anchorCtr="0">
            <a:noAutofit/>
          </a:bodyPr>
          <a:lstStyle>
            <a:lvl1pPr marL="342900" lvl="0" indent="-171450" algn="l">
              <a:lnSpc>
                <a:spcPct val="100000"/>
              </a:lnSpc>
              <a:spcBef>
                <a:spcPts val="750"/>
              </a:spcBef>
              <a:spcAft>
                <a:spcPts val="0"/>
              </a:spcAft>
              <a:buSzPts val="2400"/>
              <a:buNone/>
              <a:defRPr/>
            </a:lvl1pPr>
            <a:lvl2pPr marL="685800" lvl="1" indent="-257175" algn="l">
              <a:lnSpc>
                <a:spcPct val="100000"/>
              </a:lnSpc>
              <a:spcBef>
                <a:spcPts val="600"/>
              </a:spcBef>
              <a:spcAft>
                <a:spcPts val="0"/>
              </a:spcAft>
              <a:buSzPts val="1800"/>
              <a:buChar char="−"/>
              <a:defRPr/>
            </a:lvl2pPr>
            <a:lvl3pPr marL="1028700" lvl="2" indent="-240029" algn="l">
              <a:lnSpc>
                <a:spcPct val="100000"/>
              </a:lnSpc>
              <a:spcBef>
                <a:spcPts val="600"/>
              </a:spcBef>
              <a:spcAft>
                <a:spcPts val="0"/>
              </a:spcAft>
              <a:buSzPts val="1440"/>
              <a:buChar char="▪"/>
              <a:defRPr/>
            </a:lvl3pPr>
            <a:lvl4pPr marL="1371600" lvl="3" indent="-257175" algn="l">
              <a:lnSpc>
                <a:spcPct val="90000"/>
              </a:lnSpc>
              <a:spcBef>
                <a:spcPts val="600"/>
              </a:spcBef>
              <a:spcAft>
                <a:spcPts val="0"/>
              </a:spcAft>
              <a:buSzPts val="1800"/>
              <a:buChar char="•"/>
              <a:defRPr/>
            </a:lvl4pPr>
            <a:lvl5pPr marL="1714500" lvl="4" indent="-257175" algn="l">
              <a:lnSpc>
                <a:spcPct val="90000"/>
              </a:lnSpc>
              <a:spcBef>
                <a:spcPts val="375"/>
              </a:spcBef>
              <a:spcAft>
                <a:spcPts val="0"/>
              </a:spcAft>
              <a:buClr>
                <a:schemeClr val="accent1"/>
              </a:buClr>
              <a:buSzPts val="1800"/>
              <a:buChar char="•"/>
              <a:defRPr/>
            </a:lvl5pPr>
            <a:lvl6pPr marL="2057400" lvl="5" indent="-257175" algn="l">
              <a:lnSpc>
                <a:spcPct val="90000"/>
              </a:lnSpc>
              <a:spcBef>
                <a:spcPts val="375"/>
              </a:spcBef>
              <a:spcAft>
                <a:spcPts val="0"/>
              </a:spcAft>
              <a:buClr>
                <a:schemeClr val="dk1"/>
              </a:buClr>
              <a:buSzPts val="1800"/>
              <a:buChar char="•"/>
              <a:defRPr/>
            </a:lvl6pPr>
            <a:lvl7pPr marL="2400300" lvl="6" indent="-257175" algn="l">
              <a:lnSpc>
                <a:spcPct val="90000"/>
              </a:lnSpc>
              <a:spcBef>
                <a:spcPts val="375"/>
              </a:spcBef>
              <a:spcAft>
                <a:spcPts val="0"/>
              </a:spcAft>
              <a:buClr>
                <a:schemeClr val="dk1"/>
              </a:buClr>
              <a:buSzPts val="1800"/>
              <a:buChar char="•"/>
              <a:defRPr/>
            </a:lvl7pPr>
            <a:lvl8pPr marL="2743200" lvl="7" indent="-257175" algn="l">
              <a:lnSpc>
                <a:spcPct val="90000"/>
              </a:lnSpc>
              <a:spcBef>
                <a:spcPts val="375"/>
              </a:spcBef>
              <a:spcAft>
                <a:spcPts val="0"/>
              </a:spcAft>
              <a:buClr>
                <a:schemeClr val="dk1"/>
              </a:buClr>
              <a:buSzPts val="1800"/>
              <a:buChar char="•"/>
              <a:defRPr/>
            </a:lvl8pPr>
            <a:lvl9pPr marL="3086100" lvl="8" indent="-257175" algn="l">
              <a:lnSpc>
                <a:spcPct val="90000"/>
              </a:lnSpc>
              <a:spcBef>
                <a:spcPts val="375"/>
              </a:spcBef>
              <a:spcAft>
                <a:spcPts val="0"/>
              </a:spcAft>
              <a:buClr>
                <a:schemeClr val="dk1"/>
              </a:buClr>
              <a:buSzPts val="1800"/>
              <a:buChar char="•"/>
              <a:defRPr/>
            </a:lvl9pPr>
          </a:lstStyle>
          <a:p>
            <a:pPr lvl="0"/>
            <a:r>
              <a:rPr lang="en-US"/>
              <a:t>Click to edit Master text styles</a:t>
            </a:r>
          </a:p>
        </p:txBody>
      </p:sp>
      <p:sp>
        <p:nvSpPr>
          <p:cNvPr id="87" name="Google Shape;87;p58"/>
          <p:cNvSpPr txBox="1">
            <a:spLocks noGrp="1"/>
          </p:cNvSpPr>
          <p:nvPr>
            <p:ph type="body" idx="14"/>
          </p:nvPr>
        </p:nvSpPr>
        <p:spPr>
          <a:xfrm>
            <a:off x="6181727" y="5543550"/>
            <a:ext cx="2562225" cy="514350"/>
          </a:xfrm>
          <a:prstGeom prst="rect">
            <a:avLst/>
          </a:prstGeom>
          <a:noFill/>
          <a:ln>
            <a:noFill/>
          </a:ln>
        </p:spPr>
        <p:txBody>
          <a:bodyPr spcFirstLastPara="1" wrap="square" lIns="91425" tIns="45700" rIns="91425" bIns="45700" anchor="t" anchorCtr="0">
            <a:noAutofit/>
          </a:bodyPr>
          <a:lstStyle>
            <a:lvl1pPr marL="342900" lvl="0" indent="-171450" algn="l">
              <a:lnSpc>
                <a:spcPct val="100000"/>
              </a:lnSpc>
              <a:spcBef>
                <a:spcPts val="750"/>
              </a:spcBef>
              <a:spcAft>
                <a:spcPts val="0"/>
              </a:spcAft>
              <a:buSzPts val="2400"/>
              <a:buNone/>
              <a:defRPr/>
            </a:lvl1pPr>
            <a:lvl2pPr marL="685800" lvl="1" indent="-257175" algn="l">
              <a:lnSpc>
                <a:spcPct val="100000"/>
              </a:lnSpc>
              <a:spcBef>
                <a:spcPts val="600"/>
              </a:spcBef>
              <a:spcAft>
                <a:spcPts val="0"/>
              </a:spcAft>
              <a:buSzPts val="1800"/>
              <a:buChar char="−"/>
              <a:defRPr/>
            </a:lvl2pPr>
            <a:lvl3pPr marL="1028700" lvl="2" indent="-240029" algn="l">
              <a:lnSpc>
                <a:spcPct val="100000"/>
              </a:lnSpc>
              <a:spcBef>
                <a:spcPts val="600"/>
              </a:spcBef>
              <a:spcAft>
                <a:spcPts val="0"/>
              </a:spcAft>
              <a:buSzPts val="1440"/>
              <a:buChar char="▪"/>
              <a:defRPr/>
            </a:lvl3pPr>
            <a:lvl4pPr marL="1371600" lvl="3" indent="-257175" algn="l">
              <a:lnSpc>
                <a:spcPct val="90000"/>
              </a:lnSpc>
              <a:spcBef>
                <a:spcPts val="600"/>
              </a:spcBef>
              <a:spcAft>
                <a:spcPts val="0"/>
              </a:spcAft>
              <a:buSzPts val="1800"/>
              <a:buChar char="•"/>
              <a:defRPr/>
            </a:lvl4pPr>
            <a:lvl5pPr marL="1714500" lvl="4" indent="-257175" algn="l">
              <a:lnSpc>
                <a:spcPct val="90000"/>
              </a:lnSpc>
              <a:spcBef>
                <a:spcPts val="375"/>
              </a:spcBef>
              <a:spcAft>
                <a:spcPts val="0"/>
              </a:spcAft>
              <a:buClr>
                <a:schemeClr val="accent1"/>
              </a:buClr>
              <a:buSzPts val="1800"/>
              <a:buChar char="•"/>
              <a:defRPr/>
            </a:lvl5pPr>
            <a:lvl6pPr marL="2057400" lvl="5" indent="-257175" algn="l">
              <a:lnSpc>
                <a:spcPct val="90000"/>
              </a:lnSpc>
              <a:spcBef>
                <a:spcPts val="375"/>
              </a:spcBef>
              <a:spcAft>
                <a:spcPts val="0"/>
              </a:spcAft>
              <a:buClr>
                <a:schemeClr val="dk1"/>
              </a:buClr>
              <a:buSzPts val="1800"/>
              <a:buChar char="•"/>
              <a:defRPr/>
            </a:lvl6pPr>
            <a:lvl7pPr marL="2400300" lvl="6" indent="-257175" algn="l">
              <a:lnSpc>
                <a:spcPct val="90000"/>
              </a:lnSpc>
              <a:spcBef>
                <a:spcPts val="375"/>
              </a:spcBef>
              <a:spcAft>
                <a:spcPts val="0"/>
              </a:spcAft>
              <a:buClr>
                <a:schemeClr val="dk1"/>
              </a:buClr>
              <a:buSzPts val="1800"/>
              <a:buChar char="•"/>
              <a:defRPr/>
            </a:lvl7pPr>
            <a:lvl8pPr marL="2743200" lvl="7" indent="-257175" algn="l">
              <a:lnSpc>
                <a:spcPct val="90000"/>
              </a:lnSpc>
              <a:spcBef>
                <a:spcPts val="375"/>
              </a:spcBef>
              <a:spcAft>
                <a:spcPts val="0"/>
              </a:spcAft>
              <a:buClr>
                <a:schemeClr val="dk1"/>
              </a:buClr>
              <a:buSzPts val="1800"/>
              <a:buChar char="•"/>
              <a:defRPr/>
            </a:lvl8pPr>
            <a:lvl9pPr marL="3086100" lvl="8" indent="-257175" algn="l">
              <a:lnSpc>
                <a:spcPct val="90000"/>
              </a:lnSpc>
              <a:spcBef>
                <a:spcPts val="375"/>
              </a:spcBef>
              <a:spcAft>
                <a:spcPts val="0"/>
              </a:spcAft>
              <a:buClr>
                <a:schemeClr val="dk1"/>
              </a:buClr>
              <a:buSzPts val="1800"/>
              <a:buChar char="•"/>
              <a:defRPr/>
            </a:lvl9pPr>
          </a:lstStyle>
          <a:p>
            <a:pPr lvl="0"/>
            <a:r>
              <a:rPr lang="en-US"/>
              <a:t>Click to edit Master text styles</a:t>
            </a:r>
          </a:p>
        </p:txBody>
      </p:sp>
      <p:sp>
        <p:nvSpPr>
          <p:cNvPr id="88" name="Google Shape;88;p58"/>
          <p:cNvSpPr txBox="1">
            <a:spLocks noGrp="1"/>
          </p:cNvSpPr>
          <p:nvPr>
            <p:ph type="body" idx="15"/>
          </p:nvPr>
        </p:nvSpPr>
        <p:spPr>
          <a:xfrm>
            <a:off x="9156536" y="5549900"/>
            <a:ext cx="2562225" cy="514350"/>
          </a:xfrm>
          <a:prstGeom prst="rect">
            <a:avLst/>
          </a:prstGeom>
          <a:noFill/>
          <a:ln>
            <a:noFill/>
          </a:ln>
        </p:spPr>
        <p:txBody>
          <a:bodyPr spcFirstLastPara="1" wrap="square" lIns="91425" tIns="45700" rIns="91425" bIns="45700" anchor="t" anchorCtr="0">
            <a:noAutofit/>
          </a:bodyPr>
          <a:lstStyle>
            <a:lvl1pPr marL="342900" lvl="0" indent="-171450" algn="l">
              <a:lnSpc>
                <a:spcPct val="100000"/>
              </a:lnSpc>
              <a:spcBef>
                <a:spcPts val="750"/>
              </a:spcBef>
              <a:spcAft>
                <a:spcPts val="0"/>
              </a:spcAft>
              <a:buSzPts val="2400"/>
              <a:buNone/>
              <a:defRPr/>
            </a:lvl1pPr>
            <a:lvl2pPr marL="685800" lvl="1" indent="-257175" algn="l">
              <a:lnSpc>
                <a:spcPct val="100000"/>
              </a:lnSpc>
              <a:spcBef>
                <a:spcPts val="600"/>
              </a:spcBef>
              <a:spcAft>
                <a:spcPts val="0"/>
              </a:spcAft>
              <a:buSzPts val="1800"/>
              <a:buChar char="−"/>
              <a:defRPr/>
            </a:lvl2pPr>
            <a:lvl3pPr marL="1028700" lvl="2" indent="-240029" algn="l">
              <a:lnSpc>
                <a:spcPct val="100000"/>
              </a:lnSpc>
              <a:spcBef>
                <a:spcPts val="600"/>
              </a:spcBef>
              <a:spcAft>
                <a:spcPts val="0"/>
              </a:spcAft>
              <a:buSzPts val="1440"/>
              <a:buChar char="▪"/>
              <a:defRPr/>
            </a:lvl3pPr>
            <a:lvl4pPr marL="1371600" lvl="3" indent="-257175" algn="l">
              <a:lnSpc>
                <a:spcPct val="90000"/>
              </a:lnSpc>
              <a:spcBef>
                <a:spcPts val="600"/>
              </a:spcBef>
              <a:spcAft>
                <a:spcPts val="0"/>
              </a:spcAft>
              <a:buSzPts val="1800"/>
              <a:buChar char="•"/>
              <a:defRPr/>
            </a:lvl4pPr>
            <a:lvl5pPr marL="1714500" lvl="4" indent="-257175" algn="l">
              <a:lnSpc>
                <a:spcPct val="90000"/>
              </a:lnSpc>
              <a:spcBef>
                <a:spcPts val="375"/>
              </a:spcBef>
              <a:spcAft>
                <a:spcPts val="0"/>
              </a:spcAft>
              <a:buClr>
                <a:schemeClr val="accent1"/>
              </a:buClr>
              <a:buSzPts val="1800"/>
              <a:buChar char="•"/>
              <a:defRPr/>
            </a:lvl5pPr>
            <a:lvl6pPr marL="2057400" lvl="5" indent="-257175" algn="l">
              <a:lnSpc>
                <a:spcPct val="90000"/>
              </a:lnSpc>
              <a:spcBef>
                <a:spcPts val="375"/>
              </a:spcBef>
              <a:spcAft>
                <a:spcPts val="0"/>
              </a:spcAft>
              <a:buClr>
                <a:schemeClr val="dk1"/>
              </a:buClr>
              <a:buSzPts val="1800"/>
              <a:buChar char="•"/>
              <a:defRPr/>
            </a:lvl6pPr>
            <a:lvl7pPr marL="2400300" lvl="6" indent="-257175" algn="l">
              <a:lnSpc>
                <a:spcPct val="90000"/>
              </a:lnSpc>
              <a:spcBef>
                <a:spcPts val="375"/>
              </a:spcBef>
              <a:spcAft>
                <a:spcPts val="0"/>
              </a:spcAft>
              <a:buClr>
                <a:schemeClr val="dk1"/>
              </a:buClr>
              <a:buSzPts val="1800"/>
              <a:buChar char="•"/>
              <a:defRPr/>
            </a:lvl7pPr>
            <a:lvl8pPr marL="2743200" lvl="7" indent="-257175" algn="l">
              <a:lnSpc>
                <a:spcPct val="90000"/>
              </a:lnSpc>
              <a:spcBef>
                <a:spcPts val="375"/>
              </a:spcBef>
              <a:spcAft>
                <a:spcPts val="0"/>
              </a:spcAft>
              <a:buClr>
                <a:schemeClr val="dk1"/>
              </a:buClr>
              <a:buSzPts val="1800"/>
              <a:buChar char="•"/>
              <a:defRPr/>
            </a:lvl8pPr>
            <a:lvl9pPr marL="3086100" lvl="8" indent="-257175" algn="l">
              <a:lnSpc>
                <a:spcPct val="90000"/>
              </a:lnSpc>
              <a:spcBef>
                <a:spcPts val="375"/>
              </a:spcBef>
              <a:spcAft>
                <a:spcPts val="0"/>
              </a:spcAft>
              <a:buClr>
                <a:schemeClr val="dk1"/>
              </a:buClr>
              <a:buSzPts val="1800"/>
              <a:buChar char="•"/>
              <a:defRPr/>
            </a:lvl9pPr>
          </a:lstStyle>
          <a:p>
            <a:pPr lvl="0"/>
            <a:r>
              <a:rPr lang="en-US"/>
              <a:t>Click to edit Master text styles</a:t>
            </a:r>
          </a:p>
        </p:txBody>
      </p:sp>
    </p:spTree>
    <p:extLst>
      <p:ext uri="{BB962C8B-B14F-4D97-AF65-F5344CB8AC3E}">
        <p14:creationId xmlns:p14="http://schemas.microsoft.com/office/powerpoint/2010/main" val="1790057302"/>
      </p:ext>
    </p:extLst>
  </p:cSld>
  <p:clrMapOvr>
    <a:masterClrMapping/>
  </p:clrMapOvr>
</p:sldLayout>
</file>

<file path=ppt/slideLayouts/slideLayout53.xml><?xml version="1.0" encoding="utf-8"?>
<p:sldLayout xmlns:a="http://schemas.openxmlformats.org/drawingml/2006/main" xmlns:r="http://schemas.openxmlformats.org/officeDocument/2006/relationships" xmlns:p="http://schemas.openxmlformats.org/presentationml/2006/main" matchingName="Two Image/One Content" preserve="1">
  <p:cSld name="Two Image/One Content">
    <p:spTree>
      <p:nvGrpSpPr>
        <p:cNvPr id="1" name="Shape 89"/>
        <p:cNvGrpSpPr/>
        <p:nvPr/>
      </p:nvGrpSpPr>
      <p:grpSpPr>
        <a:xfrm>
          <a:off x="0" y="0"/>
          <a:ext cx="0" cy="0"/>
          <a:chOff x="0" y="0"/>
          <a:chExt cx="0" cy="0"/>
        </a:xfrm>
      </p:grpSpPr>
      <p:sp>
        <p:nvSpPr>
          <p:cNvPr id="90" name="Google Shape;90;p59"/>
          <p:cNvSpPr txBox="1">
            <a:spLocks noGrp="1"/>
          </p:cNvSpPr>
          <p:nvPr>
            <p:ph type="title"/>
          </p:nvPr>
        </p:nvSpPr>
        <p:spPr>
          <a:xfrm>
            <a:off x="476845" y="473249"/>
            <a:ext cx="11241915" cy="1217447"/>
          </a:xfrm>
          <a:prstGeom prst="rect">
            <a:avLst/>
          </a:prstGeom>
          <a:noFill/>
          <a:ln>
            <a:noFill/>
          </a:ln>
        </p:spPr>
        <p:txBody>
          <a:bodyPr spcFirstLastPara="1" wrap="square" lIns="91425" tIns="45700" rIns="91425" bIns="45700" anchor="t" anchorCtr="0">
            <a:noAutofit/>
          </a:bodyPr>
          <a:lstStyle>
            <a:lvl1pPr lvl="0" algn="ctr">
              <a:lnSpc>
                <a:spcPct val="90000"/>
              </a:lnSpc>
              <a:spcBef>
                <a:spcPts val="0"/>
              </a:spcBef>
              <a:spcAft>
                <a:spcPts val="0"/>
              </a:spcAft>
              <a:buClr>
                <a:schemeClr val="dk1"/>
              </a:buClr>
              <a:buSzPts val="4000"/>
              <a:buFont typeface="Work Sans"/>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r>
              <a:rPr lang="en-US"/>
              <a:t>Click to edit Master title style</a:t>
            </a:r>
            <a:endParaRPr/>
          </a:p>
        </p:txBody>
      </p:sp>
      <p:sp>
        <p:nvSpPr>
          <p:cNvPr id="91" name="Google Shape;91;p59"/>
          <p:cNvSpPr txBox="1">
            <a:spLocks noGrp="1"/>
          </p:cNvSpPr>
          <p:nvPr>
            <p:ph type="body" idx="1"/>
          </p:nvPr>
        </p:nvSpPr>
        <p:spPr>
          <a:xfrm>
            <a:off x="476844" y="1825628"/>
            <a:ext cx="2875957" cy="2045728"/>
          </a:xfrm>
          <a:prstGeom prst="rect">
            <a:avLst/>
          </a:prstGeom>
          <a:noFill/>
          <a:ln>
            <a:noFill/>
          </a:ln>
        </p:spPr>
        <p:txBody>
          <a:bodyPr spcFirstLastPara="1" wrap="square" lIns="91425" tIns="45700" rIns="91425" bIns="45700" anchor="t" anchorCtr="0">
            <a:noAutofit/>
          </a:bodyPr>
          <a:lstStyle>
            <a:lvl1pPr marL="342900" lvl="0" indent="-171450" algn="l">
              <a:lnSpc>
                <a:spcPct val="100000"/>
              </a:lnSpc>
              <a:spcBef>
                <a:spcPts val="750"/>
              </a:spcBef>
              <a:spcAft>
                <a:spcPts val="0"/>
              </a:spcAft>
              <a:buSzPts val="2400"/>
              <a:buNone/>
              <a:defRPr/>
            </a:lvl1pPr>
            <a:lvl2pPr marL="685800" lvl="1" indent="-171450" algn="l">
              <a:lnSpc>
                <a:spcPct val="100000"/>
              </a:lnSpc>
              <a:spcBef>
                <a:spcPts val="600"/>
              </a:spcBef>
              <a:spcAft>
                <a:spcPts val="0"/>
              </a:spcAft>
              <a:buSzPts val="2400"/>
              <a:buNone/>
              <a:defRPr/>
            </a:lvl2pPr>
            <a:lvl3pPr marL="1028700" lvl="2" indent="-171450" algn="l">
              <a:lnSpc>
                <a:spcPct val="100000"/>
              </a:lnSpc>
              <a:spcBef>
                <a:spcPts val="600"/>
              </a:spcBef>
              <a:spcAft>
                <a:spcPts val="0"/>
              </a:spcAft>
              <a:buSzPts val="1920"/>
              <a:buNone/>
              <a:defRPr/>
            </a:lvl3pPr>
            <a:lvl4pPr marL="1371600" lvl="3" indent="-257175" algn="l">
              <a:lnSpc>
                <a:spcPct val="90000"/>
              </a:lnSpc>
              <a:spcBef>
                <a:spcPts val="600"/>
              </a:spcBef>
              <a:spcAft>
                <a:spcPts val="0"/>
              </a:spcAft>
              <a:buSzPts val="1800"/>
              <a:buChar char="•"/>
              <a:defRPr/>
            </a:lvl4pPr>
            <a:lvl5pPr marL="1714500" lvl="4" indent="-257175" algn="l">
              <a:lnSpc>
                <a:spcPct val="90000"/>
              </a:lnSpc>
              <a:spcBef>
                <a:spcPts val="375"/>
              </a:spcBef>
              <a:spcAft>
                <a:spcPts val="0"/>
              </a:spcAft>
              <a:buClr>
                <a:schemeClr val="accent1"/>
              </a:buClr>
              <a:buSzPts val="1800"/>
              <a:buChar char="•"/>
              <a:defRPr/>
            </a:lvl5pPr>
            <a:lvl6pPr marL="2057400" lvl="5" indent="-257175" algn="l">
              <a:lnSpc>
                <a:spcPct val="90000"/>
              </a:lnSpc>
              <a:spcBef>
                <a:spcPts val="375"/>
              </a:spcBef>
              <a:spcAft>
                <a:spcPts val="0"/>
              </a:spcAft>
              <a:buClr>
                <a:schemeClr val="dk1"/>
              </a:buClr>
              <a:buSzPts val="1800"/>
              <a:buChar char="•"/>
              <a:defRPr/>
            </a:lvl6pPr>
            <a:lvl7pPr marL="2400300" lvl="6" indent="-257175" algn="l">
              <a:lnSpc>
                <a:spcPct val="90000"/>
              </a:lnSpc>
              <a:spcBef>
                <a:spcPts val="375"/>
              </a:spcBef>
              <a:spcAft>
                <a:spcPts val="0"/>
              </a:spcAft>
              <a:buClr>
                <a:schemeClr val="dk1"/>
              </a:buClr>
              <a:buSzPts val="1800"/>
              <a:buChar char="•"/>
              <a:defRPr/>
            </a:lvl7pPr>
            <a:lvl8pPr marL="2743200" lvl="7" indent="-257175" algn="l">
              <a:lnSpc>
                <a:spcPct val="90000"/>
              </a:lnSpc>
              <a:spcBef>
                <a:spcPts val="375"/>
              </a:spcBef>
              <a:spcAft>
                <a:spcPts val="0"/>
              </a:spcAft>
              <a:buClr>
                <a:schemeClr val="dk1"/>
              </a:buClr>
              <a:buSzPts val="1800"/>
              <a:buChar char="•"/>
              <a:defRPr/>
            </a:lvl8pPr>
            <a:lvl9pPr marL="3086100" lvl="8" indent="-257175" algn="l">
              <a:lnSpc>
                <a:spcPct val="90000"/>
              </a:lnSpc>
              <a:spcBef>
                <a:spcPts val="375"/>
              </a:spcBef>
              <a:spcAft>
                <a:spcPts val="0"/>
              </a:spcAft>
              <a:buClr>
                <a:schemeClr val="dk1"/>
              </a:buClr>
              <a:buSzPts val="1800"/>
              <a:buChar char="•"/>
              <a:defRPr/>
            </a:lvl9pPr>
          </a:lstStyle>
          <a:p>
            <a:pPr lvl="0"/>
            <a:r>
              <a:rPr lang="en-US"/>
              <a:t>Click to edit Master text styles</a:t>
            </a:r>
          </a:p>
        </p:txBody>
      </p:sp>
      <p:sp>
        <p:nvSpPr>
          <p:cNvPr id="92" name="Google Shape;92;p59"/>
          <p:cNvSpPr txBox="1">
            <a:spLocks noGrp="1"/>
          </p:cNvSpPr>
          <p:nvPr>
            <p:ph type="body" idx="2"/>
          </p:nvPr>
        </p:nvSpPr>
        <p:spPr>
          <a:xfrm>
            <a:off x="476844" y="4132562"/>
            <a:ext cx="2875957" cy="2045727"/>
          </a:xfrm>
          <a:prstGeom prst="rect">
            <a:avLst/>
          </a:prstGeom>
          <a:noFill/>
          <a:ln>
            <a:noFill/>
          </a:ln>
        </p:spPr>
        <p:txBody>
          <a:bodyPr spcFirstLastPara="1" wrap="square" lIns="91425" tIns="45700" rIns="91425" bIns="45700" anchor="t" anchorCtr="0">
            <a:noAutofit/>
          </a:bodyPr>
          <a:lstStyle>
            <a:lvl1pPr marL="342900" lvl="0" indent="-171450" algn="l">
              <a:lnSpc>
                <a:spcPct val="100000"/>
              </a:lnSpc>
              <a:spcBef>
                <a:spcPts val="750"/>
              </a:spcBef>
              <a:spcAft>
                <a:spcPts val="0"/>
              </a:spcAft>
              <a:buSzPts val="2400"/>
              <a:buNone/>
              <a:defRPr/>
            </a:lvl1pPr>
            <a:lvl2pPr marL="685800" lvl="1" indent="-171450" algn="l">
              <a:lnSpc>
                <a:spcPct val="100000"/>
              </a:lnSpc>
              <a:spcBef>
                <a:spcPts val="600"/>
              </a:spcBef>
              <a:spcAft>
                <a:spcPts val="0"/>
              </a:spcAft>
              <a:buSzPts val="2400"/>
              <a:buNone/>
              <a:defRPr/>
            </a:lvl2pPr>
            <a:lvl3pPr marL="1028700" lvl="2" indent="-171450" algn="l">
              <a:lnSpc>
                <a:spcPct val="100000"/>
              </a:lnSpc>
              <a:spcBef>
                <a:spcPts val="600"/>
              </a:spcBef>
              <a:spcAft>
                <a:spcPts val="0"/>
              </a:spcAft>
              <a:buSzPts val="1920"/>
              <a:buNone/>
              <a:defRPr/>
            </a:lvl3pPr>
            <a:lvl4pPr marL="1371600" lvl="3" indent="-257175" algn="l">
              <a:lnSpc>
                <a:spcPct val="90000"/>
              </a:lnSpc>
              <a:spcBef>
                <a:spcPts val="600"/>
              </a:spcBef>
              <a:spcAft>
                <a:spcPts val="0"/>
              </a:spcAft>
              <a:buSzPts val="1800"/>
              <a:buChar char="•"/>
              <a:defRPr/>
            </a:lvl4pPr>
            <a:lvl5pPr marL="1714500" lvl="4" indent="-257175" algn="l">
              <a:lnSpc>
                <a:spcPct val="90000"/>
              </a:lnSpc>
              <a:spcBef>
                <a:spcPts val="375"/>
              </a:spcBef>
              <a:spcAft>
                <a:spcPts val="0"/>
              </a:spcAft>
              <a:buClr>
                <a:schemeClr val="accent1"/>
              </a:buClr>
              <a:buSzPts val="1800"/>
              <a:buChar char="•"/>
              <a:defRPr/>
            </a:lvl5pPr>
            <a:lvl6pPr marL="2057400" lvl="5" indent="-257175" algn="l">
              <a:lnSpc>
                <a:spcPct val="90000"/>
              </a:lnSpc>
              <a:spcBef>
                <a:spcPts val="375"/>
              </a:spcBef>
              <a:spcAft>
                <a:spcPts val="0"/>
              </a:spcAft>
              <a:buClr>
                <a:schemeClr val="dk1"/>
              </a:buClr>
              <a:buSzPts val="1800"/>
              <a:buChar char="•"/>
              <a:defRPr/>
            </a:lvl6pPr>
            <a:lvl7pPr marL="2400300" lvl="6" indent="-257175" algn="l">
              <a:lnSpc>
                <a:spcPct val="90000"/>
              </a:lnSpc>
              <a:spcBef>
                <a:spcPts val="375"/>
              </a:spcBef>
              <a:spcAft>
                <a:spcPts val="0"/>
              </a:spcAft>
              <a:buClr>
                <a:schemeClr val="dk1"/>
              </a:buClr>
              <a:buSzPts val="1800"/>
              <a:buChar char="•"/>
              <a:defRPr/>
            </a:lvl7pPr>
            <a:lvl8pPr marL="2743200" lvl="7" indent="-257175" algn="l">
              <a:lnSpc>
                <a:spcPct val="90000"/>
              </a:lnSpc>
              <a:spcBef>
                <a:spcPts val="375"/>
              </a:spcBef>
              <a:spcAft>
                <a:spcPts val="0"/>
              </a:spcAft>
              <a:buClr>
                <a:schemeClr val="dk1"/>
              </a:buClr>
              <a:buSzPts val="1800"/>
              <a:buChar char="•"/>
              <a:defRPr/>
            </a:lvl8pPr>
            <a:lvl9pPr marL="3086100" lvl="8" indent="-257175" algn="l">
              <a:lnSpc>
                <a:spcPct val="90000"/>
              </a:lnSpc>
              <a:spcBef>
                <a:spcPts val="375"/>
              </a:spcBef>
              <a:spcAft>
                <a:spcPts val="0"/>
              </a:spcAft>
              <a:buClr>
                <a:schemeClr val="dk1"/>
              </a:buClr>
              <a:buSzPts val="1800"/>
              <a:buChar char="•"/>
              <a:defRPr/>
            </a:lvl9pPr>
          </a:lstStyle>
          <a:p>
            <a:pPr lvl="0"/>
            <a:r>
              <a:rPr lang="en-US"/>
              <a:t>Click to edit Master text styles</a:t>
            </a:r>
          </a:p>
        </p:txBody>
      </p:sp>
      <p:sp>
        <p:nvSpPr>
          <p:cNvPr id="93" name="Google Shape;93;p59"/>
          <p:cNvSpPr txBox="1">
            <a:spLocks noGrp="1"/>
          </p:cNvSpPr>
          <p:nvPr>
            <p:ph type="body" idx="3"/>
          </p:nvPr>
        </p:nvSpPr>
        <p:spPr>
          <a:xfrm>
            <a:off x="3624200" y="1825625"/>
            <a:ext cx="8090957" cy="4351338"/>
          </a:xfrm>
          <a:prstGeom prst="rect">
            <a:avLst/>
          </a:prstGeom>
          <a:noFill/>
          <a:ln>
            <a:noFill/>
          </a:ln>
        </p:spPr>
        <p:txBody>
          <a:bodyPr spcFirstLastPara="1" wrap="square" lIns="91425" tIns="45700" rIns="91425" bIns="45700" anchor="t" anchorCtr="0">
            <a:noAutofit/>
          </a:bodyPr>
          <a:lstStyle>
            <a:lvl1pPr marL="342900" lvl="0" indent="-285750" algn="l">
              <a:lnSpc>
                <a:spcPct val="100000"/>
              </a:lnSpc>
              <a:spcBef>
                <a:spcPts val="750"/>
              </a:spcBef>
              <a:spcAft>
                <a:spcPts val="0"/>
              </a:spcAft>
              <a:buSzPts val="2400"/>
              <a:buChar char="•"/>
              <a:defRPr sz="1800" b="0"/>
            </a:lvl1pPr>
            <a:lvl2pPr marL="685800" lvl="1" indent="-285750" algn="l">
              <a:lnSpc>
                <a:spcPct val="100000"/>
              </a:lnSpc>
              <a:spcBef>
                <a:spcPts val="600"/>
              </a:spcBef>
              <a:spcAft>
                <a:spcPts val="0"/>
              </a:spcAft>
              <a:buSzPts val="2400"/>
              <a:buChar char="−"/>
              <a:defRPr sz="1800" b="0"/>
            </a:lvl2pPr>
            <a:lvl3pPr marL="1028700" lvl="2" indent="-262889" algn="l">
              <a:lnSpc>
                <a:spcPct val="100000"/>
              </a:lnSpc>
              <a:spcBef>
                <a:spcPts val="600"/>
              </a:spcBef>
              <a:spcAft>
                <a:spcPts val="0"/>
              </a:spcAft>
              <a:buSzPts val="1920"/>
              <a:buChar char="▪"/>
              <a:defRPr sz="1800" b="0"/>
            </a:lvl3pPr>
            <a:lvl4pPr marL="1371600" marR="0" lvl="3" indent="-171450" algn="l">
              <a:lnSpc>
                <a:spcPct val="90000"/>
              </a:lnSpc>
              <a:spcBef>
                <a:spcPts val="600"/>
              </a:spcBef>
              <a:spcAft>
                <a:spcPts val="0"/>
              </a:spcAft>
              <a:buClr>
                <a:schemeClr val="dk1"/>
              </a:buClr>
              <a:buSzPts val="2400"/>
              <a:buFont typeface="Arial"/>
              <a:buNone/>
              <a:defRPr/>
            </a:lvl4pPr>
            <a:lvl5pPr marL="1714500" lvl="4" indent="-257175" algn="l">
              <a:lnSpc>
                <a:spcPct val="90000"/>
              </a:lnSpc>
              <a:spcBef>
                <a:spcPts val="375"/>
              </a:spcBef>
              <a:spcAft>
                <a:spcPts val="0"/>
              </a:spcAft>
              <a:buClr>
                <a:schemeClr val="accent1"/>
              </a:buClr>
              <a:buSzPts val="1800"/>
              <a:buChar char="•"/>
              <a:defRPr/>
            </a:lvl5pPr>
            <a:lvl6pPr marL="2057400" lvl="5" indent="-257175" algn="l">
              <a:lnSpc>
                <a:spcPct val="90000"/>
              </a:lnSpc>
              <a:spcBef>
                <a:spcPts val="375"/>
              </a:spcBef>
              <a:spcAft>
                <a:spcPts val="0"/>
              </a:spcAft>
              <a:buClr>
                <a:schemeClr val="dk1"/>
              </a:buClr>
              <a:buSzPts val="1800"/>
              <a:buChar char="•"/>
              <a:defRPr/>
            </a:lvl6pPr>
            <a:lvl7pPr marL="2400300" lvl="6" indent="-257175" algn="l">
              <a:lnSpc>
                <a:spcPct val="90000"/>
              </a:lnSpc>
              <a:spcBef>
                <a:spcPts val="375"/>
              </a:spcBef>
              <a:spcAft>
                <a:spcPts val="0"/>
              </a:spcAft>
              <a:buClr>
                <a:schemeClr val="dk1"/>
              </a:buClr>
              <a:buSzPts val="1800"/>
              <a:buChar char="•"/>
              <a:defRPr/>
            </a:lvl7pPr>
            <a:lvl8pPr marL="2743200" lvl="7" indent="-257175" algn="l">
              <a:lnSpc>
                <a:spcPct val="90000"/>
              </a:lnSpc>
              <a:spcBef>
                <a:spcPts val="375"/>
              </a:spcBef>
              <a:spcAft>
                <a:spcPts val="0"/>
              </a:spcAft>
              <a:buClr>
                <a:schemeClr val="dk1"/>
              </a:buClr>
              <a:buSzPts val="1800"/>
              <a:buChar char="•"/>
              <a:defRPr/>
            </a:lvl8pPr>
            <a:lvl9pPr marL="3086100" lvl="8" indent="-257175" algn="l">
              <a:lnSpc>
                <a:spcPct val="90000"/>
              </a:lnSpc>
              <a:spcBef>
                <a:spcPts val="375"/>
              </a:spcBef>
              <a:spcAft>
                <a:spcPts val="0"/>
              </a:spcAft>
              <a:buClr>
                <a:schemeClr val="dk1"/>
              </a:buClr>
              <a:buSzPts val="1800"/>
              <a:buChar char="•"/>
              <a:defRPr/>
            </a:lvl9pPr>
          </a:lstStyle>
          <a:p>
            <a:pPr lvl="0"/>
            <a:r>
              <a:rPr lang="en-US"/>
              <a:t>Click to edit Master text styles</a:t>
            </a:r>
          </a:p>
        </p:txBody>
      </p:sp>
    </p:spTree>
    <p:extLst>
      <p:ext uri="{BB962C8B-B14F-4D97-AF65-F5344CB8AC3E}">
        <p14:creationId xmlns:p14="http://schemas.microsoft.com/office/powerpoint/2010/main" val="1139555187"/>
      </p:ext>
    </p:extLst>
  </p:cSld>
  <p:clrMapOvr>
    <a:masterClrMapping/>
  </p:clrMapOvr>
</p:sldLayout>
</file>

<file path=ppt/slideLayouts/slideLayout54.xml><?xml version="1.0" encoding="utf-8"?>
<p:sldLayout xmlns:a="http://schemas.openxmlformats.org/drawingml/2006/main" xmlns:r="http://schemas.openxmlformats.org/officeDocument/2006/relationships" xmlns:p="http://schemas.openxmlformats.org/presentationml/2006/main" matchingName="Two Image/Two Content" preserve="1">
  <p:cSld name="Two Image/Two Content">
    <p:spTree>
      <p:nvGrpSpPr>
        <p:cNvPr id="1" name="Shape 94"/>
        <p:cNvGrpSpPr/>
        <p:nvPr/>
      </p:nvGrpSpPr>
      <p:grpSpPr>
        <a:xfrm>
          <a:off x="0" y="0"/>
          <a:ext cx="0" cy="0"/>
          <a:chOff x="0" y="0"/>
          <a:chExt cx="0" cy="0"/>
        </a:xfrm>
      </p:grpSpPr>
      <p:sp>
        <p:nvSpPr>
          <p:cNvPr id="95" name="Google Shape;95;p60"/>
          <p:cNvSpPr txBox="1">
            <a:spLocks noGrp="1"/>
          </p:cNvSpPr>
          <p:nvPr>
            <p:ph type="title"/>
          </p:nvPr>
        </p:nvSpPr>
        <p:spPr>
          <a:xfrm>
            <a:off x="476845" y="473249"/>
            <a:ext cx="11241915" cy="1217447"/>
          </a:xfrm>
          <a:prstGeom prst="rect">
            <a:avLst/>
          </a:prstGeom>
          <a:noFill/>
          <a:ln>
            <a:noFill/>
          </a:ln>
        </p:spPr>
        <p:txBody>
          <a:bodyPr spcFirstLastPara="1" wrap="square" lIns="91425" tIns="45700" rIns="91425" bIns="45700" anchor="t" anchorCtr="0">
            <a:noAutofit/>
          </a:bodyPr>
          <a:lstStyle>
            <a:lvl1pPr lvl="0" algn="ctr">
              <a:lnSpc>
                <a:spcPct val="90000"/>
              </a:lnSpc>
              <a:spcBef>
                <a:spcPts val="0"/>
              </a:spcBef>
              <a:spcAft>
                <a:spcPts val="0"/>
              </a:spcAft>
              <a:buClr>
                <a:schemeClr val="dk1"/>
              </a:buClr>
              <a:buSzPts val="4000"/>
              <a:buFont typeface="Work Sans"/>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r>
              <a:rPr lang="en-US"/>
              <a:t>Click to edit Master title style</a:t>
            </a:r>
            <a:endParaRPr/>
          </a:p>
        </p:txBody>
      </p:sp>
      <p:sp>
        <p:nvSpPr>
          <p:cNvPr id="96" name="Google Shape;96;p60"/>
          <p:cNvSpPr txBox="1">
            <a:spLocks noGrp="1"/>
          </p:cNvSpPr>
          <p:nvPr>
            <p:ph type="body" idx="1"/>
          </p:nvPr>
        </p:nvSpPr>
        <p:spPr>
          <a:xfrm>
            <a:off x="476844" y="1825628"/>
            <a:ext cx="2875957" cy="2045728"/>
          </a:xfrm>
          <a:prstGeom prst="rect">
            <a:avLst/>
          </a:prstGeom>
          <a:noFill/>
          <a:ln>
            <a:noFill/>
          </a:ln>
        </p:spPr>
        <p:txBody>
          <a:bodyPr spcFirstLastPara="1" wrap="square" lIns="91425" tIns="45700" rIns="91425" bIns="45700" anchor="t" anchorCtr="0">
            <a:noAutofit/>
          </a:bodyPr>
          <a:lstStyle>
            <a:lvl1pPr marL="342900" lvl="0" indent="-171450" algn="l">
              <a:lnSpc>
                <a:spcPct val="100000"/>
              </a:lnSpc>
              <a:spcBef>
                <a:spcPts val="750"/>
              </a:spcBef>
              <a:spcAft>
                <a:spcPts val="0"/>
              </a:spcAft>
              <a:buSzPts val="2400"/>
              <a:buNone/>
              <a:defRPr/>
            </a:lvl1pPr>
            <a:lvl2pPr marL="685800" lvl="1" indent="-171450" algn="l">
              <a:lnSpc>
                <a:spcPct val="100000"/>
              </a:lnSpc>
              <a:spcBef>
                <a:spcPts val="600"/>
              </a:spcBef>
              <a:spcAft>
                <a:spcPts val="0"/>
              </a:spcAft>
              <a:buSzPts val="2400"/>
              <a:buNone/>
              <a:defRPr/>
            </a:lvl2pPr>
            <a:lvl3pPr marL="1028700" lvl="2" indent="-171450" algn="l">
              <a:lnSpc>
                <a:spcPct val="100000"/>
              </a:lnSpc>
              <a:spcBef>
                <a:spcPts val="600"/>
              </a:spcBef>
              <a:spcAft>
                <a:spcPts val="0"/>
              </a:spcAft>
              <a:buSzPts val="1920"/>
              <a:buNone/>
              <a:defRPr/>
            </a:lvl3pPr>
            <a:lvl4pPr marL="1371600" lvl="3" indent="-257175" algn="l">
              <a:lnSpc>
                <a:spcPct val="90000"/>
              </a:lnSpc>
              <a:spcBef>
                <a:spcPts val="600"/>
              </a:spcBef>
              <a:spcAft>
                <a:spcPts val="0"/>
              </a:spcAft>
              <a:buSzPts val="1800"/>
              <a:buChar char="•"/>
              <a:defRPr/>
            </a:lvl4pPr>
            <a:lvl5pPr marL="1714500" lvl="4" indent="-257175" algn="l">
              <a:lnSpc>
                <a:spcPct val="90000"/>
              </a:lnSpc>
              <a:spcBef>
                <a:spcPts val="375"/>
              </a:spcBef>
              <a:spcAft>
                <a:spcPts val="0"/>
              </a:spcAft>
              <a:buClr>
                <a:schemeClr val="accent1"/>
              </a:buClr>
              <a:buSzPts val="1800"/>
              <a:buChar char="•"/>
              <a:defRPr/>
            </a:lvl5pPr>
            <a:lvl6pPr marL="2057400" lvl="5" indent="-257175" algn="l">
              <a:lnSpc>
                <a:spcPct val="90000"/>
              </a:lnSpc>
              <a:spcBef>
                <a:spcPts val="375"/>
              </a:spcBef>
              <a:spcAft>
                <a:spcPts val="0"/>
              </a:spcAft>
              <a:buClr>
                <a:schemeClr val="dk1"/>
              </a:buClr>
              <a:buSzPts val="1800"/>
              <a:buChar char="•"/>
              <a:defRPr/>
            </a:lvl6pPr>
            <a:lvl7pPr marL="2400300" lvl="6" indent="-257175" algn="l">
              <a:lnSpc>
                <a:spcPct val="90000"/>
              </a:lnSpc>
              <a:spcBef>
                <a:spcPts val="375"/>
              </a:spcBef>
              <a:spcAft>
                <a:spcPts val="0"/>
              </a:spcAft>
              <a:buClr>
                <a:schemeClr val="dk1"/>
              </a:buClr>
              <a:buSzPts val="1800"/>
              <a:buChar char="•"/>
              <a:defRPr/>
            </a:lvl7pPr>
            <a:lvl8pPr marL="2743200" lvl="7" indent="-257175" algn="l">
              <a:lnSpc>
                <a:spcPct val="90000"/>
              </a:lnSpc>
              <a:spcBef>
                <a:spcPts val="375"/>
              </a:spcBef>
              <a:spcAft>
                <a:spcPts val="0"/>
              </a:spcAft>
              <a:buClr>
                <a:schemeClr val="dk1"/>
              </a:buClr>
              <a:buSzPts val="1800"/>
              <a:buChar char="•"/>
              <a:defRPr/>
            </a:lvl8pPr>
            <a:lvl9pPr marL="3086100" lvl="8" indent="-257175" algn="l">
              <a:lnSpc>
                <a:spcPct val="90000"/>
              </a:lnSpc>
              <a:spcBef>
                <a:spcPts val="375"/>
              </a:spcBef>
              <a:spcAft>
                <a:spcPts val="0"/>
              </a:spcAft>
              <a:buClr>
                <a:schemeClr val="dk1"/>
              </a:buClr>
              <a:buSzPts val="1800"/>
              <a:buChar char="•"/>
              <a:defRPr/>
            </a:lvl9pPr>
          </a:lstStyle>
          <a:p>
            <a:pPr lvl="0"/>
            <a:r>
              <a:rPr lang="en-US"/>
              <a:t>Click to edit Master text styles</a:t>
            </a:r>
          </a:p>
        </p:txBody>
      </p:sp>
      <p:sp>
        <p:nvSpPr>
          <p:cNvPr id="97" name="Google Shape;97;p60"/>
          <p:cNvSpPr txBox="1">
            <a:spLocks noGrp="1"/>
          </p:cNvSpPr>
          <p:nvPr>
            <p:ph type="body" idx="2"/>
          </p:nvPr>
        </p:nvSpPr>
        <p:spPr>
          <a:xfrm>
            <a:off x="3624200" y="1825625"/>
            <a:ext cx="8090957" cy="2045728"/>
          </a:xfrm>
          <a:prstGeom prst="rect">
            <a:avLst/>
          </a:prstGeom>
          <a:noFill/>
          <a:ln>
            <a:noFill/>
          </a:ln>
        </p:spPr>
        <p:txBody>
          <a:bodyPr spcFirstLastPara="1" wrap="square" lIns="91425" tIns="45700" rIns="91425" bIns="45700" anchor="t" anchorCtr="0">
            <a:noAutofit/>
          </a:bodyPr>
          <a:lstStyle>
            <a:lvl1pPr marL="342900" lvl="0" indent="-285750" algn="l">
              <a:lnSpc>
                <a:spcPct val="100000"/>
              </a:lnSpc>
              <a:spcBef>
                <a:spcPts val="750"/>
              </a:spcBef>
              <a:spcAft>
                <a:spcPts val="0"/>
              </a:spcAft>
              <a:buSzPts val="2400"/>
              <a:buChar char="•"/>
              <a:defRPr sz="1800" b="0"/>
            </a:lvl1pPr>
            <a:lvl2pPr marL="685800" lvl="1" indent="-285750" algn="l">
              <a:lnSpc>
                <a:spcPct val="100000"/>
              </a:lnSpc>
              <a:spcBef>
                <a:spcPts val="600"/>
              </a:spcBef>
              <a:spcAft>
                <a:spcPts val="0"/>
              </a:spcAft>
              <a:buSzPts val="2400"/>
              <a:buChar char="−"/>
              <a:defRPr sz="1800" b="0"/>
            </a:lvl2pPr>
            <a:lvl3pPr marL="1028700" lvl="2" indent="-262889" algn="l">
              <a:lnSpc>
                <a:spcPct val="100000"/>
              </a:lnSpc>
              <a:spcBef>
                <a:spcPts val="600"/>
              </a:spcBef>
              <a:spcAft>
                <a:spcPts val="0"/>
              </a:spcAft>
              <a:buSzPts val="1920"/>
              <a:buChar char="▪"/>
              <a:defRPr sz="1800" b="0"/>
            </a:lvl3pPr>
            <a:lvl4pPr marL="1371600" marR="0" lvl="3" indent="-171450" algn="l">
              <a:lnSpc>
                <a:spcPct val="90000"/>
              </a:lnSpc>
              <a:spcBef>
                <a:spcPts val="600"/>
              </a:spcBef>
              <a:spcAft>
                <a:spcPts val="0"/>
              </a:spcAft>
              <a:buClr>
                <a:schemeClr val="dk1"/>
              </a:buClr>
              <a:buSzPts val="2400"/>
              <a:buFont typeface="Arial"/>
              <a:buNone/>
              <a:defRPr/>
            </a:lvl4pPr>
            <a:lvl5pPr marL="1714500" lvl="4" indent="-257175" algn="l">
              <a:lnSpc>
                <a:spcPct val="90000"/>
              </a:lnSpc>
              <a:spcBef>
                <a:spcPts val="375"/>
              </a:spcBef>
              <a:spcAft>
                <a:spcPts val="0"/>
              </a:spcAft>
              <a:buClr>
                <a:schemeClr val="accent1"/>
              </a:buClr>
              <a:buSzPts val="1800"/>
              <a:buChar char="•"/>
              <a:defRPr/>
            </a:lvl5pPr>
            <a:lvl6pPr marL="2057400" lvl="5" indent="-257175" algn="l">
              <a:lnSpc>
                <a:spcPct val="90000"/>
              </a:lnSpc>
              <a:spcBef>
                <a:spcPts val="375"/>
              </a:spcBef>
              <a:spcAft>
                <a:spcPts val="0"/>
              </a:spcAft>
              <a:buClr>
                <a:schemeClr val="dk1"/>
              </a:buClr>
              <a:buSzPts val="1800"/>
              <a:buChar char="•"/>
              <a:defRPr/>
            </a:lvl6pPr>
            <a:lvl7pPr marL="2400300" lvl="6" indent="-257175" algn="l">
              <a:lnSpc>
                <a:spcPct val="90000"/>
              </a:lnSpc>
              <a:spcBef>
                <a:spcPts val="375"/>
              </a:spcBef>
              <a:spcAft>
                <a:spcPts val="0"/>
              </a:spcAft>
              <a:buClr>
                <a:schemeClr val="dk1"/>
              </a:buClr>
              <a:buSzPts val="1800"/>
              <a:buChar char="•"/>
              <a:defRPr/>
            </a:lvl7pPr>
            <a:lvl8pPr marL="2743200" lvl="7" indent="-257175" algn="l">
              <a:lnSpc>
                <a:spcPct val="90000"/>
              </a:lnSpc>
              <a:spcBef>
                <a:spcPts val="375"/>
              </a:spcBef>
              <a:spcAft>
                <a:spcPts val="0"/>
              </a:spcAft>
              <a:buClr>
                <a:schemeClr val="dk1"/>
              </a:buClr>
              <a:buSzPts val="1800"/>
              <a:buChar char="•"/>
              <a:defRPr/>
            </a:lvl8pPr>
            <a:lvl9pPr marL="3086100" lvl="8" indent="-257175" algn="l">
              <a:lnSpc>
                <a:spcPct val="90000"/>
              </a:lnSpc>
              <a:spcBef>
                <a:spcPts val="375"/>
              </a:spcBef>
              <a:spcAft>
                <a:spcPts val="0"/>
              </a:spcAft>
              <a:buClr>
                <a:schemeClr val="dk1"/>
              </a:buClr>
              <a:buSzPts val="1800"/>
              <a:buChar char="•"/>
              <a:defRPr/>
            </a:lvl9pPr>
          </a:lstStyle>
          <a:p>
            <a:pPr lvl="0"/>
            <a:r>
              <a:rPr lang="en-US"/>
              <a:t>Click to edit Master text styles</a:t>
            </a:r>
          </a:p>
        </p:txBody>
      </p:sp>
      <p:sp>
        <p:nvSpPr>
          <p:cNvPr id="98" name="Google Shape;98;p60"/>
          <p:cNvSpPr txBox="1">
            <a:spLocks noGrp="1"/>
          </p:cNvSpPr>
          <p:nvPr>
            <p:ph type="body" idx="3"/>
          </p:nvPr>
        </p:nvSpPr>
        <p:spPr>
          <a:xfrm>
            <a:off x="476844" y="4132562"/>
            <a:ext cx="2875957" cy="2045727"/>
          </a:xfrm>
          <a:prstGeom prst="rect">
            <a:avLst/>
          </a:prstGeom>
          <a:noFill/>
          <a:ln>
            <a:noFill/>
          </a:ln>
        </p:spPr>
        <p:txBody>
          <a:bodyPr spcFirstLastPara="1" wrap="square" lIns="91425" tIns="45700" rIns="91425" bIns="45700" anchor="t" anchorCtr="0">
            <a:noAutofit/>
          </a:bodyPr>
          <a:lstStyle>
            <a:lvl1pPr marL="342900" lvl="0" indent="-171450" algn="l">
              <a:lnSpc>
                <a:spcPct val="100000"/>
              </a:lnSpc>
              <a:spcBef>
                <a:spcPts val="750"/>
              </a:spcBef>
              <a:spcAft>
                <a:spcPts val="0"/>
              </a:spcAft>
              <a:buSzPts val="2400"/>
              <a:buNone/>
              <a:defRPr/>
            </a:lvl1pPr>
            <a:lvl2pPr marL="685800" lvl="1" indent="-171450" algn="l">
              <a:lnSpc>
                <a:spcPct val="100000"/>
              </a:lnSpc>
              <a:spcBef>
                <a:spcPts val="600"/>
              </a:spcBef>
              <a:spcAft>
                <a:spcPts val="0"/>
              </a:spcAft>
              <a:buSzPts val="2400"/>
              <a:buNone/>
              <a:defRPr/>
            </a:lvl2pPr>
            <a:lvl3pPr marL="1028700" lvl="2" indent="-171450" algn="l">
              <a:lnSpc>
                <a:spcPct val="100000"/>
              </a:lnSpc>
              <a:spcBef>
                <a:spcPts val="600"/>
              </a:spcBef>
              <a:spcAft>
                <a:spcPts val="0"/>
              </a:spcAft>
              <a:buSzPts val="1920"/>
              <a:buNone/>
              <a:defRPr/>
            </a:lvl3pPr>
            <a:lvl4pPr marL="1371600" lvl="3" indent="-257175" algn="l">
              <a:lnSpc>
                <a:spcPct val="90000"/>
              </a:lnSpc>
              <a:spcBef>
                <a:spcPts val="600"/>
              </a:spcBef>
              <a:spcAft>
                <a:spcPts val="0"/>
              </a:spcAft>
              <a:buSzPts val="1800"/>
              <a:buChar char="•"/>
              <a:defRPr/>
            </a:lvl4pPr>
            <a:lvl5pPr marL="1714500" lvl="4" indent="-257175" algn="l">
              <a:lnSpc>
                <a:spcPct val="90000"/>
              </a:lnSpc>
              <a:spcBef>
                <a:spcPts val="375"/>
              </a:spcBef>
              <a:spcAft>
                <a:spcPts val="0"/>
              </a:spcAft>
              <a:buClr>
                <a:schemeClr val="accent1"/>
              </a:buClr>
              <a:buSzPts val="1800"/>
              <a:buChar char="•"/>
              <a:defRPr/>
            </a:lvl5pPr>
            <a:lvl6pPr marL="2057400" lvl="5" indent="-257175" algn="l">
              <a:lnSpc>
                <a:spcPct val="90000"/>
              </a:lnSpc>
              <a:spcBef>
                <a:spcPts val="375"/>
              </a:spcBef>
              <a:spcAft>
                <a:spcPts val="0"/>
              </a:spcAft>
              <a:buClr>
                <a:schemeClr val="dk1"/>
              </a:buClr>
              <a:buSzPts val="1800"/>
              <a:buChar char="•"/>
              <a:defRPr/>
            </a:lvl6pPr>
            <a:lvl7pPr marL="2400300" lvl="6" indent="-257175" algn="l">
              <a:lnSpc>
                <a:spcPct val="90000"/>
              </a:lnSpc>
              <a:spcBef>
                <a:spcPts val="375"/>
              </a:spcBef>
              <a:spcAft>
                <a:spcPts val="0"/>
              </a:spcAft>
              <a:buClr>
                <a:schemeClr val="dk1"/>
              </a:buClr>
              <a:buSzPts val="1800"/>
              <a:buChar char="•"/>
              <a:defRPr/>
            </a:lvl7pPr>
            <a:lvl8pPr marL="2743200" lvl="7" indent="-257175" algn="l">
              <a:lnSpc>
                <a:spcPct val="90000"/>
              </a:lnSpc>
              <a:spcBef>
                <a:spcPts val="375"/>
              </a:spcBef>
              <a:spcAft>
                <a:spcPts val="0"/>
              </a:spcAft>
              <a:buClr>
                <a:schemeClr val="dk1"/>
              </a:buClr>
              <a:buSzPts val="1800"/>
              <a:buChar char="•"/>
              <a:defRPr/>
            </a:lvl8pPr>
            <a:lvl9pPr marL="3086100" lvl="8" indent="-257175" algn="l">
              <a:lnSpc>
                <a:spcPct val="90000"/>
              </a:lnSpc>
              <a:spcBef>
                <a:spcPts val="375"/>
              </a:spcBef>
              <a:spcAft>
                <a:spcPts val="0"/>
              </a:spcAft>
              <a:buClr>
                <a:schemeClr val="dk1"/>
              </a:buClr>
              <a:buSzPts val="1800"/>
              <a:buChar char="•"/>
              <a:defRPr/>
            </a:lvl9pPr>
          </a:lstStyle>
          <a:p>
            <a:pPr lvl="0"/>
            <a:r>
              <a:rPr lang="en-US"/>
              <a:t>Click to edit Master text styles</a:t>
            </a:r>
          </a:p>
        </p:txBody>
      </p:sp>
      <p:sp>
        <p:nvSpPr>
          <p:cNvPr id="99" name="Google Shape;99;p60"/>
          <p:cNvSpPr txBox="1">
            <a:spLocks noGrp="1"/>
          </p:cNvSpPr>
          <p:nvPr>
            <p:ph type="body" idx="4"/>
          </p:nvPr>
        </p:nvSpPr>
        <p:spPr>
          <a:xfrm>
            <a:off x="3624200" y="4136860"/>
            <a:ext cx="8090957" cy="2045728"/>
          </a:xfrm>
          <a:prstGeom prst="rect">
            <a:avLst/>
          </a:prstGeom>
          <a:noFill/>
          <a:ln>
            <a:noFill/>
          </a:ln>
        </p:spPr>
        <p:txBody>
          <a:bodyPr spcFirstLastPara="1" wrap="square" lIns="91425" tIns="45700" rIns="91425" bIns="45700" anchor="t" anchorCtr="0">
            <a:noAutofit/>
          </a:bodyPr>
          <a:lstStyle>
            <a:lvl1pPr marL="342900" lvl="0" indent="-285750" algn="l">
              <a:lnSpc>
                <a:spcPct val="100000"/>
              </a:lnSpc>
              <a:spcBef>
                <a:spcPts val="750"/>
              </a:spcBef>
              <a:spcAft>
                <a:spcPts val="0"/>
              </a:spcAft>
              <a:buSzPts val="2400"/>
              <a:buChar char="•"/>
              <a:defRPr sz="1800" b="0"/>
            </a:lvl1pPr>
            <a:lvl2pPr marL="685800" lvl="1" indent="-285750" algn="l">
              <a:lnSpc>
                <a:spcPct val="100000"/>
              </a:lnSpc>
              <a:spcBef>
                <a:spcPts val="600"/>
              </a:spcBef>
              <a:spcAft>
                <a:spcPts val="0"/>
              </a:spcAft>
              <a:buSzPts val="2400"/>
              <a:buChar char="−"/>
              <a:defRPr sz="1800" b="0"/>
            </a:lvl2pPr>
            <a:lvl3pPr marL="1028700" lvl="2" indent="-262889" algn="l">
              <a:lnSpc>
                <a:spcPct val="100000"/>
              </a:lnSpc>
              <a:spcBef>
                <a:spcPts val="600"/>
              </a:spcBef>
              <a:spcAft>
                <a:spcPts val="0"/>
              </a:spcAft>
              <a:buSzPts val="1920"/>
              <a:buChar char="▪"/>
              <a:defRPr sz="1800" b="0"/>
            </a:lvl3pPr>
            <a:lvl4pPr marL="1371600" marR="0" lvl="3" indent="-171450" algn="l">
              <a:lnSpc>
                <a:spcPct val="90000"/>
              </a:lnSpc>
              <a:spcBef>
                <a:spcPts val="600"/>
              </a:spcBef>
              <a:spcAft>
                <a:spcPts val="0"/>
              </a:spcAft>
              <a:buClr>
                <a:schemeClr val="dk1"/>
              </a:buClr>
              <a:buSzPts val="2400"/>
              <a:buFont typeface="Arial"/>
              <a:buNone/>
              <a:defRPr/>
            </a:lvl4pPr>
            <a:lvl5pPr marL="1714500" lvl="4" indent="-257175" algn="l">
              <a:lnSpc>
                <a:spcPct val="90000"/>
              </a:lnSpc>
              <a:spcBef>
                <a:spcPts val="375"/>
              </a:spcBef>
              <a:spcAft>
                <a:spcPts val="0"/>
              </a:spcAft>
              <a:buClr>
                <a:schemeClr val="accent1"/>
              </a:buClr>
              <a:buSzPts val="1800"/>
              <a:buChar char="•"/>
              <a:defRPr/>
            </a:lvl5pPr>
            <a:lvl6pPr marL="2057400" lvl="5" indent="-257175" algn="l">
              <a:lnSpc>
                <a:spcPct val="90000"/>
              </a:lnSpc>
              <a:spcBef>
                <a:spcPts val="375"/>
              </a:spcBef>
              <a:spcAft>
                <a:spcPts val="0"/>
              </a:spcAft>
              <a:buClr>
                <a:schemeClr val="dk1"/>
              </a:buClr>
              <a:buSzPts val="1800"/>
              <a:buChar char="•"/>
              <a:defRPr/>
            </a:lvl6pPr>
            <a:lvl7pPr marL="2400300" lvl="6" indent="-257175" algn="l">
              <a:lnSpc>
                <a:spcPct val="90000"/>
              </a:lnSpc>
              <a:spcBef>
                <a:spcPts val="375"/>
              </a:spcBef>
              <a:spcAft>
                <a:spcPts val="0"/>
              </a:spcAft>
              <a:buClr>
                <a:schemeClr val="dk1"/>
              </a:buClr>
              <a:buSzPts val="1800"/>
              <a:buChar char="•"/>
              <a:defRPr/>
            </a:lvl7pPr>
            <a:lvl8pPr marL="2743200" lvl="7" indent="-257175" algn="l">
              <a:lnSpc>
                <a:spcPct val="90000"/>
              </a:lnSpc>
              <a:spcBef>
                <a:spcPts val="375"/>
              </a:spcBef>
              <a:spcAft>
                <a:spcPts val="0"/>
              </a:spcAft>
              <a:buClr>
                <a:schemeClr val="dk1"/>
              </a:buClr>
              <a:buSzPts val="1800"/>
              <a:buChar char="•"/>
              <a:defRPr/>
            </a:lvl8pPr>
            <a:lvl9pPr marL="3086100" lvl="8" indent="-257175" algn="l">
              <a:lnSpc>
                <a:spcPct val="90000"/>
              </a:lnSpc>
              <a:spcBef>
                <a:spcPts val="375"/>
              </a:spcBef>
              <a:spcAft>
                <a:spcPts val="0"/>
              </a:spcAft>
              <a:buClr>
                <a:schemeClr val="dk1"/>
              </a:buClr>
              <a:buSzPts val="1800"/>
              <a:buChar char="•"/>
              <a:defRPr/>
            </a:lvl9pPr>
          </a:lstStyle>
          <a:p>
            <a:pPr lvl="0"/>
            <a:r>
              <a:rPr lang="en-US"/>
              <a:t>Click to edit Master text styles</a:t>
            </a:r>
          </a:p>
        </p:txBody>
      </p:sp>
    </p:spTree>
    <p:extLst>
      <p:ext uri="{BB962C8B-B14F-4D97-AF65-F5344CB8AC3E}">
        <p14:creationId xmlns:p14="http://schemas.microsoft.com/office/powerpoint/2010/main" val="324090356"/>
      </p:ext>
    </p:extLst>
  </p:cSld>
  <p:clrMapOvr>
    <a:masterClrMapping/>
  </p:clrMapOvr>
</p:sldLayout>
</file>

<file path=ppt/slideLayouts/slideLayout55.xml><?xml version="1.0" encoding="utf-8"?>
<p:sldLayout xmlns:a="http://schemas.openxmlformats.org/drawingml/2006/main" xmlns:r="http://schemas.openxmlformats.org/officeDocument/2006/relationships" xmlns:p="http://schemas.openxmlformats.org/presentationml/2006/main" matchingName="Three Image/Three Content" preserve="1">
  <p:cSld name="Three Image/Three Content">
    <p:spTree>
      <p:nvGrpSpPr>
        <p:cNvPr id="1" name="Shape 100"/>
        <p:cNvGrpSpPr/>
        <p:nvPr/>
      </p:nvGrpSpPr>
      <p:grpSpPr>
        <a:xfrm>
          <a:off x="0" y="0"/>
          <a:ext cx="0" cy="0"/>
          <a:chOff x="0" y="0"/>
          <a:chExt cx="0" cy="0"/>
        </a:xfrm>
      </p:grpSpPr>
      <p:sp>
        <p:nvSpPr>
          <p:cNvPr id="101" name="Google Shape;101;p61"/>
          <p:cNvSpPr txBox="1">
            <a:spLocks noGrp="1"/>
          </p:cNvSpPr>
          <p:nvPr>
            <p:ph type="title"/>
          </p:nvPr>
        </p:nvSpPr>
        <p:spPr>
          <a:xfrm>
            <a:off x="476845" y="473249"/>
            <a:ext cx="11241915" cy="1217447"/>
          </a:xfrm>
          <a:prstGeom prst="rect">
            <a:avLst/>
          </a:prstGeom>
          <a:noFill/>
          <a:ln>
            <a:noFill/>
          </a:ln>
        </p:spPr>
        <p:txBody>
          <a:bodyPr spcFirstLastPara="1" wrap="square" lIns="91425" tIns="45700" rIns="91425" bIns="45700" anchor="t" anchorCtr="0">
            <a:noAutofit/>
          </a:bodyPr>
          <a:lstStyle>
            <a:lvl1pPr lvl="0" algn="ctr">
              <a:lnSpc>
                <a:spcPct val="90000"/>
              </a:lnSpc>
              <a:spcBef>
                <a:spcPts val="0"/>
              </a:spcBef>
              <a:spcAft>
                <a:spcPts val="0"/>
              </a:spcAft>
              <a:buClr>
                <a:schemeClr val="dk1"/>
              </a:buClr>
              <a:buSzPts val="4000"/>
              <a:buFont typeface="Work Sans"/>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r>
              <a:rPr lang="en-US"/>
              <a:t>Click to edit Master title style</a:t>
            </a:r>
            <a:endParaRPr/>
          </a:p>
        </p:txBody>
      </p:sp>
      <p:sp>
        <p:nvSpPr>
          <p:cNvPr id="102" name="Google Shape;102;p61"/>
          <p:cNvSpPr txBox="1">
            <a:spLocks noGrp="1"/>
          </p:cNvSpPr>
          <p:nvPr>
            <p:ph type="body" idx="1"/>
          </p:nvPr>
        </p:nvSpPr>
        <p:spPr>
          <a:xfrm>
            <a:off x="476844" y="1825632"/>
            <a:ext cx="2875957" cy="1217447"/>
          </a:xfrm>
          <a:prstGeom prst="rect">
            <a:avLst/>
          </a:prstGeom>
          <a:noFill/>
          <a:ln>
            <a:noFill/>
          </a:ln>
        </p:spPr>
        <p:txBody>
          <a:bodyPr spcFirstLastPara="1" wrap="square" lIns="91425" tIns="45700" rIns="91425" bIns="45700" anchor="t" anchorCtr="0">
            <a:noAutofit/>
          </a:bodyPr>
          <a:lstStyle>
            <a:lvl1pPr marL="342900" lvl="0" indent="-171450" algn="l">
              <a:lnSpc>
                <a:spcPct val="100000"/>
              </a:lnSpc>
              <a:spcBef>
                <a:spcPts val="750"/>
              </a:spcBef>
              <a:spcAft>
                <a:spcPts val="0"/>
              </a:spcAft>
              <a:buSzPts val="2400"/>
              <a:buNone/>
              <a:defRPr/>
            </a:lvl1pPr>
            <a:lvl2pPr marL="685800" lvl="1" indent="-171450" algn="l">
              <a:lnSpc>
                <a:spcPct val="100000"/>
              </a:lnSpc>
              <a:spcBef>
                <a:spcPts val="600"/>
              </a:spcBef>
              <a:spcAft>
                <a:spcPts val="0"/>
              </a:spcAft>
              <a:buSzPts val="2400"/>
              <a:buNone/>
              <a:defRPr/>
            </a:lvl2pPr>
            <a:lvl3pPr marL="1028700" lvl="2" indent="-171450" algn="l">
              <a:lnSpc>
                <a:spcPct val="100000"/>
              </a:lnSpc>
              <a:spcBef>
                <a:spcPts val="600"/>
              </a:spcBef>
              <a:spcAft>
                <a:spcPts val="0"/>
              </a:spcAft>
              <a:buSzPts val="1920"/>
              <a:buNone/>
              <a:defRPr/>
            </a:lvl3pPr>
            <a:lvl4pPr marL="1371600" lvl="3" indent="-257175" algn="l">
              <a:lnSpc>
                <a:spcPct val="90000"/>
              </a:lnSpc>
              <a:spcBef>
                <a:spcPts val="600"/>
              </a:spcBef>
              <a:spcAft>
                <a:spcPts val="0"/>
              </a:spcAft>
              <a:buSzPts val="1800"/>
              <a:buChar char="•"/>
              <a:defRPr/>
            </a:lvl4pPr>
            <a:lvl5pPr marL="1714500" lvl="4" indent="-257175" algn="l">
              <a:lnSpc>
                <a:spcPct val="90000"/>
              </a:lnSpc>
              <a:spcBef>
                <a:spcPts val="375"/>
              </a:spcBef>
              <a:spcAft>
                <a:spcPts val="0"/>
              </a:spcAft>
              <a:buClr>
                <a:schemeClr val="accent1"/>
              </a:buClr>
              <a:buSzPts val="1800"/>
              <a:buChar char="•"/>
              <a:defRPr/>
            </a:lvl5pPr>
            <a:lvl6pPr marL="2057400" lvl="5" indent="-257175" algn="l">
              <a:lnSpc>
                <a:spcPct val="90000"/>
              </a:lnSpc>
              <a:spcBef>
                <a:spcPts val="375"/>
              </a:spcBef>
              <a:spcAft>
                <a:spcPts val="0"/>
              </a:spcAft>
              <a:buClr>
                <a:schemeClr val="dk1"/>
              </a:buClr>
              <a:buSzPts val="1800"/>
              <a:buChar char="•"/>
              <a:defRPr/>
            </a:lvl6pPr>
            <a:lvl7pPr marL="2400300" lvl="6" indent="-257175" algn="l">
              <a:lnSpc>
                <a:spcPct val="90000"/>
              </a:lnSpc>
              <a:spcBef>
                <a:spcPts val="375"/>
              </a:spcBef>
              <a:spcAft>
                <a:spcPts val="0"/>
              </a:spcAft>
              <a:buClr>
                <a:schemeClr val="dk1"/>
              </a:buClr>
              <a:buSzPts val="1800"/>
              <a:buChar char="•"/>
              <a:defRPr/>
            </a:lvl7pPr>
            <a:lvl8pPr marL="2743200" lvl="7" indent="-257175" algn="l">
              <a:lnSpc>
                <a:spcPct val="90000"/>
              </a:lnSpc>
              <a:spcBef>
                <a:spcPts val="375"/>
              </a:spcBef>
              <a:spcAft>
                <a:spcPts val="0"/>
              </a:spcAft>
              <a:buClr>
                <a:schemeClr val="dk1"/>
              </a:buClr>
              <a:buSzPts val="1800"/>
              <a:buChar char="•"/>
              <a:defRPr/>
            </a:lvl8pPr>
            <a:lvl9pPr marL="3086100" lvl="8" indent="-257175" algn="l">
              <a:lnSpc>
                <a:spcPct val="90000"/>
              </a:lnSpc>
              <a:spcBef>
                <a:spcPts val="375"/>
              </a:spcBef>
              <a:spcAft>
                <a:spcPts val="0"/>
              </a:spcAft>
              <a:buClr>
                <a:schemeClr val="dk1"/>
              </a:buClr>
              <a:buSzPts val="1800"/>
              <a:buChar char="•"/>
              <a:defRPr/>
            </a:lvl9pPr>
          </a:lstStyle>
          <a:p>
            <a:pPr lvl="0"/>
            <a:r>
              <a:rPr lang="en-US"/>
              <a:t>Click to edit Master text styles</a:t>
            </a:r>
          </a:p>
        </p:txBody>
      </p:sp>
      <p:sp>
        <p:nvSpPr>
          <p:cNvPr id="103" name="Google Shape;103;p61"/>
          <p:cNvSpPr txBox="1">
            <a:spLocks noGrp="1"/>
          </p:cNvSpPr>
          <p:nvPr>
            <p:ph type="body" idx="2"/>
          </p:nvPr>
        </p:nvSpPr>
        <p:spPr>
          <a:xfrm>
            <a:off x="3624200" y="1825625"/>
            <a:ext cx="8090957" cy="1217450"/>
          </a:xfrm>
          <a:prstGeom prst="rect">
            <a:avLst/>
          </a:prstGeom>
          <a:noFill/>
          <a:ln>
            <a:noFill/>
          </a:ln>
        </p:spPr>
        <p:txBody>
          <a:bodyPr spcFirstLastPara="1" wrap="square" lIns="91425" tIns="45700" rIns="91425" bIns="45700" anchor="t" anchorCtr="0">
            <a:noAutofit/>
          </a:bodyPr>
          <a:lstStyle>
            <a:lvl1pPr marL="342900" lvl="0" indent="-257175" algn="l">
              <a:lnSpc>
                <a:spcPct val="100000"/>
              </a:lnSpc>
              <a:spcBef>
                <a:spcPts val="750"/>
              </a:spcBef>
              <a:spcAft>
                <a:spcPts val="0"/>
              </a:spcAft>
              <a:buSzPts val="1800"/>
              <a:buChar char="•"/>
              <a:defRPr sz="1350" b="0"/>
            </a:lvl1pPr>
            <a:lvl2pPr marL="685800" lvl="1" indent="-257175" algn="l">
              <a:lnSpc>
                <a:spcPct val="100000"/>
              </a:lnSpc>
              <a:spcBef>
                <a:spcPts val="600"/>
              </a:spcBef>
              <a:spcAft>
                <a:spcPts val="0"/>
              </a:spcAft>
              <a:buSzPts val="1800"/>
              <a:buChar char="−"/>
              <a:defRPr sz="1350" b="0"/>
            </a:lvl2pPr>
            <a:lvl3pPr marL="1028700" lvl="2" indent="-240029" algn="l">
              <a:lnSpc>
                <a:spcPct val="100000"/>
              </a:lnSpc>
              <a:spcBef>
                <a:spcPts val="600"/>
              </a:spcBef>
              <a:spcAft>
                <a:spcPts val="0"/>
              </a:spcAft>
              <a:buSzPts val="1440"/>
              <a:buChar char="▪"/>
              <a:defRPr sz="1350" b="0"/>
            </a:lvl3pPr>
            <a:lvl4pPr marL="1371600" lvl="3" indent="-257175" algn="l">
              <a:lnSpc>
                <a:spcPct val="90000"/>
              </a:lnSpc>
              <a:spcBef>
                <a:spcPts val="600"/>
              </a:spcBef>
              <a:spcAft>
                <a:spcPts val="0"/>
              </a:spcAft>
              <a:buSzPts val="1800"/>
              <a:buChar char="•"/>
              <a:defRPr/>
            </a:lvl4pPr>
            <a:lvl5pPr marL="1714500" lvl="4" indent="-257175" algn="l">
              <a:lnSpc>
                <a:spcPct val="90000"/>
              </a:lnSpc>
              <a:spcBef>
                <a:spcPts val="375"/>
              </a:spcBef>
              <a:spcAft>
                <a:spcPts val="0"/>
              </a:spcAft>
              <a:buClr>
                <a:schemeClr val="accent1"/>
              </a:buClr>
              <a:buSzPts val="1800"/>
              <a:buChar char="•"/>
              <a:defRPr/>
            </a:lvl5pPr>
            <a:lvl6pPr marL="2057400" lvl="5" indent="-257175" algn="l">
              <a:lnSpc>
                <a:spcPct val="90000"/>
              </a:lnSpc>
              <a:spcBef>
                <a:spcPts val="375"/>
              </a:spcBef>
              <a:spcAft>
                <a:spcPts val="0"/>
              </a:spcAft>
              <a:buClr>
                <a:schemeClr val="dk1"/>
              </a:buClr>
              <a:buSzPts val="1800"/>
              <a:buChar char="•"/>
              <a:defRPr/>
            </a:lvl6pPr>
            <a:lvl7pPr marL="2400300" lvl="6" indent="-257175" algn="l">
              <a:lnSpc>
                <a:spcPct val="90000"/>
              </a:lnSpc>
              <a:spcBef>
                <a:spcPts val="375"/>
              </a:spcBef>
              <a:spcAft>
                <a:spcPts val="0"/>
              </a:spcAft>
              <a:buClr>
                <a:schemeClr val="dk1"/>
              </a:buClr>
              <a:buSzPts val="1800"/>
              <a:buChar char="•"/>
              <a:defRPr/>
            </a:lvl7pPr>
            <a:lvl8pPr marL="2743200" lvl="7" indent="-257175" algn="l">
              <a:lnSpc>
                <a:spcPct val="90000"/>
              </a:lnSpc>
              <a:spcBef>
                <a:spcPts val="375"/>
              </a:spcBef>
              <a:spcAft>
                <a:spcPts val="0"/>
              </a:spcAft>
              <a:buClr>
                <a:schemeClr val="dk1"/>
              </a:buClr>
              <a:buSzPts val="1800"/>
              <a:buChar char="•"/>
              <a:defRPr/>
            </a:lvl8pPr>
            <a:lvl9pPr marL="3086100" lvl="8" indent="-257175" algn="l">
              <a:lnSpc>
                <a:spcPct val="90000"/>
              </a:lnSpc>
              <a:spcBef>
                <a:spcPts val="375"/>
              </a:spcBef>
              <a:spcAft>
                <a:spcPts val="0"/>
              </a:spcAft>
              <a:buClr>
                <a:schemeClr val="dk1"/>
              </a:buClr>
              <a:buSzPts val="1800"/>
              <a:buChar char="•"/>
              <a:defRPr/>
            </a:lvl9pPr>
          </a:lstStyle>
          <a:p>
            <a:pPr lvl="0"/>
            <a:r>
              <a:rPr lang="en-US"/>
              <a:t>Click to edit Master text styles</a:t>
            </a:r>
          </a:p>
        </p:txBody>
      </p:sp>
      <p:sp>
        <p:nvSpPr>
          <p:cNvPr id="104" name="Google Shape;104;p61"/>
          <p:cNvSpPr txBox="1">
            <a:spLocks noGrp="1"/>
          </p:cNvSpPr>
          <p:nvPr>
            <p:ph type="body" idx="3"/>
          </p:nvPr>
        </p:nvSpPr>
        <p:spPr>
          <a:xfrm>
            <a:off x="479344" y="3207223"/>
            <a:ext cx="2875957" cy="1217447"/>
          </a:xfrm>
          <a:prstGeom prst="rect">
            <a:avLst/>
          </a:prstGeom>
          <a:noFill/>
          <a:ln>
            <a:noFill/>
          </a:ln>
        </p:spPr>
        <p:txBody>
          <a:bodyPr spcFirstLastPara="1" wrap="square" lIns="91425" tIns="45700" rIns="91425" bIns="45700" anchor="t" anchorCtr="0">
            <a:noAutofit/>
          </a:bodyPr>
          <a:lstStyle>
            <a:lvl1pPr marL="342900" lvl="0" indent="-171450" algn="l">
              <a:lnSpc>
                <a:spcPct val="100000"/>
              </a:lnSpc>
              <a:spcBef>
                <a:spcPts val="750"/>
              </a:spcBef>
              <a:spcAft>
                <a:spcPts val="0"/>
              </a:spcAft>
              <a:buSzPts val="2400"/>
              <a:buNone/>
              <a:defRPr/>
            </a:lvl1pPr>
            <a:lvl2pPr marL="685800" lvl="1" indent="-171450" algn="l">
              <a:lnSpc>
                <a:spcPct val="100000"/>
              </a:lnSpc>
              <a:spcBef>
                <a:spcPts val="600"/>
              </a:spcBef>
              <a:spcAft>
                <a:spcPts val="0"/>
              </a:spcAft>
              <a:buSzPts val="2400"/>
              <a:buNone/>
              <a:defRPr/>
            </a:lvl2pPr>
            <a:lvl3pPr marL="1028700" lvl="2" indent="-171450" algn="l">
              <a:lnSpc>
                <a:spcPct val="100000"/>
              </a:lnSpc>
              <a:spcBef>
                <a:spcPts val="600"/>
              </a:spcBef>
              <a:spcAft>
                <a:spcPts val="0"/>
              </a:spcAft>
              <a:buSzPts val="1920"/>
              <a:buNone/>
              <a:defRPr/>
            </a:lvl3pPr>
            <a:lvl4pPr marL="1371600" lvl="3" indent="-257175" algn="l">
              <a:lnSpc>
                <a:spcPct val="90000"/>
              </a:lnSpc>
              <a:spcBef>
                <a:spcPts val="600"/>
              </a:spcBef>
              <a:spcAft>
                <a:spcPts val="0"/>
              </a:spcAft>
              <a:buSzPts val="1800"/>
              <a:buChar char="•"/>
              <a:defRPr/>
            </a:lvl4pPr>
            <a:lvl5pPr marL="1714500" lvl="4" indent="-257175" algn="l">
              <a:lnSpc>
                <a:spcPct val="90000"/>
              </a:lnSpc>
              <a:spcBef>
                <a:spcPts val="375"/>
              </a:spcBef>
              <a:spcAft>
                <a:spcPts val="0"/>
              </a:spcAft>
              <a:buClr>
                <a:schemeClr val="accent1"/>
              </a:buClr>
              <a:buSzPts val="1800"/>
              <a:buChar char="•"/>
              <a:defRPr/>
            </a:lvl5pPr>
            <a:lvl6pPr marL="2057400" lvl="5" indent="-257175" algn="l">
              <a:lnSpc>
                <a:spcPct val="90000"/>
              </a:lnSpc>
              <a:spcBef>
                <a:spcPts val="375"/>
              </a:spcBef>
              <a:spcAft>
                <a:spcPts val="0"/>
              </a:spcAft>
              <a:buClr>
                <a:schemeClr val="dk1"/>
              </a:buClr>
              <a:buSzPts val="1800"/>
              <a:buChar char="•"/>
              <a:defRPr/>
            </a:lvl6pPr>
            <a:lvl7pPr marL="2400300" lvl="6" indent="-257175" algn="l">
              <a:lnSpc>
                <a:spcPct val="90000"/>
              </a:lnSpc>
              <a:spcBef>
                <a:spcPts val="375"/>
              </a:spcBef>
              <a:spcAft>
                <a:spcPts val="0"/>
              </a:spcAft>
              <a:buClr>
                <a:schemeClr val="dk1"/>
              </a:buClr>
              <a:buSzPts val="1800"/>
              <a:buChar char="•"/>
              <a:defRPr/>
            </a:lvl7pPr>
            <a:lvl8pPr marL="2743200" lvl="7" indent="-257175" algn="l">
              <a:lnSpc>
                <a:spcPct val="90000"/>
              </a:lnSpc>
              <a:spcBef>
                <a:spcPts val="375"/>
              </a:spcBef>
              <a:spcAft>
                <a:spcPts val="0"/>
              </a:spcAft>
              <a:buClr>
                <a:schemeClr val="dk1"/>
              </a:buClr>
              <a:buSzPts val="1800"/>
              <a:buChar char="•"/>
              <a:defRPr/>
            </a:lvl8pPr>
            <a:lvl9pPr marL="3086100" lvl="8" indent="-257175" algn="l">
              <a:lnSpc>
                <a:spcPct val="90000"/>
              </a:lnSpc>
              <a:spcBef>
                <a:spcPts val="375"/>
              </a:spcBef>
              <a:spcAft>
                <a:spcPts val="0"/>
              </a:spcAft>
              <a:buClr>
                <a:schemeClr val="dk1"/>
              </a:buClr>
              <a:buSzPts val="1800"/>
              <a:buChar char="•"/>
              <a:defRPr/>
            </a:lvl9pPr>
          </a:lstStyle>
          <a:p>
            <a:pPr lvl="0"/>
            <a:r>
              <a:rPr lang="en-US"/>
              <a:t>Click to edit Master text styles</a:t>
            </a:r>
          </a:p>
        </p:txBody>
      </p:sp>
      <p:sp>
        <p:nvSpPr>
          <p:cNvPr id="105" name="Google Shape;105;p61"/>
          <p:cNvSpPr txBox="1">
            <a:spLocks noGrp="1"/>
          </p:cNvSpPr>
          <p:nvPr>
            <p:ph type="body" idx="4"/>
          </p:nvPr>
        </p:nvSpPr>
        <p:spPr>
          <a:xfrm>
            <a:off x="3626700" y="3207216"/>
            <a:ext cx="8090957" cy="1217450"/>
          </a:xfrm>
          <a:prstGeom prst="rect">
            <a:avLst/>
          </a:prstGeom>
          <a:noFill/>
          <a:ln>
            <a:noFill/>
          </a:ln>
        </p:spPr>
        <p:txBody>
          <a:bodyPr spcFirstLastPara="1" wrap="square" lIns="91425" tIns="45700" rIns="91425" bIns="45700" anchor="t" anchorCtr="0">
            <a:noAutofit/>
          </a:bodyPr>
          <a:lstStyle>
            <a:lvl1pPr marL="342900" lvl="0" indent="-257175" algn="l">
              <a:lnSpc>
                <a:spcPct val="100000"/>
              </a:lnSpc>
              <a:spcBef>
                <a:spcPts val="750"/>
              </a:spcBef>
              <a:spcAft>
                <a:spcPts val="0"/>
              </a:spcAft>
              <a:buSzPts val="1800"/>
              <a:buChar char="•"/>
              <a:defRPr sz="1350" b="0"/>
            </a:lvl1pPr>
            <a:lvl2pPr marL="685800" lvl="1" indent="-257175" algn="l">
              <a:lnSpc>
                <a:spcPct val="100000"/>
              </a:lnSpc>
              <a:spcBef>
                <a:spcPts val="600"/>
              </a:spcBef>
              <a:spcAft>
                <a:spcPts val="0"/>
              </a:spcAft>
              <a:buSzPts val="1800"/>
              <a:buChar char="−"/>
              <a:defRPr sz="1350" b="0"/>
            </a:lvl2pPr>
            <a:lvl3pPr marL="1028700" lvl="2" indent="-240029" algn="l">
              <a:lnSpc>
                <a:spcPct val="100000"/>
              </a:lnSpc>
              <a:spcBef>
                <a:spcPts val="600"/>
              </a:spcBef>
              <a:spcAft>
                <a:spcPts val="0"/>
              </a:spcAft>
              <a:buSzPts val="1440"/>
              <a:buChar char="▪"/>
              <a:defRPr sz="1350" b="0"/>
            </a:lvl3pPr>
            <a:lvl4pPr marL="1371600" lvl="3" indent="-257175" algn="l">
              <a:lnSpc>
                <a:spcPct val="90000"/>
              </a:lnSpc>
              <a:spcBef>
                <a:spcPts val="600"/>
              </a:spcBef>
              <a:spcAft>
                <a:spcPts val="0"/>
              </a:spcAft>
              <a:buSzPts val="1800"/>
              <a:buChar char="•"/>
              <a:defRPr/>
            </a:lvl4pPr>
            <a:lvl5pPr marL="1714500" lvl="4" indent="-257175" algn="l">
              <a:lnSpc>
                <a:spcPct val="90000"/>
              </a:lnSpc>
              <a:spcBef>
                <a:spcPts val="375"/>
              </a:spcBef>
              <a:spcAft>
                <a:spcPts val="0"/>
              </a:spcAft>
              <a:buClr>
                <a:schemeClr val="accent1"/>
              </a:buClr>
              <a:buSzPts val="1800"/>
              <a:buChar char="•"/>
              <a:defRPr/>
            </a:lvl5pPr>
            <a:lvl6pPr marL="2057400" lvl="5" indent="-257175" algn="l">
              <a:lnSpc>
                <a:spcPct val="90000"/>
              </a:lnSpc>
              <a:spcBef>
                <a:spcPts val="375"/>
              </a:spcBef>
              <a:spcAft>
                <a:spcPts val="0"/>
              </a:spcAft>
              <a:buClr>
                <a:schemeClr val="dk1"/>
              </a:buClr>
              <a:buSzPts val="1800"/>
              <a:buChar char="•"/>
              <a:defRPr/>
            </a:lvl6pPr>
            <a:lvl7pPr marL="2400300" lvl="6" indent="-257175" algn="l">
              <a:lnSpc>
                <a:spcPct val="90000"/>
              </a:lnSpc>
              <a:spcBef>
                <a:spcPts val="375"/>
              </a:spcBef>
              <a:spcAft>
                <a:spcPts val="0"/>
              </a:spcAft>
              <a:buClr>
                <a:schemeClr val="dk1"/>
              </a:buClr>
              <a:buSzPts val="1800"/>
              <a:buChar char="•"/>
              <a:defRPr/>
            </a:lvl7pPr>
            <a:lvl8pPr marL="2743200" lvl="7" indent="-257175" algn="l">
              <a:lnSpc>
                <a:spcPct val="90000"/>
              </a:lnSpc>
              <a:spcBef>
                <a:spcPts val="375"/>
              </a:spcBef>
              <a:spcAft>
                <a:spcPts val="0"/>
              </a:spcAft>
              <a:buClr>
                <a:schemeClr val="dk1"/>
              </a:buClr>
              <a:buSzPts val="1800"/>
              <a:buChar char="•"/>
              <a:defRPr/>
            </a:lvl8pPr>
            <a:lvl9pPr marL="3086100" lvl="8" indent="-257175" algn="l">
              <a:lnSpc>
                <a:spcPct val="90000"/>
              </a:lnSpc>
              <a:spcBef>
                <a:spcPts val="375"/>
              </a:spcBef>
              <a:spcAft>
                <a:spcPts val="0"/>
              </a:spcAft>
              <a:buClr>
                <a:schemeClr val="dk1"/>
              </a:buClr>
              <a:buSzPts val="1800"/>
              <a:buChar char="•"/>
              <a:defRPr/>
            </a:lvl9pPr>
          </a:lstStyle>
          <a:p>
            <a:pPr lvl="0"/>
            <a:r>
              <a:rPr lang="en-US"/>
              <a:t>Click to edit Master text styles</a:t>
            </a:r>
          </a:p>
        </p:txBody>
      </p:sp>
      <p:sp>
        <p:nvSpPr>
          <p:cNvPr id="106" name="Google Shape;106;p61"/>
          <p:cNvSpPr txBox="1">
            <a:spLocks noGrp="1"/>
          </p:cNvSpPr>
          <p:nvPr>
            <p:ph type="body" idx="5"/>
          </p:nvPr>
        </p:nvSpPr>
        <p:spPr>
          <a:xfrm>
            <a:off x="479344" y="4631286"/>
            <a:ext cx="2875957" cy="1217447"/>
          </a:xfrm>
          <a:prstGeom prst="rect">
            <a:avLst/>
          </a:prstGeom>
          <a:noFill/>
          <a:ln>
            <a:noFill/>
          </a:ln>
        </p:spPr>
        <p:txBody>
          <a:bodyPr spcFirstLastPara="1" wrap="square" lIns="91425" tIns="45700" rIns="91425" bIns="45700" anchor="t" anchorCtr="0">
            <a:noAutofit/>
          </a:bodyPr>
          <a:lstStyle>
            <a:lvl1pPr marL="342900" lvl="0" indent="-171450" algn="l">
              <a:lnSpc>
                <a:spcPct val="100000"/>
              </a:lnSpc>
              <a:spcBef>
                <a:spcPts val="750"/>
              </a:spcBef>
              <a:spcAft>
                <a:spcPts val="0"/>
              </a:spcAft>
              <a:buSzPts val="2400"/>
              <a:buNone/>
              <a:defRPr/>
            </a:lvl1pPr>
            <a:lvl2pPr marL="685800" lvl="1" indent="-171450" algn="l">
              <a:lnSpc>
                <a:spcPct val="100000"/>
              </a:lnSpc>
              <a:spcBef>
                <a:spcPts val="600"/>
              </a:spcBef>
              <a:spcAft>
                <a:spcPts val="0"/>
              </a:spcAft>
              <a:buSzPts val="2400"/>
              <a:buNone/>
              <a:defRPr/>
            </a:lvl2pPr>
            <a:lvl3pPr marL="1028700" lvl="2" indent="-171450" algn="l">
              <a:lnSpc>
                <a:spcPct val="100000"/>
              </a:lnSpc>
              <a:spcBef>
                <a:spcPts val="600"/>
              </a:spcBef>
              <a:spcAft>
                <a:spcPts val="0"/>
              </a:spcAft>
              <a:buSzPts val="1920"/>
              <a:buNone/>
              <a:defRPr/>
            </a:lvl3pPr>
            <a:lvl4pPr marL="1371600" lvl="3" indent="-257175" algn="l">
              <a:lnSpc>
                <a:spcPct val="90000"/>
              </a:lnSpc>
              <a:spcBef>
                <a:spcPts val="600"/>
              </a:spcBef>
              <a:spcAft>
                <a:spcPts val="0"/>
              </a:spcAft>
              <a:buSzPts val="1800"/>
              <a:buChar char="•"/>
              <a:defRPr/>
            </a:lvl4pPr>
            <a:lvl5pPr marL="1714500" lvl="4" indent="-257175" algn="l">
              <a:lnSpc>
                <a:spcPct val="90000"/>
              </a:lnSpc>
              <a:spcBef>
                <a:spcPts val="375"/>
              </a:spcBef>
              <a:spcAft>
                <a:spcPts val="0"/>
              </a:spcAft>
              <a:buClr>
                <a:schemeClr val="accent1"/>
              </a:buClr>
              <a:buSzPts val="1800"/>
              <a:buChar char="•"/>
              <a:defRPr/>
            </a:lvl5pPr>
            <a:lvl6pPr marL="2057400" lvl="5" indent="-257175" algn="l">
              <a:lnSpc>
                <a:spcPct val="90000"/>
              </a:lnSpc>
              <a:spcBef>
                <a:spcPts val="375"/>
              </a:spcBef>
              <a:spcAft>
                <a:spcPts val="0"/>
              </a:spcAft>
              <a:buClr>
                <a:schemeClr val="dk1"/>
              </a:buClr>
              <a:buSzPts val="1800"/>
              <a:buChar char="•"/>
              <a:defRPr/>
            </a:lvl6pPr>
            <a:lvl7pPr marL="2400300" lvl="6" indent="-257175" algn="l">
              <a:lnSpc>
                <a:spcPct val="90000"/>
              </a:lnSpc>
              <a:spcBef>
                <a:spcPts val="375"/>
              </a:spcBef>
              <a:spcAft>
                <a:spcPts val="0"/>
              </a:spcAft>
              <a:buClr>
                <a:schemeClr val="dk1"/>
              </a:buClr>
              <a:buSzPts val="1800"/>
              <a:buChar char="•"/>
              <a:defRPr/>
            </a:lvl7pPr>
            <a:lvl8pPr marL="2743200" lvl="7" indent="-257175" algn="l">
              <a:lnSpc>
                <a:spcPct val="90000"/>
              </a:lnSpc>
              <a:spcBef>
                <a:spcPts val="375"/>
              </a:spcBef>
              <a:spcAft>
                <a:spcPts val="0"/>
              </a:spcAft>
              <a:buClr>
                <a:schemeClr val="dk1"/>
              </a:buClr>
              <a:buSzPts val="1800"/>
              <a:buChar char="•"/>
              <a:defRPr/>
            </a:lvl8pPr>
            <a:lvl9pPr marL="3086100" lvl="8" indent="-257175" algn="l">
              <a:lnSpc>
                <a:spcPct val="90000"/>
              </a:lnSpc>
              <a:spcBef>
                <a:spcPts val="375"/>
              </a:spcBef>
              <a:spcAft>
                <a:spcPts val="0"/>
              </a:spcAft>
              <a:buClr>
                <a:schemeClr val="dk1"/>
              </a:buClr>
              <a:buSzPts val="1800"/>
              <a:buChar char="•"/>
              <a:defRPr/>
            </a:lvl9pPr>
          </a:lstStyle>
          <a:p>
            <a:pPr lvl="0"/>
            <a:r>
              <a:rPr lang="en-US"/>
              <a:t>Click to edit Master text styles</a:t>
            </a:r>
          </a:p>
        </p:txBody>
      </p:sp>
      <p:sp>
        <p:nvSpPr>
          <p:cNvPr id="107" name="Google Shape;107;p61"/>
          <p:cNvSpPr txBox="1">
            <a:spLocks noGrp="1"/>
          </p:cNvSpPr>
          <p:nvPr>
            <p:ph type="body" idx="6"/>
          </p:nvPr>
        </p:nvSpPr>
        <p:spPr>
          <a:xfrm>
            <a:off x="3626700" y="4631279"/>
            <a:ext cx="8090957" cy="1217450"/>
          </a:xfrm>
          <a:prstGeom prst="rect">
            <a:avLst/>
          </a:prstGeom>
          <a:noFill/>
          <a:ln>
            <a:noFill/>
          </a:ln>
        </p:spPr>
        <p:txBody>
          <a:bodyPr spcFirstLastPara="1" wrap="square" lIns="91425" tIns="45700" rIns="91425" bIns="45700" anchor="t" anchorCtr="0">
            <a:noAutofit/>
          </a:bodyPr>
          <a:lstStyle>
            <a:lvl1pPr marL="342900" lvl="0" indent="-257175" algn="l">
              <a:lnSpc>
                <a:spcPct val="100000"/>
              </a:lnSpc>
              <a:spcBef>
                <a:spcPts val="750"/>
              </a:spcBef>
              <a:spcAft>
                <a:spcPts val="0"/>
              </a:spcAft>
              <a:buSzPts val="1800"/>
              <a:buChar char="•"/>
              <a:defRPr sz="1350" b="0"/>
            </a:lvl1pPr>
            <a:lvl2pPr marL="685800" lvl="1" indent="-257175" algn="l">
              <a:lnSpc>
                <a:spcPct val="100000"/>
              </a:lnSpc>
              <a:spcBef>
                <a:spcPts val="600"/>
              </a:spcBef>
              <a:spcAft>
                <a:spcPts val="0"/>
              </a:spcAft>
              <a:buSzPts val="1800"/>
              <a:buChar char="−"/>
              <a:defRPr sz="1350" b="0"/>
            </a:lvl2pPr>
            <a:lvl3pPr marL="1028700" lvl="2" indent="-240029" algn="l">
              <a:lnSpc>
                <a:spcPct val="100000"/>
              </a:lnSpc>
              <a:spcBef>
                <a:spcPts val="600"/>
              </a:spcBef>
              <a:spcAft>
                <a:spcPts val="0"/>
              </a:spcAft>
              <a:buSzPts val="1440"/>
              <a:buChar char="▪"/>
              <a:defRPr sz="1350" b="0"/>
            </a:lvl3pPr>
            <a:lvl4pPr marL="1371600" lvl="3" indent="-257175" algn="l">
              <a:lnSpc>
                <a:spcPct val="90000"/>
              </a:lnSpc>
              <a:spcBef>
                <a:spcPts val="600"/>
              </a:spcBef>
              <a:spcAft>
                <a:spcPts val="0"/>
              </a:spcAft>
              <a:buSzPts val="1800"/>
              <a:buChar char="•"/>
              <a:defRPr/>
            </a:lvl4pPr>
            <a:lvl5pPr marL="1714500" lvl="4" indent="-257175" algn="l">
              <a:lnSpc>
                <a:spcPct val="90000"/>
              </a:lnSpc>
              <a:spcBef>
                <a:spcPts val="375"/>
              </a:spcBef>
              <a:spcAft>
                <a:spcPts val="0"/>
              </a:spcAft>
              <a:buClr>
                <a:schemeClr val="accent1"/>
              </a:buClr>
              <a:buSzPts val="1800"/>
              <a:buChar char="•"/>
              <a:defRPr/>
            </a:lvl5pPr>
            <a:lvl6pPr marL="2057400" lvl="5" indent="-257175" algn="l">
              <a:lnSpc>
                <a:spcPct val="90000"/>
              </a:lnSpc>
              <a:spcBef>
                <a:spcPts val="375"/>
              </a:spcBef>
              <a:spcAft>
                <a:spcPts val="0"/>
              </a:spcAft>
              <a:buClr>
                <a:schemeClr val="dk1"/>
              </a:buClr>
              <a:buSzPts val="1800"/>
              <a:buChar char="•"/>
              <a:defRPr/>
            </a:lvl6pPr>
            <a:lvl7pPr marL="2400300" lvl="6" indent="-257175" algn="l">
              <a:lnSpc>
                <a:spcPct val="90000"/>
              </a:lnSpc>
              <a:spcBef>
                <a:spcPts val="375"/>
              </a:spcBef>
              <a:spcAft>
                <a:spcPts val="0"/>
              </a:spcAft>
              <a:buClr>
                <a:schemeClr val="dk1"/>
              </a:buClr>
              <a:buSzPts val="1800"/>
              <a:buChar char="•"/>
              <a:defRPr/>
            </a:lvl7pPr>
            <a:lvl8pPr marL="2743200" lvl="7" indent="-257175" algn="l">
              <a:lnSpc>
                <a:spcPct val="90000"/>
              </a:lnSpc>
              <a:spcBef>
                <a:spcPts val="375"/>
              </a:spcBef>
              <a:spcAft>
                <a:spcPts val="0"/>
              </a:spcAft>
              <a:buClr>
                <a:schemeClr val="dk1"/>
              </a:buClr>
              <a:buSzPts val="1800"/>
              <a:buChar char="•"/>
              <a:defRPr/>
            </a:lvl8pPr>
            <a:lvl9pPr marL="3086100" lvl="8" indent="-257175" algn="l">
              <a:lnSpc>
                <a:spcPct val="90000"/>
              </a:lnSpc>
              <a:spcBef>
                <a:spcPts val="375"/>
              </a:spcBef>
              <a:spcAft>
                <a:spcPts val="0"/>
              </a:spcAft>
              <a:buClr>
                <a:schemeClr val="dk1"/>
              </a:buClr>
              <a:buSzPts val="1800"/>
              <a:buChar char="•"/>
              <a:defRPr/>
            </a:lvl9pPr>
          </a:lstStyle>
          <a:p>
            <a:pPr lvl="0"/>
            <a:r>
              <a:rPr lang="en-US"/>
              <a:t>Click to edit Master text styles</a:t>
            </a:r>
          </a:p>
        </p:txBody>
      </p:sp>
    </p:spTree>
    <p:extLst>
      <p:ext uri="{BB962C8B-B14F-4D97-AF65-F5344CB8AC3E}">
        <p14:creationId xmlns:p14="http://schemas.microsoft.com/office/powerpoint/2010/main" val="326447438"/>
      </p:ext>
    </p:extLst>
  </p:cSld>
  <p:clrMapOvr>
    <a:masterClrMapping/>
  </p:clrMapOvr>
</p:sldLayout>
</file>

<file path=ppt/slideLayouts/slideLayout56.xml><?xml version="1.0" encoding="utf-8"?>
<p:sldLayout xmlns:a="http://schemas.openxmlformats.org/drawingml/2006/main" xmlns:r="http://schemas.openxmlformats.org/officeDocument/2006/relationships" xmlns:p="http://schemas.openxmlformats.org/presentationml/2006/main" matchingName="Four Image/Four Content" preserve="1">
  <p:cSld name="Four Image/Four Content">
    <p:spTree>
      <p:nvGrpSpPr>
        <p:cNvPr id="1" name="Shape 108"/>
        <p:cNvGrpSpPr/>
        <p:nvPr/>
      </p:nvGrpSpPr>
      <p:grpSpPr>
        <a:xfrm>
          <a:off x="0" y="0"/>
          <a:ext cx="0" cy="0"/>
          <a:chOff x="0" y="0"/>
          <a:chExt cx="0" cy="0"/>
        </a:xfrm>
      </p:grpSpPr>
      <p:sp>
        <p:nvSpPr>
          <p:cNvPr id="109" name="Google Shape;109;p62"/>
          <p:cNvSpPr txBox="1">
            <a:spLocks noGrp="1"/>
          </p:cNvSpPr>
          <p:nvPr>
            <p:ph type="title"/>
          </p:nvPr>
        </p:nvSpPr>
        <p:spPr>
          <a:xfrm>
            <a:off x="476845" y="473249"/>
            <a:ext cx="11241915" cy="1217447"/>
          </a:xfrm>
          <a:prstGeom prst="rect">
            <a:avLst/>
          </a:prstGeom>
          <a:noFill/>
          <a:ln>
            <a:noFill/>
          </a:ln>
        </p:spPr>
        <p:txBody>
          <a:bodyPr spcFirstLastPara="1" wrap="square" lIns="91425" tIns="45700" rIns="91425" bIns="45700" anchor="t" anchorCtr="0">
            <a:noAutofit/>
          </a:bodyPr>
          <a:lstStyle>
            <a:lvl1pPr lvl="0" algn="ctr">
              <a:lnSpc>
                <a:spcPct val="90000"/>
              </a:lnSpc>
              <a:spcBef>
                <a:spcPts val="0"/>
              </a:spcBef>
              <a:spcAft>
                <a:spcPts val="0"/>
              </a:spcAft>
              <a:buClr>
                <a:schemeClr val="dk1"/>
              </a:buClr>
              <a:buSzPts val="4000"/>
              <a:buFont typeface="Work Sans"/>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r>
              <a:rPr lang="en-US"/>
              <a:t>Click to edit Master title style</a:t>
            </a:r>
            <a:endParaRPr/>
          </a:p>
        </p:txBody>
      </p:sp>
      <p:sp>
        <p:nvSpPr>
          <p:cNvPr id="110" name="Google Shape;110;p62"/>
          <p:cNvSpPr txBox="1">
            <a:spLocks noGrp="1"/>
          </p:cNvSpPr>
          <p:nvPr>
            <p:ph type="body" idx="1"/>
          </p:nvPr>
        </p:nvSpPr>
        <p:spPr>
          <a:xfrm>
            <a:off x="476844" y="1825628"/>
            <a:ext cx="2875957" cy="899814"/>
          </a:xfrm>
          <a:prstGeom prst="rect">
            <a:avLst/>
          </a:prstGeom>
          <a:noFill/>
          <a:ln>
            <a:noFill/>
          </a:ln>
        </p:spPr>
        <p:txBody>
          <a:bodyPr spcFirstLastPara="1" wrap="square" lIns="91425" tIns="45700" rIns="91425" bIns="45700" anchor="t" anchorCtr="0">
            <a:noAutofit/>
          </a:bodyPr>
          <a:lstStyle>
            <a:lvl1pPr marL="342900" lvl="0" indent="-171450" algn="l">
              <a:lnSpc>
                <a:spcPct val="100000"/>
              </a:lnSpc>
              <a:spcBef>
                <a:spcPts val="750"/>
              </a:spcBef>
              <a:spcAft>
                <a:spcPts val="0"/>
              </a:spcAft>
              <a:buSzPts val="2400"/>
              <a:buNone/>
              <a:defRPr/>
            </a:lvl1pPr>
            <a:lvl2pPr marL="685800" lvl="1" indent="-171450" algn="l">
              <a:lnSpc>
                <a:spcPct val="100000"/>
              </a:lnSpc>
              <a:spcBef>
                <a:spcPts val="600"/>
              </a:spcBef>
              <a:spcAft>
                <a:spcPts val="0"/>
              </a:spcAft>
              <a:buSzPts val="2400"/>
              <a:buNone/>
              <a:defRPr/>
            </a:lvl2pPr>
            <a:lvl3pPr marL="1028700" lvl="2" indent="-171450" algn="l">
              <a:lnSpc>
                <a:spcPct val="100000"/>
              </a:lnSpc>
              <a:spcBef>
                <a:spcPts val="600"/>
              </a:spcBef>
              <a:spcAft>
                <a:spcPts val="0"/>
              </a:spcAft>
              <a:buSzPts val="1920"/>
              <a:buNone/>
              <a:defRPr/>
            </a:lvl3pPr>
            <a:lvl4pPr marL="1371600" lvl="3" indent="-257175" algn="l">
              <a:lnSpc>
                <a:spcPct val="90000"/>
              </a:lnSpc>
              <a:spcBef>
                <a:spcPts val="600"/>
              </a:spcBef>
              <a:spcAft>
                <a:spcPts val="0"/>
              </a:spcAft>
              <a:buSzPts val="1800"/>
              <a:buChar char="•"/>
              <a:defRPr/>
            </a:lvl4pPr>
            <a:lvl5pPr marL="1714500" lvl="4" indent="-257175" algn="l">
              <a:lnSpc>
                <a:spcPct val="90000"/>
              </a:lnSpc>
              <a:spcBef>
                <a:spcPts val="375"/>
              </a:spcBef>
              <a:spcAft>
                <a:spcPts val="0"/>
              </a:spcAft>
              <a:buClr>
                <a:schemeClr val="accent1"/>
              </a:buClr>
              <a:buSzPts val="1800"/>
              <a:buChar char="•"/>
              <a:defRPr/>
            </a:lvl5pPr>
            <a:lvl6pPr marL="2057400" lvl="5" indent="-257175" algn="l">
              <a:lnSpc>
                <a:spcPct val="90000"/>
              </a:lnSpc>
              <a:spcBef>
                <a:spcPts val="375"/>
              </a:spcBef>
              <a:spcAft>
                <a:spcPts val="0"/>
              </a:spcAft>
              <a:buClr>
                <a:schemeClr val="dk1"/>
              </a:buClr>
              <a:buSzPts val="1800"/>
              <a:buChar char="•"/>
              <a:defRPr/>
            </a:lvl6pPr>
            <a:lvl7pPr marL="2400300" lvl="6" indent="-257175" algn="l">
              <a:lnSpc>
                <a:spcPct val="90000"/>
              </a:lnSpc>
              <a:spcBef>
                <a:spcPts val="375"/>
              </a:spcBef>
              <a:spcAft>
                <a:spcPts val="0"/>
              </a:spcAft>
              <a:buClr>
                <a:schemeClr val="dk1"/>
              </a:buClr>
              <a:buSzPts val="1800"/>
              <a:buChar char="•"/>
              <a:defRPr/>
            </a:lvl7pPr>
            <a:lvl8pPr marL="2743200" lvl="7" indent="-257175" algn="l">
              <a:lnSpc>
                <a:spcPct val="90000"/>
              </a:lnSpc>
              <a:spcBef>
                <a:spcPts val="375"/>
              </a:spcBef>
              <a:spcAft>
                <a:spcPts val="0"/>
              </a:spcAft>
              <a:buClr>
                <a:schemeClr val="dk1"/>
              </a:buClr>
              <a:buSzPts val="1800"/>
              <a:buChar char="•"/>
              <a:defRPr/>
            </a:lvl8pPr>
            <a:lvl9pPr marL="3086100" lvl="8" indent="-257175" algn="l">
              <a:lnSpc>
                <a:spcPct val="90000"/>
              </a:lnSpc>
              <a:spcBef>
                <a:spcPts val="375"/>
              </a:spcBef>
              <a:spcAft>
                <a:spcPts val="0"/>
              </a:spcAft>
              <a:buClr>
                <a:schemeClr val="dk1"/>
              </a:buClr>
              <a:buSzPts val="1800"/>
              <a:buChar char="•"/>
              <a:defRPr/>
            </a:lvl9pPr>
          </a:lstStyle>
          <a:p>
            <a:pPr lvl="0"/>
            <a:r>
              <a:rPr lang="en-US"/>
              <a:t>Click to edit Master text styles</a:t>
            </a:r>
          </a:p>
        </p:txBody>
      </p:sp>
      <p:sp>
        <p:nvSpPr>
          <p:cNvPr id="111" name="Google Shape;111;p62"/>
          <p:cNvSpPr txBox="1">
            <a:spLocks noGrp="1"/>
          </p:cNvSpPr>
          <p:nvPr>
            <p:ph type="body" idx="2"/>
          </p:nvPr>
        </p:nvSpPr>
        <p:spPr>
          <a:xfrm>
            <a:off x="3624200" y="1825629"/>
            <a:ext cx="8090957" cy="895515"/>
          </a:xfrm>
          <a:prstGeom prst="rect">
            <a:avLst/>
          </a:prstGeom>
          <a:noFill/>
          <a:ln>
            <a:noFill/>
          </a:ln>
        </p:spPr>
        <p:txBody>
          <a:bodyPr spcFirstLastPara="1" wrap="square" lIns="91425" tIns="45700" rIns="91425" bIns="45700" anchor="t" anchorCtr="0">
            <a:noAutofit/>
          </a:bodyPr>
          <a:lstStyle>
            <a:lvl1pPr marL="342900" lvl="0" indent="-257175" algn="l">
              <a:lnSpc>
                <a:spcPct val="100000"/>
              </a:lnSpc>
              <a:spcBef>
                <a:spcPts val="750"/>
              </a:spcBef>
              <a:spcAft>
                <a:spcPts val="0"/>
              </a:spcAft>
              <a:buSzPts val="1800"/>
              <a:buChar char="•"/>
              <a:defRPr sz="1350" b="0"/>
            </a:lvl1pPr>
            <a:lvl2pPr marL="685800" lvl="1" indent="-257175" algn="l">
              <a:lnSpc>
                <a:spcPct val="100000"/>
              </a:lnSpc>
              <a:spcBef>
                <a:spcPts val="600"/>
              </a:spcBef>
              <a:spcAft>
                <a:spcPts val="0"/>
              </a:spcAft>
              <a:buSzPts val="1800"/>
              <a:buChar char="−"/>
              <a:defRPr sz="1350" b="0"/>
            </a:lvl2pPr>
            <a:lvl3pPr marL="1028700" lvl="2" indent="-240029" algn="l">
              <a:lnSpc>
                <a:spcPct val="100000"/>
              </a:lnSpc>
              <a:spcBef>
                <a:spcPts val="600"/>
              </a:spcBef>
              <a:spcAft>
                <a:spcPts val="0"/>
              </a:spcAft>
              <a:buSzPts val="1440"/>
              <a:buChar char="▪"/>
              <a:defRPr sz="1350" b="0"/>
            </a:lvl3pPr>
            <a:lvl4pPr marL="1371600" lvl="3" indent="-257175" algn="l">
              <a:lnSpc>
                <a:spcPct val="90000"/>
              </a:lnSpc>
              <a:spcBef>
                <a:spcPts val="600"/>
              </a:spcBef>
              <a:spcAft>
                <a:spcPts val="0"/>
              </a:spcAft>
              <a:buSzPts val="1800"/>
              <a:buChar char="•"/>
              <a:defRPr/>
            </a:lvl4pPr>
            <a:lvl5pPr marL="1714500" lvl="4" indent="-257175" algn="l">
              <a:lnSpc>
                <a:spcPct val="90000"/>
              </a:lnSpc>
              <a:spcBef>
                <a:spcPts val="375"/>
              </a:spcBef>
              <a:spcAft>
                <a:spcPts val="0"/>
              </a:spcAft>
              <a:buClr>
                <a:schemeClr val="accent1"/>
              </a:buClr>
              <a:buSzPts val="1800"/>
              <a:buChar char="•"/>
              <a:defRPr/>
            </a:lvl5pPr>
            <a:lvl6pPr marL="2057400" lvl="5" indent="-257175" algn="l">
              <a:lnSpc>
                <a:spcPct val="90000"/>
              </a:lnSpc>
              <a:spcBef>
                <a:spcPts val="375"/>
              </a:spcBef>
              <a:spcAft>
                <a:spcPts val="0"/>
              </a:spcAft>
              <a:buClr>
                <a:schemeClr val="dk1"/>
              </a:buClr>
              <a:buSzPts val="1800"/>
              <a:buChar char="•"/>
              <a:defRPr/>
            </a:lvl6pPr>
            <a:lvl7pPr marL="2400300" lvl="6" indent="-257175" algn="l">
              <a:lnSpc>
                <a:spcPct val="90000"/>
              </a:lnSpc>
              <a:spcBef>
                <a:spcPts val="375"/>
              </a:spcBef>
              <a:spcAft>
                <a:spcPts val="0"/>
              </a:spcAft>
              <a:buClr>
                <a:schemeClr val="dk1"/>
              </a:buClr>
              <a:buSzPts val="1800"/>
              <a:buChar char="•"/>
              <a:defRPr/>
            </a:lvl7pPr>
            <a:lvl8pPr marL="2743200" lvl="7" indent="-257175" algn="l">
              <a:lnSpc>
                <a:spcPct val="90000"/>
              </a:lnSpc>
              <a:spcBef>
                <a:spcPts val="375"/>
              </a:spcBef>
              <a:spcAft>
                <a:spcPts val="0"/>
              </a:spcAft>
              <a:buClr>
                <a:schemeClr val="dk1"/>
              </a:buClr>
              <a:buSzPts val="1800"/>
              <a:buChar char="•"/>
              <a:defRPr/>
            </a:lvl8pPr>
            <a:lvl9pPr marL="3086100" lvl="8" indent="-257175" algn="l">
              <a:lnSpc>
                <a:spcPct val="90000"/>
              </a:lnSpc>
              <a:spcBef>
                <a:spcPts val="375"/>
              </a:spcBef>
              <a:spcAft>
                <a:spcPts val="0"/>
              </a:spcAft>
              <a:buClr>
                <a:schemeClr val="dk1"/>
              </a:buClr>
              <a:buSzPts val="1800"/>
              <a:buChar char="•"/>
              <a:defRPr/>
            </a:lvl9pPr>
          </a:lstStyle>
          <a:p>
            <a:pPr lvl="0"/>
            <a:r>
              <a:rPr lang="en-US"/>
              <a:t>Click to edit Master text styles</a:t>
            </a:r>
          </a:p>
        </p:txBody>
      </p:sp>
      <p:sp>
        <p:nvSpPr>
          <p:cNvPr id="112" name="Google Shape;112;p62"/>
          <p:cNvSpPr txBox="1">
            <a:spLocks noGrp="1"/>
          </p:cNvSpPr>
          <p:nvPr>
            <p:ph type="body" idx="3"/>
          </p:nvPr>
        </p:nvSpPr>
        <p:spPr>
          <a:xfrm>
            <a:off x="476844" y="2941438"/>
            <a:ext cx="2875957" cy="899814"/>
          </a:xfrm>
          <a:prstGeom prst="rect">
            <a:avLst/>
          </a:prstGeom>
          <a:noFill/>
          <a:ln>
            <a:noFill/>
          </a:ln>
        </p:spPr>
        <p:txBody>
          <a:bodyPr spcFirstLastPara="1" wrap="square" lIns="91425" tIns="45700" rIns="91425" bIns="45700" anchor="t" anchorCtr="0">
            <a:noAutofit/>
          </a:bodyPr>
          <a:lstStyle>
            <a:lvl1pPr marL="342900" lvl="0" indent="-171450" algn="l">
              <a:lnSpc>
                <a:spcPct val="100000"/>
              </a:lnSpc>
              <a:spcBef>
                <a:spcPts val="750"/>
              </a:spcBef>
              <a:spcAft>
                <a:spcPts val="0"/>
              </a:spcAft>
              <a:buSzPts val="2400"/>
              <a:buNone/>
              <a:defRPr/>
            </a:lvl1pPr>
            <a:lvl2pPr marL="685800" lvl="1" indent="-171450" algn="l">
              <a:lnSpc>
                <a:spcPct val="100000"/>
              </a:lnSpc>
              <a:spcBef>
                <a:spcPts val="600"/>
              </a:spcBef>
              <a:spcAft>
                <a:spcPts val="0"/>
              </a:spcAft>
              <a:buSzPts val="2400"/>
              <a:buNone/>
              <a:defRPr/>
            </a:lvl2pPr>
            <a:lvl3pPr marL="1028700" lvl="2" indent="-171450" algn="l">
              <a:lnSpc>
                <a:spcPct val="100000"/>
              </a:lnSpc>
              <a:spcBef>
                <a:spcPts val="600"/>
              </a:spcBef>
              <a:spcAft>
                <a:spcPts val="0"/>
              </a:spcAft>
              <a:buSzPts val="1920"/>
              <a:buNone/>
              <a:defRPr/>
            </a:lvl3pPr>
            <a:lvl4pPr marL="1371600" lvl="3" indent="-257175" algn="l">
              <a:lnSpc>
                <a:spcPct val="90000"/>
              </a:lnSpc>
              <a:spcBef>
                <a:spcPts val="600"/>
              </a:spcBef>
              <a:spcAft>
                <a:spcPts val="0"/>
              </a:spcAft>
              <a:buSzPts val="1800"/>
              <a:buChar char="•"/>
              <a:defRPr/>
            </a:lvl4pPr>
            <a:lvl5pPr marL="1714500" lvl="4" indent="-257175" algn="l">
              <a:lnSpc>
                <a:spcPct val="90000"/>
              </a:lnSpc>
              <a:spcBef>
                <a:spcPts val="375"/>
              </a:spcBef>
              <a:spcAft>
                <a:spcPts val="0"/>
              </a:spcAft>
              <a:buClr>
                <a:schemeClr val="accent1"/>
              </a:buClr>
              <a:buSzPts val="1800"/>
              <a:buChar char="•"/>
              <a:defRPr/>
            </a:lvl5pPr>
            <a:lvl6pPr marL="2057400" lvl="5" indent="-257175" algn="l">
              <a:lnSpc>
                <a:spcPct val="90000"/>
              </a:lnSpc>
              <a:spcBef>
                <a:spcPts val="375"/>
              </a:spcBef>
              <a:spcAft>
                <a:spcPts val="0"/>
              </a:spcAft>
              <a:buClr>
                <a:schemeClr val="dk1"/>
              </a:buClr>
              <a:buSzPts val="1800"/>
              <a:buChar char="•"/>
              <a:defRPr/>
            </a:lvl6pPr>
            <a:lvl7pPr marL="2400300" lvl="6" indent="-257175" algn="l">
              <a:lnSpc>
                <a:spcPct val="90000"/>
              </a:lnSpc>
              <a:spcBef>
                <a:spcPts val="375"/>
              </a:spcBef>
              <a:spcAft>
                <a:spcPts val="0"/>
              </a:spcAft>
              <a:buClr>
                <a:schemeClr val="dk1"/>
              </a:buClr>
              <a:buSzPts val="1800"/>
              <a:buChar char="•"/>
              <a:defRPr/>
            </a:lvl7pPr>
            <a:lvl8pPr marL="2743200" lvl="7" indent="-257175" algn="l">
              <a:lnSpc>
                <a:spcPct val="90000"/>
              </a:lnSpc>
              <a:spcBef>
                <a:spcPts val="375"/>
              </a:spcBef>
              <a:spcAft>
                <a:spcPts val="0"/>
              </a:spcAft>
              <a:buClr>
                <a:schemeClr val="dk1"/>
              </a:buClr>
              <a:buSzPts val="1800"/>
              <a:buChar char="•"/>
              <a:defRPr/>
            </a:lvl8pPr>
            <a:lvl9pPr marL="3086100" lvl="8" indent="-257175" algn="l">
              <a:lnSpc>
                <a:spcPct val="90000"/>
              </a:lnSpc>
              <a:spcBef>
                <a:spcPts val="375"/>
              </a:spcBef>
              <a:spcAft>
                <a:spcPts val="0"/>
              </a:spcAft>
              <a:buClr>
                <a:schemeClr val="dk1"/>
              </a:buClr>
              <a:buSzPts val="1800"/>
              <a:buChar char="•"/>
              <a:defRPr/>
            </a:lvl9pPr>
          </a:lstStyle>
          <a:p>
            <a:pPr lvl="0"/>
            <a:r>
              <a:rPr lang="en-US"/>
              <a:t>Click to edit Master text styles</a:t>
            </a:r>
          </a:p>
        </p:txBody>
      </p:sp>
      <p:sp>
        <p:nvSpPr>
          <p:cNvPr id="113" name="Google Shape;113;p62"/>
          <p:cNvSpPr txBox="1">
            <a:spLocks noGrp="1"/>
          </p:cNvSpPr>
          <p:nvPr>
            <p:ph type="body" idx="4"/>
          </p:nvPr>
        </p:nvSpPr>
        <p:spPr>
          <a:xfrm>
            <a:off x="3624200" y="2941439"/>
            <a:ext cx="8090957" cy="895515"/>
          </a:xfrm>
          <a:prstGeom prst="rect">
            <a:avLst/>
          </a:prstGeom>
          <a:noFill/>
          <a:ln>
            <a:noFill/>
          </a:ln>
        </p:spPr>
        <p:txBody>
          <a:bodyPr spcFirstLastPara="1" wrap="square" lIns="91425" tIns="45700" rIns="91425" bIns="45700" anchor="t" anchorCtr="0">
            <a:noAutofit/>
          </a:bodyPr>
          <a:lstStyle>
            <a:lvl1pPr marL="342900" lvl="0" indent="-257175" algn="l">
              <a:lnSpc>
                <a:spcPct val="100000"/>
              </a:lnSpc>
              <a:spcBef>
                <a:spcPts val="750"/>
              </a:spcBef>
              <a:spcAft>
                <a:spcPts val="0"/>
              </a:spcAft>
              <a:buSzPts val="1800"/>
              <a:buChar char="•"/>
              <a:defRPr sz="1350" b="0"/>
            </a:lvl1pPr>
            <a:lvl2pPr marL="685800" lvl="1" indent="-257175" algn="l">
              <a:lnSpc>
                <a:spcPct val="100000"/>
              </a:lnSpc>
              <a:spcBef>
                <a:spcPts val="600"/>
              </a:spcBef>
              <a:spcAft>
                <a:spcPts val="0"/>
              </a:spcAft>
              <a:buSzPts val="1800"/>
              <a:buChar char="−"/>
              <a:defRPr sz="1350" b="0"/>
            </a:lvl2pPr>
            <a:lvl3pPr marL="1028700" lvl="2" indent="-240029" algn="l">
              <a:lnSpc>
                <a:spcPct val="100000"/>
              </a:lnSpc>
              <a:spcBef>
                <a:spcPts val="600"/>
              </a:spcBef>
              <a:spcAft>
                <a:spcPts val="0"/>
              </a:spcAft>
              <a:buSzPts val="1440"/>
              <a:buChar char="▪"/>
              <a:defRPr sz="1350" b="0"/>
            </a:lvl3pPr>
            <a:lvl4pPr marL="1371600" lvl="3" indent="-257175" algn="l">
              <a:lnSpc>
                <a:spcPct val="90000"/>
              </a:lnSpc>
              <a:spcBef>
                <a:spcPts val="600"/>
              </a:spcBef>
              <a:spcAft>
                <a:spcPts val="0"/>
              </a:spcAft>
              <a:buSzPts val="1800"/>
              <a:buChar char="•"/>
              <a:defRPr/>
            </a:lvl4pPr>
            <a:lvl5pPr marL="1714500" lvl="4" indent="-257175" algn="l">
              <a:lnSpc>
                <a:spcPct val="90000"/>
              </a:lnSpc>
              <a:spcBef>
                <a:spcPts val="375"/>
              </a:spcBef>
              <a:spcAft>
                <a:spcPts val="0"/>
              </a:spcAft>
              <a:buClr>
                <a:schemeClr val="accent1"/>
              </a:buClr>
              <a:buSzPts val="1800"/>
              <a:buChar char="•"/>
              <a:defRPr/>
            </a:lvl5pPr>
            <a:lvl6pPr marL="2057400" lvl="5" indent="-257175" algn="l">
              <a:lnSpc>
                <a:spcPct val="90000"/>
              </a:lnSpc>
              <a:spcBef>
                <a:spcPts val="375"/>
              </a:spcBef>
              <a:spcAft>
                <a:spcPts val="0"/>
              </a:spcAft>
              <a:buClr>
                <a:schemeClr val="dk1"/>
              </a:buClr>
              <a:buSzPts val="1800"/>
              <a:buChar char="•"/>
              <a:defRPr/>
            </a:lvl6pPr>
            <a:lvl7pPr marL="2400300" lvl="6" indent="-257175" algn="l">
              <a:lnSpc>
                <a:spcPct val="90000"/>
              </a:lnSpc>
              <a:spcBef>
                <a:spcPts val="375"/>
              </a:spcBef>
              <a:spcAft>
                <a:spcPts val="0"/>
              </a:spcAft>
              <a:buClr>
                <a:schemeClr val="dk1"/>
              </a:buClr>
              <a:buSzPts val="1800"/>
              <a:buChar char="•"/>
              <a:defRPr/>
            </a:lvl7pPr>
            <a:lvl8pPr marL="2743200" lvl="7" indent="-257175" algn="l">
              <a:lnSpc>
                <a:spcPct val="90000"/>
              </a:lnSpc>
              <a:spcBef>
                <a:spcPts val="375"/>
              </a:spcBef>
              <a:spcAft>
                <a:spcPts val="0"/>
              </a:spcAft>
              <a:buClr>
                <a:schemeClr val="dk1"/>
              </a:buClr>
              <a:buSzPts val="1800"/>
              <a:buChar char="•"/>
              <a:defRPr/>
            </a:lvl8pPr>
            <a:lvl9pPr marL="3086100" lvl="8" indent="-257175" algn="l">
              <a:lnSpc>
                <a:spcPct val="90000"/>
              </a:lnSpc>
              <a:spcBef>
                <a:spcPts val="375"/>
              </a:spcBef>
              <a:spcAft>
                <a:spcPts val="0"/>
              </a:spcAft>
              <a:buClr>
                <a:schemeClr val="dk1"/>
              </a:buClr>
              <a:buSzPts val="1800"/>
              <a:buChar char="•"/>
              <a:defRPr/>
            </a:lvl9pPr>
          </a:lstStyle>
          <a:p>
            <a:pPr lvl="0"/>
            <a:r>
              <a:rPr lang="en-US"/>
              <a:t>Click to edit Master text styles</a:t>
            </a:r>
          </a:p>
        </p:txBody>
      </p:sp>
      <p:sp>
        <p:nvSpPr>
          <p:cNvPr id="114" name="Google Shape;114;p62"/>
          <p:cNvSpPr txBox="1">
            <a:spLocks noGrp="1"/>
          </p:cNvSpPr>
          <p:nvPr>
            <p:ph type="body" idx="5"/>
          </p:nvPr>
        </p:nvSpPr>
        <p:spPr>
          <a:xfrm>
            <a:off x="480444" y="4065961"/>
            <a:ext cx="2875957" cy="899814"/>
          </a:xfrm>
          <a:prstGeom prst="rect">
            <a:avLst/>
          </a:prstGeom>
          <a:noFill/>
          <a:ln>
            <a:noFill/>
          </a:ln>
        </p:spPr>
        <p:txBody>
          <a:bodyPr spcFirstLastPara="1" wrap="square" lIns="91425" tIns="45700" rIns="91425" bIns="45700" anchor="t" anchorCtr="0">
            <a:noAutofit/>
          </a:bodyPr>
          <a:lstStyle>
            <a:lvl1pPr marL="342900" lvl="0" indent="-171450" algn="l">
              <a:lnSpc>
                <a:spcPct val="100000"/>
              </a:lnSpc>
              <a:spcBef>
                <a:spcPts val="750"/>
              </a:spcBef>
              <a:spcAft>
                <a:spcPts val="0"/>
              </a:spcAft>
              <a:buSzPts val="2400"/>
              <a:buNone/>
              <a:defRPr/>
            </a:lvl1pPr>
            <a:lvl2pPr marL="685800" lvl="1" indent="-171450" algn="l">
              <a:lnSpc>
                <a:spcPct val="100000"/>
              </a:lnSpc>
              <a:spcBef>
                <a:spcPts val="600"/>
              </a:spcBef>
              <a:spcAft>
                <a:spcPts val="0"/>
              </a:spcAft>
              <a:buSzPts val="2400"/>
              <a:buNone/>
              <a:defRPr/>
            </a:lvl2pPr>
            <a:lvl3pPr marL="1028700" lvl="2" indent="-171450" algn="l">
              <a:lnSpc>
                <a:spcPct val="100000"/>
              </a:lnSpc>
              <a:spcBef>
                <a:spcPts val="600"/>
              </a:spcBef>
              <a:spcAft>
                <a:spcPts val="0"/>
              </a:spcAft>
              <a:buSzPts val="1920"/>
              <a:buNone/>
              <a:defRPr/>
            </a:lvl3pPr>
            <a:lvl4pPr marL="1371600" lvl="3" indent="-257175" algn="l">
              <a:lnSpc>
                <a:spcPct val="90000"/>
              </a:lnSpc>
              <a:spcBef>
                <a:spcPts val="600"/>
              </a:spcBef>
              <a:spcAft>
                <a:spcPts val="0"/>
              </a:spcAft>
              <a:buSzPts val="1800"/>
              <a:buChar char="•"/>
              <a:defRPr/>
            </a:lvl4pPr>
            <a:lvl5pPr marL="1714500" lvl="4" indent="-257175" algn="l">
              <a:lnSpc>
                <a:spcPct val="90000"/>
              </a:lnSpc>
              <a:spcBef>
                <a:spcPts val="375"/>
              </a:spcBef>
              <a:spcAft>
                <a:spcPts val="0"/>
              </a:spcAft>
              <a:buClr>
                <a:schemeClr val="accent1"/>
              </a:buClr>
              <a:buSzPts val="1800"/>
              <a:buChar char="•"/>
              <a:defRPr/>
            </a:lvl5pPr>
            <a:lvl6pPr marL="2057400" lvl="5" indent="-257175" algn="l">
              <a:lnSpc>
                <a:spcPct val="90000"/>
              </a:lnSpc>
              <a:spcBef>
                <a:spcPts val="375"/>
              </a:spcBef>
              <a:spcAft>
                <a:spcPts val="0"/>
              </a:spcAft>
              <a:buClr>
                <a:schemeClr val="dk1"/>
              </a:buClr>
              <a:buSzPts val="1800"/>
              <a:buChar char="•"/>
              <a:defRPr/>
            </a:lvl6pPr>
            <a:lvl7pPr marL="2400300" lvl="6" indent="-257175" algn="l">
              <a:lnSpc>
                <a:spcPct val="90000"/>
              </a:lnSpc>
              <a:spcBef>
                <a:spcPts val="375"/>
              </a:spcBef>
              <a:spcAft>
                <a:spcPts val="0"/>
              </a:spcAft>
              <a:buClr>
                <a:schemeClr val="dk1"/>
              </a:buClr>
              <a:buSzPts val="1800"/>
              <a:buChar char="•"/>
              <a:defRPr/>
            </a:lvl7pPr>
            <a:lvl8pPr marL="2743200" lvl="7" indent="-257175" algn="l">
              <a:lnSpc>
                <a:spcPct val="90000"/>
              </a:lnSpc>
              <a:spcBef>
                <a:spcPts val="375"/>
              </a:spcBef>
              <a:spcAft>
                <a:spcPts val="0"/>
              </a:spcAft>
              <a:buClr>
                <a:schemeClr val="dk1"/>
              </a:buClr>
              <a:buSzPts val="1800"/>
              <a:buChar char="•"/>
              <a:defRPr/>
            </a:lvl8pPr>
            <a:lvl9pPr marL="3086100" lvl="8" indent="-257175" algn="l">
              <a:lnSpc>
                <a:spcPct val="90000"/>
              </a:lnSpc>
              <a:spcBef>
                <a:spcPts val="375"/>
              </a:spcBef>
              <a:spcAft>
                <a:spcPts val="0"/>
              </a:spcAft>
              <a:buClr>
                <a:schemeClr val="dk1"/>
              </a:buClr>
              <a:buSzPts val="1800"/>
              <a:buChar char="•"/>
              <a:defRPr/>
            </a:lvl9pPr>
          </a:lstStyle>
          <a:p>
            <a:pPr lvl="0"/>
            <a:r>
              <a:rPr lang="en-US"/>
              <a:t>Click to edit Master text styles</a:t>
            </a:r>
          </a:p>
        </p:txBody>
      </p:sp>
      <p:sp>
        <p:nvSpPr>
          <p:cNvPr id="115" name="Google Shape;115;p62"/>
          <p:cNvSpPr txBox="1">
            <a:spLocks noGrp="1"/>
          </p:cNvSpPr>
          <p:nvPr>
            <p:ph type="body" idx="6"/>
          </p:nvPr>
        </p:nvSpPr>
        <p:spPr>
          <a:xfrm>
            <a:off x="3627803" y="4065962"/>
            <a:ext cx="8090957" cy="895515"/>
          </a:xfrm>
          <a:prstGeom prst="rect">
            <a:avLst/>
          </a:prstGeom>
          <a:noFill/>
          <a:ln>
            <a:noFill/>
          </a:ln>
        </p:spPr>
        <p:txBody>
          <a:bodyPr spcFirstLastPara="1" wrap="square" lIns="91425" tIns="45700" rIns="91425" bIns="45700" anchor="t" anchorCtr="0">
            <a:noAutofit/>
          </a:bodyPr>
          <a:lstStyle>
            <a:lvl1pPr marL="342900" lvl="0" indent="-257175" algn="l">
              <a:lnSpc>
                <a:spcPct val="100000"/>
              </a:lnSpc>
              <a:spcBef>
                <a:spcPts val="750"/>
              </a:spcBef>
              <a:spcAft>
                <a:spcPts val="0"/>
              </a:spcAft>
              <a:buSzPts val="1800"/>
              <a:buChar char="•"/>
              <a:defRPr sz="1350" b="0"/>
            </a:lvl1pPr>
            <a:lvl2pPr marL="685800" lvl="1" indent="-257175" algn="l">
              <a:lnSpc>
                <a:spcPct val="100000"/>
              </a:lnSpc>
              <a:spcBef>
                <a:spcPts val="600"/>
              </a:spcBef>
              <a:spcAft>
                <a:spcPts val="0"/>
              </a:spcAft>
              <a:buSzPts val="1800"/>
              <a:buChar char="−"/>
              <a:defRPr sz="1350" b="0"/>
            </a:lvl2pPr>
            <a:lvl3pPr marL="1028700" lvl="2" indent="-240029" algn="l">
              <a:lnSpc>
                <a:spcPct val="100000"/>
              </a:lnSpc>
              <a:spcBef>
                <a:spcPts val="600"/>
              </a:spcBef>
              <a:spcAft>
                <a:spcPts val="0"/>
              </a:spcAft>
              <a:buSzPts val="1440"/>
              <a:buChar char="▪"/>
              <a:defRPr sz="1350" b="0"/>
            </a:lvl3pPr>
            <a:lvl4pPr marL="1371600" lvl="3" indent="-257175" algn="l">
              <a:lnSpc>
                <a:spcPct val="90000"/>
              </a:lnSpc>
              <a:spcBef>
                <a:spcPts val="600"/>
              </a:spcBef>
              <a:spcAft>
                <a:spcPts val="0"/>
              </a:spcAft>
              <a:buSzPts val="1800"/>
              <a:buChar char="•"/>
              <a:defRPr/>
            </a:lvl4pPr>
            <a:lvl5pPr marL="1714500" lvl="4" indent="-257175" algn="l">
              <a:lnSpc>
                <a:spcPct val="90000"/>
              </a:lnSpc>
              <a:spcBef>
                <a:spcPts val="375"/>
              </a:spcBef>
              <a:spcAft>
                <a:spcPts val="0"/>
              </a:spcAft>
              <a:buClr>
                <a:schemeClr val="accent1"/>
              </a:buClr>
              <a:buSzPts val="1800"/>
              <a:buChar char="•"/>
              <a:defRPr/>
            </a:lvl5pPr>
            <a:lvl6pPr marL="2057400" lvl="5" indent="-257175" algn="l">
              <a:lnSpc>
                <a:spcPct val="90000"/>
              </a:lnSpc>
              <a:spcBef>
                <a:spcPts val="375"/>
              </a:spcBef>
              <a:spcAft>
                <a:spcPts val="0"/>
              </a:spcAft>
              <a:buClr>
                <a:schemeClr val="dk1"/>
              </a:buClr>
              <a:buSzPts val="1800"/>
              <a:buChar char="•"/>
              <a:defRPr/>
            </a:lvl6pPr>
            <a:lvl7pPr marL="2400300" lvl="6" indent="-257175" algn="l">
              <a:lnSpc>
                <a:spcPct val="90000"/>
              </a:lnSpc>
              <a:spcBef>
                <a:spcPts val="375"/>
              </a:spcBef>
              <a:spcAft>
                <a:spcPts val="0"/>
              </a:spcAft>
              <a:buClr>
                <a:schemeClr val="dk1"/>
              </a:buClr>
              <a:buSzPts val="1800"/>
              <a:buChar char="•"/>
              <a:defRPr/>
            </a:lvl7pPr>
            <a:lvl8pPr marL="2743200" lvl="7" indent="-257175" algn="l">
              <a:lnSpc>
                <a:spcPct val="90000"/>
              </a:lnSpc>
              <a:spcBef>
                <a:spcPts val="375"/>
              </a:spcBef>
              <a:spcAft>
                <a:spcPts val="0"/>
              </a:spcAft>
              <a:buClr>
                <a:schemeClr val="dk1"/>
              </a:buClr>
              <a:buSzPts val="1800"/>
              <a:buChar char="•"/>
              <a:defRPr/>
            </a:lvl8pPr>
            <a:lvl9pPr marL="3086100" lvl="8" indent="-257175" algn="l">
              <a:lnSpc>
                <a:spcPct val="90000"/>
              </a:lnSpc>
              <a:spcBef>
                <a:spcPts val="375"/>
              </a:spcBef>
              <a:spcAft>
                <a:spcPts val="0"/>
              </a:spcAft>
              <a:buClr>
                <a:schemeClr val="dk1"/>
              </a:buClr>
              <a:buSzPts val="1800"/>
              <a:buChar char="•"/>
              <a:defRPr/>
            </a:lvl9pPr>
          </a:lstStyle>
          <a:p>
            <a:pPr lvl="0"/>
            <a:r>
              <a:rPr lang="en-US"/>
              <a:t>Click to edit Master text styles</a:t>
            </a:r>
          </a:p>
        </p:txBody>
      </p:sp>
      <p:sp>
        <p:nvSpPr>
          <p:cNvPr id="116" name="Google Shape;116;p62"/>
          <p:cNvSpPr txBox="1">
            <a:spLocks noGrp="1"/>
          </p:cNvSpPr>
          <p:nvPr>
            <p:ph type="body" idx="7"/>
          </p:nvPr>
        </p:nvSpPr>
        <p:spPr>
          <a:xfrm>
            <a:off x="480444" y="5181771"/>
            <a:ext cx="2875957" cy="899814"/>
          </a:xfrm>
          <a:prstGeom prst="rect">
            <a:avLst/>
          </a:prstGeom>
          <a:noFill/>
          <a:ln>
            <a:noFill/>
          </a:ln>
        </p:spPr>
        <p:txBody>
          <a:bodyPr spcFirstLastPara="1" wrap="square" lIns="91425" tIns="45700" rIns="91425" bIns="45700" anchor="t" anchorCtr="0">
            <a:noAutofit/>
          </a:bodyPr>
          <a:lstStyle>
            <a:lvl1pPr marL="342900" lvl="0" indent="-171450" algn="l">
              <a:lnSpc>
                <a:spcPct val="100000"/>
              </a:lnSpc>
              <a:spcBef>
                <a:spcPts val="750"/>
              </a:spcBef>
              <a:spcAft>
                <a:spcPts val="0"/>
              </a:spcAft>
              <a:buSzPts val="2400"/>
              <a:buNone/>
              <a:defRPr/>
            </a:lvl1pPr>
            <a:lvl2pPr marL="685800" lvl="1" indent="-171450" algn="l">
              <a:lnSpc>
                <a:spcPct val="100000"/>
              </a:lnSpc>
              <a:spcBef>
                <a:spcPts val="600"/>
              </a:spcBef>
              <a:spcAft>
                <a:spcPts val="0"/>
              </a:spcAft>
              <a:buSzPts val="2400"/>
              <a:buNone/>
              <a:defRPr/>
            </a:lvl2pPr>
            <a:lvl3pPr marL="1028700" lvl="2" indent="-171450" algn="l">
              <a:lnSpc>
                <a:spcPct val="100000"/>
              </a:lnSpc>
              <a:spcBef>
                <a:spcPts val="600"/>
              </a:spcBef>
              <a:spcAft>
                <a:spcPts val="0"/>
              </a:spcAft>
              <a:buSzPts val="1920"/>
              <a:buNone/>
              <a:defRPr/>
            </a:lvl3pPr>
            <a:lvl4pPr marL="1371600" lvl="3" indent="-257175" algn="l">
              <a:lnSpc>
                <a:spcPct val="90000"/>
              </a:lnSpc>
              <a:spcBef>
                <a:spcPts val="600"/>
              </a:spcBef>
              <a:spcAft>
                <a:spcPts val="0"/>
              </a:spcAft>
              <a:buSzPts val="1800"/>
              <a:buChar char="•"/>
              <a:defRPr/>
            </a:lvl4pPr>
            <a:lvl5pPr marL="1714500" lvl="4" indent="-257175" algn="l">
              <a:lnSpc>
                <a:spcPct val="90000"/>
              </a:lnSpc>
              <a:spcBef>
                <a:spcPts val="375"/>
              </a:spcBef>
              <a:spcAft>
                <a:spcPts val="0"/>
              </a:spcAft>
              <a:buClr>
                <a:schemeClr val="accent1"/>
              </a:buClr>
              <a:buSzPts val="1800"/>
              <a:buChar char="•"/>
              <a:defRPr/>
            </a:lvl5pPr>
            <a:lvl6pPr marL="2057400" lvl="5" indent="-257175" algn="l">
              <a:lnSpc>
                <a:spcPct val="90000"/>
              </a:lnSpc>
              <a:spcBef>
                <a:spcPts val="375"/>
              </a:spcBef>
              <a:spcAft>
                <a:spcPts val="0"/>
              </a:spcAft>
              <a:buClr>
                <a:schemeClr val="dk1"/>
              </a:buClr>
              <a:buSzPts val="1800"/>
              <a:buChar char="•"/>
              <a:defRPr/>
            </a:lvl6pPr>
            <a:lvl7pPr marL="2400300" lvl="6" indent="-257175" algn="l">
              <a:lnSpc>
                <a:spcPct val="90000"/>
              </a:lnSpc>
              <a:spcBef>
                <a:spcPts val="375"/>
              </a:spcBef>
              <a:spcAft>
                <a:spcPts val="0"/>
              </a:spcAft>
              <a:buClr>
                <a:schemeClr val="dk1"/>
              </a:buClr>
              <a:buSzPts val="1800"/>
              <a:buChar char="•"/>
              <a:defRPr/>
            </a:lvl7pPr>
            <a:lvl8pPr marL="2743200" lvl="7" indent="-257175" algn="l">
              <a:lnSpc>
                <a:spcPct val="90000"/>
              </a:lnSpc>
              <a:spcBef>
                <a:spcPts val="375"/>
              </a:spcBef>
              <a:spcAft>
                <a:spcPts val="0"/>
              </a:spcAft>
              <a:buClr>
                <a:schemeClr val="dk1"/>
              </a:buClr>
              <a:buSzPts val="1800"/>
              <a:buChar char="•"/>
              <a:defRPr/>
            </a:lvl8pPr>
            <a:lvl9pPr marL="3086100" lvl="8" indent="-257175" algn="l">
              <a:lnSpc>
                <a:spcPct val="90000"/>
              </a:lnSpc>
              <a:spcBef>
                <a:spcPts val="375"/>
              </a:spcBef>
              <a:spcAft>
                <a:spcPts val="0"/>
              </a:spcAft>
              <a:buClr>
                <a:schemeClr val="dk1"/>
              </a:buClr>
              <a:buSzPts val="1800"/>
              <a:buChar char="•"/>
              <a:defRPr/>
            </a:lvl9pPr>
          </a:lstStyle>
          <a:p>
            <a:pPr lvl="0"/>
            <a:r>
              <a:rPr lang="en-US"/>
              <a:t>Click to edit Master text styles</a:t>
            </a:r>
          </a:p>
        </p:txBody>
      </p:sp>
      <p:sp>
        <p:nvSpPr>
          <p:cNvPr id="117" name="Google Shape;117;p62"/>
          <p:cNvSpPr txBox="1">
            <a:spLocks noGrp="1"/>
          </p:cNvSpPr>
          <p:nvPr>
            <p:ph type="body" idx="8"/>
          </p:nvPr>
        </p:nvSpPr>
        <p:spPr>
          <a:xfrm>
            <a:off x="3627803" y="5181772"/>
            <a:ext cx="8090957" cy="895515"/>
          </a:xfrm>
          <a:prstGeom prst="rect">
            <a:avLst/>
          </a:prstGeom>
          <a:noFill/>
          <a:ln>
            <a:noFill/>
          </a:ln>
        </p:spPr>
        <p:txBody>
          <a:bodyPr spcFirstLastPara="1" wrap="square" lIns="91425" tIns="45700" rIns="91425" bIns="45700" anchor="t" anchorCtr="0">
            <a:noAutofit/>
          </a:bodyPr>
          <a:lstStyle>
            <a:lvl1pPr marL="342900" lvl="0" indent="-257175" algn="l">
              <a:lnSpc>
                <a:spcPct val="100000"/>
              </a:lnSpc>
              <a:spcBef>
                <a:spcPts val="750"/>
              </a:spcBef>
              <a:spcAft>
                <a:spcPts val="0"/>
              </a:spcAft>
              <a:buSzPts val="1800"/>
              <a:buChar char="•"/>
              <a:defRPr sz="1350" b="0"/>
            </a:lvl1pPr>
            <a:lvl2pPr marL="685800" lvl="1" indent="-257175" algn="l">
              <a:lnSpc>
                <a:spcPct val="100000"/>
              </a:lnSpc>
              <a:spcBef>
                <a:spcPts val="600"/>
              </a:spcBef>
              <a:spcAft>
                <a:spcPts val="0"/>
              </a:spcAft>
              <a:buSzPts val="1800"/>
              <a:buChar char="−"/>
              <a:defRPr sz="1350" b="0"/>
            </a:lvl2pPr>
            <a:lvl3pPr marL="1028700" lvl="2" indent="-240029" algn="l">
              <a:lnSpc>
                <a:spcPct val="100000"/>
              </a:lnSpc>
              <a:spcBef>
                <a:spcPts val="600"/>
              </a:spcBef>
              <a:spcAft>
                <a:spcPts val="0"/>
              </a:spcAft>
              <a:buSzPts val="1440"/>
              <a:buChar char="▪"/>
              <a:defRPr sz="1350" b="0"/>
            </a:lvl3pPr>
            <a:lvl4pPr marL="1371600" lvl="3" indent="-257175" algn="l">
              <a:lnSpc>
                <a:spcPct val="90000"/>
              </a:lnSpc>
              <a:spcBef>
                <a:spcPts val="600"/>
              </a:spcBef>
              <a:spcAft>
                <a:spcPts val="0"/>
              </a:spcAft>
              <a:buSzPts val="1800"/>
              <a:buChar char="•"/>
              <a:defRPr/>
            </a:lvl4pPr>
            <a:lvl5pPr marL="1714500" lvl="4" indent="-257175" algn="l">
              <a:lnSpc>
                <a:spcPct val="90000"/>
              </a:lnSpc>
              <a:spcBef>
                <a:spcPts val="375"/>
              </a:spcBef>
              <a:spcAft>
                <a:spcPts val="0"/>
              </a:spcAft>
              <a:buClr>
                <a:schemeClr val="accent1"/>
              </a:buClr>
              <a:buSzPts val="1800"/>
              <a:buChar char="•"/>
              <a:defRPr/>
            </a:lvl5pPr>
            <a:lvl6pPr marL="2057400" lvl="5" indent="-257175" algn="l">
              <a:lnSpc>
                <a:spcPct val="90000"/>
              </a:lnSpc>
              <a:spcBef>
                <a:spcPts val="375"/>
              </a:spcBef>
              <a:spcAft>
                <a:spcPts val="0"/>
              </a:spcAft>
              <a:buClr>
                <a:schemeClr val="dk1"/>
              </a:buClr>
              <a:buSzPts val="1800"/>
              <a:buChar char="•"/>
              <a:defRPr/>
            </a:lvl6pPr>
            <a:lvl7pPr marL="2400300" lvl="6" indent="-257175" algn="l">
              <a:lnSpc>
                <a:spcPct val="90000"/>
              </a:lnSpc>
              <a:spcBef>
                <a:spcPts val="375"/>
              </a:spcBef>
              <a:spcAft>
                <a:spcPts val="0"/>
              </a:spcAft>
              <a:buClr>
                <a:schemeClr val="dk1"/>
              </a:buClr>
              <a:buSzPts val="1800"/>
              <a:buChar char="•"/>
              <a:defRPr/>
            </a:lvl7pPr>
            <a:lvl8pPr marL="2743200" lvl="7" indent="-257175" algn="l">
              <a:lnSpc>
                <a:spcPct val="90000"/>
              </a:lnSpc>
              <a:spcBef>
                <a:spcPts val="375"/>
              </a:spcBef>
              <a:spcAft>
                <a:spcPts val="0"/>
              </a:spcAft>
              <a:buClr>
                <a:schemeClr val="dk1"/>
              </a:buClr>
              <a:buSzPts val="1800"/>
              <a:buChar char="•"/>
              <a:defRPr/>
            </a:lvl8pPr>
            <a:lvl9pPr marL="3086100" lvl="8" indent="-257175" algn="l">
              <a:lnSpc>
                <a:spcPct val="90000"/>
              </a:lnSpc>
              <a:spcBef>
                <a:spcPts val="375"/>
              </a:spcBef>
              <a:spcAft>
                <a:spcPts val="0"/>
              </a:spcAft>
              <a:buClr>
                <a:schemeClr val="dk1"/>
              </a:buClr>
              <a:buSzPts val="1800"/>
              <a:buChar char="•"/>
              <a:defRPr/>
            </a:lvl9pPr>
          </a:lstStyle>
          <a:p>
            <a:pPr lvl="0"/>
            <a:r>
              <a:rPr lang="en-US"/>
              <a:t>Click to edit Master text styles</a:t>
            </a:r>
          </a:p>
        </p:txBody>
      </p:sp>
    </p:spTree>
    <p:extLst>
      <p:ext uri="{BB962C8B-B14F-4D97-AF65-F5344CB8AC3E}">
        <p14:creationId xmlns:p14="http://schemas.microsoft.com/office/powerpoint/2010/main" val="3568730242"/>
      </p:ext>
    </p:extLst>
  </p:cSld>
  <p:clrMapOvr>
    <a:masterClrMapping/>
  </p:clrMapOvr>
</p:sldLayout>
</file>

<file path=ppt/slideLayouts/slideLayout57.xml><?xml version="1.0" encoding="utf-8"?>
<p:sldLayout xmlns:a="http://schemas.openxmlformats.org/drawingml/2006/main" xmlns:r="http://schemas.openxmlformats.org/officeDocument/2006/relationships" xmlns:p="http://schemas.openxmlformats.org/presentationml/2006/main" preserve="1">
  <p:cSld name="1_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pPr lvl="0"/>
            <a:fld id="{6062AD2B-FFE7-4EDF-BF1C-AF911F3B64C9}" type="datetime1">
              <a:rPr lang="en-US" smtClean="0"/>
              <a:pPr lvl="0"/>
              <a:t>12/4/2024</a:t>
            </a:fld>
            <a:endParaRPr lang="en-US"/>
          </a:p>
        </p:txBody>
      </p:sp>
      <p:sp>
        <p:nvSpPr>
          <p:cNvPr id="3" name="Footer Placeholder 2"/>
          <p:cNvSpPr>
            <a:spLocks noGrp="1"/>
          </p:cNvSpPr>
          <p:nvPr>
            <p:ph type="ftr" sz="quarter" idx="11"/>
          </p:nvPr>
        </p:nvSpPr>
        <p:spPr/>
        <p:txBody>
          <a:bodyPr/>
          <a:lstStyle/>
          <a:p>
            <a:pPr lvl="0"/>
            <a:endParaRPr lang="en-US"/>
          </a:p>
        </p:txBody>
      </p:sp>
      <p:sp>
        <p:nvSpPr>
          <p:cNvPr id="4" name="Slide Number Placeholder 3"/>
          <p:cNvSpPr>
            <a:spLocks noGrp="1"/>
          </p:cNvSpPr>
          <p:nvPr>
            <p:ph type="sldNum" sz="quarter" idx="12"/>
          </p:nvPr>
        </p:nvSpPr>
        <p:spPr/>
        <p:txBody>
          <a:bodyPr/>
          <a:lstStyle/>
          <a:p>
            <a:pPr lvl="0"/>
            <a:fld id="{62262A19-C809-4066-BCFF-D0801F1AFFF0}" type="slidenum">
              <a:t>‹#›</a:t>
            </a:fld>
            <a:endParaRPr lang="en-US"/>
          </a:p>
        </p:txBody>
      </p:sp>
      <p:sp>
        <p:nvSpPr>
          <p:cNvPr id="5" name="Title 1"/>
          <p:cNvSpPr>
            <a:spLocks noGrp="1"/>
          </p:cNvSpPr>
          <p:nvPr>
            <p:ph type="title"/>
          </p:nvPr>
        </p:nvSpPr>
        <p:spPr>
          <a:xfrm>
            <a:off x="609600" y="274680"/>
            <a:ext cx="10972320" cy="1142640"/>
          </a:xfrm>
        </p:spPr>
        <p:txBody>
          <a:bodyPr/>
          <a:lstStyle/>
          <a:p>
            <a:r>
              <a:rPr lang="en-US"/>
              <a:t>Click to edit Master title style</a:t>
            </a:r>
            <a:endParaRPr lang="ru-RU"/>
          </a:p>
        </p:txBody>
      </p:sp>
      <p:sp>
        <p:nvSpPr>
          <p:cNvPr id="7" name="Content Placeholder 6"/>
          <p:cNvSpPr>
            <a:spLocks noGrp="1"/>
          </p:cNvSpPr>
          <p:nvPr>
            <p:ph sz="quarter" idx="13"/>
          </p:nvPr>
        </p:nvSpPr>
        <p:spPr>
          <a:xfrm>
            <a:off x="609600" y="1676400"/>
            <a:ext cx="10972800" cy="9144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9" name="Picture Placeholder 8"/>
          <p:cNvSpPr>
            <a:spLocks noGrp="1"/>
          </p:cNvSpPr>
          <p:nvPr>
            <p:ph type="pic" sz="quarter" idx="14"/>
          </p:nvPr>
        </p:nvSpPr>
        <p:spPr>
          <a:xfrm>
            <a:off x="4673600" y="2895600"/>
            <a:ext cx="1625600" cy="1371600"/>
          </a:xfrm>
        </p:spPr>
        <p:txBody>
          <a:bodyPr/>
          <a:lstStyle/>
          <a:p>
            <a:r>
              <a:rPr lang="en-US"/>
              <a:t>Click icon to add picture</a:t>
            </a:r>
          </a:p>
        </p:txBody>
      </p:sp>
      <p:sp>
        <p:nvSpPr>
          <p:cNvPr id="11" name="Picture Placeholder 10"/>
          <p:cNvSpPr>
            <a:spLocks noGrp="1"/>
          </p:cNvSpPr>
          <p:nvPr>
            <p:ph type="pic" sz="quarter" idx="15"/>
          </p:nvPr>
        </p:nvSpPr>
        <p:spPr>
          <a:xfrm>
            <a:off x="6908800" y="2819400"/>
            <a:ext cx="2540000" cy="1447800"/>
          </a:xfrm>
        </p:spPr>
        <p:txBody>
          <a:bodyPr/>
          <a:lstStyle/>
          <a:p>
            <a:r>
              <a:rPr lang="en-US"/>
              <a:t>Click icon to add picture</a:t>
            </a:r>
          </a:p>
        </p:txBody>
      </p:sp>
      <p:sp>
        <p:nvSpPr>
          <p:cNvPr id="13" name="Content Placeholder 12"/>
          <p:cNvSpPr>
            <a:spLocks noGrp="1"/>
          </p:cNvSpPr>
          <p:nvPr>
            <p:ph sz="quarter" idx="16"/>
          </p:nvPr>
        </p:nvSpPr>
        <p:spPr>
          <a:xfrm>
            <a:off x="609600" y="4419600"/>
            <a:ext cx="11074400" cy="9144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2871018997"/>
      </p:ext>
    </p:extLst>
  </p:cSld>
  <p:clrMapOvr>
    <a:masterClrMapping/>
  </p:clrMapOvr>
  <p:hf sldNum="0" hdr="0" ftr="0" dt="0"/>
</p:sldLayout>
</file>

<file path=ppt/slideLayouts/slideLayout58.xml><?xml version="1.0" encoding="utf-8"?>
<p:sldLayout xmlns:a="http://schemas.openxmlformats.org/drawingml/2006/main" xmlns:r="http://schemas.openxmlformats.org/officeDocument/2006/relationships" xmlns:p="http://schemas.openxmlformats.org/presentationml/2006/main" preserve="1">
  <p:cSld name="2_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pPr lvl="0"/>
            <a:fld id="{833EE582-07FE-4340-B291-A98D6735D754}" type="datetime1">
              <a:rPr lang="en-US" smtClean="0"/>
              <a:pPr lvl="0"/>
              <a:t>12/4/2024</a:t>
            </a:fld>
            <a:endParaRPr lang="en-US"/>
          </a:p>
        </p:txBody>
      </p:sp>
      <p:sp>
        <p:nvSpPr>
          <p:cNvPr id="3" name="Footer Placeholder 2"/>
          <p:cNvSpPr>
            <a:spLocks noGrp="1"/>
          </p:cNvSpPr>
          <p:nvPr>
            <p:ph type="ftr" sz="quarter" idx="11"/>
          </p:nvPr>
        </p:nvSpPr>
        <p:spPr/>
        <p:txBody>
          <a:bodyPr/>
          <a:lstStyle/>
          <a:p>
            <a:pPr lvl="0"/>
            <a:endParaRPr lang="en-US"/>
          </a:p>
        </p:txBody>
      </p:sp>
      <p:sp>
        <p:nvSpPr>
          <p:cNvPr id="4" name="Slide Number Placeholder 3"/>
          <p:cNvSpPr>
            <a:spLocks noGrp="1"/>
          </p:cNvSpPr>
          <p:nvPr>
            <p:ph type="sldNum" sz="quarter" idx="12"/>
          </p:nvPr>
        </p:nvSpPr>
        <p:spPr/>
        <p:txBody>
          <a:bodyPr/>
          <a:lstStyle/>
          <a:p>
            <a:pPr lvl="0"/>
            <a:fld id="{B6AF2B55-1CEC-4C2F-9FA6-21EDF5D4E06D}" type="slidenum">
              <a:t>‹#›</a:t>
            </a:fld>
            <a:endParaRPr lang="en-US"/>
          </a:p>
        </p:txBody>
      </p:sp>
      <p:sp>
        <p:nvSpPr>
          <p:cNvPr id="6" name="Title 1"/>
          <p:cNvSpPr>
            <a:spLocks noGrp="1"/>
          </p:cNvSpPr>
          <p:nvPr>
            <p:ph type="title"/>
          </p:nvPr>
        </p:nvSpPr>
        <p:spPr>
          <a:xfrm>
            <a:off x="609600" y="273600"/>
            <a:ext cx="10972320" cy="1144800"/>
          </a:xfrm>
        </p:spPr>
        <p:txBody>
          <a:bodyPr/>
          <a:lstStyle/>
          <a:p>
            <a:r>
              <a:rPr lang="en-US"/>
              <a:t>Click to edit Master title style</a:t>
            </a:r>
            <a:endParaRPr lang="ru-RU"/>
          </a:p>
        </p:txBody>
      </p:sp>
      <p:sp>
        <p:nvSpPr>
          <p:cNvPr id="8" name="Content Placeholder 7"/>
          <p:cNvSpPr>
            <a:spLocks noGrp="1"/>
          </p:cNvSpPr>
          <p:nvPr>
            <p:ph sz="quarter" idx="13"/>
          </p:nvPr>
        </p:nvSpPr>
        <p:spPr>
          <a:xfrm>
            <a:off x="609600" y="1676400"/>
            <a:ext cx="11074400" cy="11430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0" name="Picture Placeholder 9"/>
          <p:cNvSpPr>
            <a:spLocks noGrp="1"/>
          </p:cNvSpPr>
          <p:nvPr>
            <p:ph type="pic" sz="quarter" idx="14"/>
          </p:nvPr>
        </p:nvSpPr>
        <p:spPr>
          <a:xfrm>
            <a:off x="2235200" y="3124200"/>
            <a:ext cx="1828800" cy="1447800"/>
          </a:xfrm>
        </p:spPr>
        <p:txBody>
          <a:bodyPr/>
          <a:lstStyle/>
          <a:p>
            <a:r>
              <a:rPr lang="en-US"/>
              <a:t>Click icon to add picture</a:t>
            </a:r>
          </a:p>
        </p:txBody>
      </p:sp>
      <p:sp>
        <p:nvSpPr>
          <p:cNvPr id="12" name="Picture Placeholder 11"/>
          <p:cNvSpPr>
            <a:spLocks noGrp="1"/>
          </p:cNvSpPr>
          <p:nvPr>
            <p:ph type="pic" sz="quarter" idx="15"/>
          </p:nvPr>
        </p:nvSpPr>
        <p:spPr>
          <a:xfrm>
            <a:off x="6807200" y="3124200"/>
            <a:ext cx="2438400" cy="1371600"/>
          </a:xfrm>
        </p:spPr>
        <p:txBody>
          <a:bodyPr/>
          <a:lstStyle/>
          <a:p>
            <a:r>
              <a:rPr lang="en-US"/>
              <a:t>Click icon to add picture</a:t>
            </a:r>
          </a:p>
        </p:txBody>
      </p:sp>
      <p:sp>
        <p:nvSpPr>
          <p:cNvPr id="14" name="Content Placeholder 13"/>
          <p:cNvSpPr>
            <a:spLocks noGrp="1"/>
          </p:cNvSpPr>
          <p:nvPr>
            <p:ph sz="quarter" idx="16"/>
          </p:nvPr>
        </p:nvSpPr>
        <p:spPr>
          <a:xfrm>
            <a:off x="508000" y="4800600"/>
            <a:ext cx="11176000" cy="10668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3271283720"/>
      </p:ext>
    </p:extLst>
  </p:cSld>
  <p:clrMapOvr>
    <a:masterClrMapping/>
  </p:clrMapOvr>
  <p:hf sldNum="0" hdr="0" ftr="0" dt="0"/>
</p:sldLayout>
</file>

<file path=ppt/slideLayouts/slideLayout59.xml><?xml version="1.0" encoding="utf-8"?>
<p:sldLayout xmlns:a="http://schemas.openxmlformats.org/drawingml/2006/main" xmlns:r="http://schemas.openxmlformats.org/officeDocument/2006/relationships" xmlns:p="http://schemas.openxmlformats.org/presentationml/2006/main" preserve="1">
  <p:cSld name="3_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pPr lvl="0"/>
            <a:fld id="{C41CBDD0-2F03-4EEE-B0BA-DAD5A187BF4A}" type="datetime1">
              <a:rPr lang="en-US" smtClean="0"/>
              <a:pPr lvl="0"/>
              <a:t>12/4/2024</a:t>
            </a:fld>
            <a:endParaRPr lang="en-US"/>
          </a:p>
        </p:txBody>
      </p:sp>
      <p:sp>
        <p:nvSpPr>
          <p:cNvPr id="3" name="Footer Placeholder 2"/>
          <p:cNvSpPr>
            <a:spLocks noGrp="1"/>
          </p:cNvSpPr>
          <p:nvPr>
            <p:ph type="ftr" sz="quarter" idx="11"/>
          </p:nvPr>
        </p:nvSpPr>
        <p:spPr/>
        <p:txBody>
          <a:bodyPr/>
          <a:lstStyle/>
          <a:p>
            <a:pPr lvl="0"/>
            <a:endParaRPr lang="en-US"/>
          </a:p>
        </p:txBody>
      </p:sp>
      <p:sp>
        <p:nvSpPr>
          <p:cNvPr id="4" name="Slide Number Placeholder 3"/>
          <p:cNvSpPr>
            <a:spLocks noGrp="1"/>
          </p:cNvSpPr>
          <p:nvPr>
            <p:ph type="sldNum" sz="quarter" idx="12"/>
          </p:nvPr>
        </p:nvSpPr>
        <p:spPr/>
        <p:txBody>
          <a:bodyPr/>
          <a:lstStyle/>
          <a:p>
            <a:pPr lvl="0"/>
            <a:fld id="{D5E5365A-B8AC-484A-86DF-44925BB27AC7}" type="slidenum">
              <a:t>‹#›</a:t>
            </a:fld>
            <a:endParaRPr lang="en-US"/>
          </a:p>
        </p:txBody>
      </p:sp>
      <p:sp>
        <p:nvSpPr>
          <p:cNvPr id="5" name="Title 1"/>
          <p:cNvSpPr>
            <a:spLocks noGrp="1"/>
          </p:cNvSpPr>
          <p:nvPr>
            <p:ph type="title"/>
          </p:nvPr>
        </p:nvSpPr>
        <p:spPr>
          <a:xfrm>
            <a:off x="609600" y="274680"/>
            <a:ext cx="10972320" cy="1142640"/>
          </a:xfrm>
        </p:spPr>
        <p:txBody>
          <a:bodyPr/>
          <a:lstStyle/>
          <a:p>
            <a:r>
              <a:rPr lang="en-US"/>
              <a:t>Click to edit Master title style</a:t>
            </a:r>
            <a:endParaRPr lang="ru-RU"/>
          </a:p>
        </p:txBody>
      </p:sp>
      <p:sp>
        <p:nvSpPr>
          <p:cNvPr id="7" name="Content Placeholder 6"/>
          <p:cNvSpPr>
            <a:spLocks noGrp="1"/>
          </p:cNvSpPr>
          <p:nvPr>
            <p:ph sz="quarter" idx="13"/>
          </p:nvPr>
        </p:nvSpPr>
        <p:spPr>
          <a:xfrm>
            <a:off x="609600" y="1600200"/>
            <a:ext cx="11074400" cy="10668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9" name="Picture Placeholder 8"/>
          <p:cNvSpPr>
            <a:spLocks noGrp="1"/>
          </p:cNvSpPr>
          <p:nvPr>
            <p:ph type="pic" sz="quarter" idx="14"/>
          </p:nvPr>
        </p:nvSpPr>
        <p:spPr>
          <a:xfrm>
            <a:off x="2540000" y="3048000"/>
            <a:ext cx="2438400" cy="1295400"/>
          </a:xfrm>
        </p:spPr>
        <p:txBody>
          <a:bodyPr/>
          <a:lstStyle/>
          <a:p>
            <a:r>
              <a:rPr lang="en-US"/>
              <a:t>Click icon to add picture</a:t>
            </a:r>
          </a:p>
        </p:txBody>
      </p:sp>
      <p:sp>
        <p:nvSpPr>
          <p:cNvPr id="11" name="Picture Placeholder 10"/>
          <p:cNvSpPr>
            <a:spLocks noGrp="1"/>
          </p:cNvSpPr>
          <p:nvPr>
            <p:ph type="pic" sz="quarter" idx="15"/>
          </p:nvPr>
        </p:nvSpPr>
        <p:spPr>
          <a:xfrm>
            <a:off x="6502400" y="2895600"/>
            <a:ext cx="2743200" cy="1524000"/>
          </a:xfrm>
        </p:spPr>
        <p:txBody>
          <a:bodyPr/>
          <a:lstStyle/>
          <a:p>
            <a:r>
              <a:rPr lang="en-US"/>
              <a:t>Click icon to add picture</a:t>
            </a:r>
          </a:p>
        </p:txBody>
      </p:sp>
      <p:sp>
        <p:nvSpPr>
          <p:cNvPr id="13" name="Content Placeholder 12"/>
          <p:cNvSpPr>
            <a:spLocks noGrp="1"/>
          </p:cNvSpPr>
          <p:nvPr>
            <p:ph sz="quarter" idx="16"/>
          </p:nvPr>
        </p:nvSpPr>
        <p:spPr>
          <a:xfrm>
            <a:off x="508000" y="4724400"/>
            <a:ext cx="11277600" cy="9144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3234310342"/>
      </p:ext>
    </p:extLst>
  </p:cSld>
  <p:clrMapOvr>
    <a:masterClrMapping/>
  </p:clrMapOvr>
  <p:hf sldNum="0" hdr="0" ftr="0" dt="0"/>
</p:sldLayout>
</file>

<file path=ppt/slideLayouts/slideLayout60.xml><?xml version="1.0" encoding="utf-8"?>
<p:sldLayout xmlns:a="http://schemas.openxmlformats.org/drawingml/2006/main" xmlns:r="http://schemas.openxmlformats.org/officeDocument/2006/relationships" xmlns:p="http://schemas.openxmlformats.org/presentationml/2006/main" preserve="1">
  <p:cSld name="4_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pPr lvl="0"/>
            <a:fld id="{465295DC-44BC-4B97-B5CE-DB7846BEDB2B}" type="datetime1">
              <a:rPr lang="en-US" smtClean="0"/>
              <a:pPr lvl="0"/>
              <a:t>12/4/2024</a:t>
            </a:fld>
            <a:endParaRPr lang="en-US"/>
          </a:p>
        </p:txBody>
      </p:sp>
      <p:sp>
        <p:nvSpPr>
          <p:cNvPr id="3" name="Footer Placeholder 2"/>
          <p:cNvSpPr>
            <a:spLocks noGrp="1"/>
          </p:cNvSpPr>
          <p:nvPr>
            <p:ph type="ftr" sz="quarter" idx="11"/>
          </p:nvPr>
        </p:nvSpPr>
        <p:spPr/>
        <p:txBody>
          <a:bodyPr/>
          <a:lstStyle/>
          <a:p>
            <a:pPr lvl="0"/>
            <a:endParaRPr lang="en-US"/>
          </a:p>
        </p:txBody>
      </p:sp>
      <p:sp>
        <p:nvSpPr>
          <p:cNvPr id="4" name="Slide Number Placeholder 3"/>
          <p:cNvSpPr>
            <a:spLocks noGrp="1"/>
          </p:cNvSpPr>
          <p:nvPr>
            <p:ph type="sldNum" sz="quarter" idx="12"/>
          </p:nvPr>
        </p:nvSpPr>
        <p:spPr/>
        <p:txBody>
          <a:bodyPr/>
          <a:lstStyle/>
          <a:p>
            <a:pPr lvl="0"/>
            <a:fld id="{45723046-0E6B-4AAD-9CA8-C3063FE2E474}" type="slidenum">
              <a:t>‹#›</a:t>
            </a:fld>
            <a:endParaRPr lang="en-US"/>
          </a:p>
        </p:txBody>
      </p:sp>
      <p:sp>
        <p:nvSpPr>
          <p:cNvPr id="5" name="Title 1"/>
          <p:cNvSpPr>
            <a:spLocks noGrp="1"/>
          </p:cNvSpPr>
          <p:nvPr>
            <p:ph type="title"/>
          </p:nvPr>
        </p:nvSpPr>
        <p:spPr>
          <a:xfrm>
            <a:off x="609600" y="274680"/>
            <a:ext cx="10972320" cy="1142640"/>
          </a:xfrm>
        </p:spPr>
        <p:txBody>
          <a:bodyPr/>
          <a:lstStyle/>
          <a:p>
            <a:r>
              <a:rPr lang="en-US"/>
              <a:t>Click to edit Master title style</a:t>
            </a:r>
            <a:endParaRPr lang="ru-RU"/>
          </a:p>
        </p:txBody>
      </p:sp>
      <p:sp>
        <p:nvSpPr>
          <p:cNvPr id="7" name="Content Placeholder 6"/>
          <p:cNvSpPr>
            <a:spLocks noGrp="1"/>
          </p:cNvSpPr>
          <p:nvPr>
            <p:ph sz="quarter" idx="13"/>
          </p:nvPr>
        </p:nvSpPr>
        <p:spPr>
          <a:xfrm>
            <a:off x="609600" y="1676400"/>
            <a:ext cx="10871200" cy="15240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9" name="Picture Placeholder 8"/>
          <p:cNvSpPr>
            <a:spLocks noGrp="1"/>
          </p:cNvSpPr>
          <p:nvPr>
            <p:ph type="pic" sz="quarter" idx="14"/>
          </p:nvPr>
        </p:nvSpPr>
        <p:spPr>
          <a:xfrm>
            <a:off x="2032000" y="3581400"/>
            <a:ext cx="2133600" cy="1143000"/>
          </a:xfrm>
        </p:spPr>
        <p:txBody>
          <a:bodyPr/>
          <a:lstStyle/>
          <a:p>
            <a:r>
              <a:rPr lang="en-US"/>
              <a:t>Click icon to add picture</a:t>
            </a:r>
          </a:p>
        </p:txBody>
      </p:sp>
      <p:sp>
        <p:nvSpPr>
          <p:cNvPr id="11" name="Picture Placeholder 10"/>
          <p:cNvSpPr>
            <a:spLocks noGrp="1"/>
          </p:cNvSpPr>
          <p:nvPr>
            <p:ph type="pic" sz="quarter" idx="15"/>
          </p:nvPr>
        </p:nvSpPr>
        <p:spPr>
          <a:xfrm>
            <a:off x="5689600" y="3581400"/>
            <a:ext cx="2336800" cy="1295400"/>
          </a:xfrm>
        </p:spPr>
        <p:txBody>
          <a:bodyPr/>
          <a:lstStyle/>
          <a:p>
            <a:r>
              <a:rPr lang="en-US"/>
              <a:t>Click icon to add picture</a:t>
            </a:r>
          </a:p>
        </p:txBody>
      </p:sp>
      <p:sp>
        <p:nvSpPr>
          <p:cNvPr id="13" name="Content Placeholder 12"/>
          <p:cNvSpPr>
            <a:spLocks noGrp="1"/>
          </p:cNvSpPr>
          <p:nvPr>
            <p:ph sz="quarter" idx="16"/>
          </p:nvPr>
        </p:nvSpPr>
        <p:spPr>
          <a:xfrm>
            <a:off x="609600" y="5029200"/>
            <a:ext cx="11074400" cy="9144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4077338492"/>
      </p:ext>
    </p:extLst>
  </p:cSld>
  <p:clrMapOvr>
    <a:masterClrMapping/>
  </p:clrMapOvr>
  <p:hf sldNum="0" hdr="0" ftr="0" dt="0"/>
</p:sldLayout>
</file>

<file path=ppt/slideLayouts/slideLayout61.xml><?xml version="1.0" encoding="utf-8"?>
<p:sldLayout xmlns:a="http://schemas.openxmlformats.org/drawingml/2006/main" xmlns:r="http://schemas.openxmlformats.org/officeDocument/2006/relationships" xmlns:p="http://schemas.openxmlformats.org/presentationml/2006/main" type="titleOnly">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60D336FE-50F2-43B1-8E29-DA1489046407}" type="datetimeFigureOut">
              <a:rPr lang="en-US" smtClean="0"/>
              <a:pPr/>
              <a:t>12/4/2024</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5088FE4E-7896-42C2-A565-469234630387}" type="slidenum">
              <a:rPr lang="en-US" smtClean="0"/>
              <a:pPr/>
              <a:t>‹#›</a:t>
            </a:fld>
            <a:endParaRPr lang="en-US"/>
          </a:p>
        </p:txBody>
      </p:sp>
    </p:spTree>
    <p:extLst>
      <p:ext uri="{BB962C8B-B14F-4D97-AF65-F5344CB8AC3E}">
        <p14:creationId xmlns:p14="http://schemas.microsoft.com/office/powerpoint/2010/main" val="3698430874"/>
      </p:ext>
    </p:extLst>
  </p:cSld>
  <p:clrMapOvr>
    <a:masterClrMapping/>
  </p:clrMapOvr>
</p:sldLayout>
</file>

<file path=ppt/slideLayouts/slideLayout62.xml><?xml version="1.0" encoding="utf-8"?>
<p:sldLayout xmlns:a="http://schemas.openxmlformats.org/drawingml/2006/main" xmlns:r="http://schemas.openxmlformats.org/officeDocument/2006/relationships" xmlns:p="http://schemas.openxmlformats.org/presentationml/2006/main" type="blank">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60D336FE-50F2-43B1-8E29-DA1489046407}" type="datetimeFigureOut">
              <a:rPr lang="en-US" smtClean="0"/>
              <a:pPr/>
              <a:t>12/4/2024</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5088FE4E-7896-42C2-A565-469234630387}" type="slidenum">
              <a:rPr lang="en-US" smtClean="0"/>
              <a:pPr/>
              <a:t>‹#›</a:t>
            </a:fld>
            <a:endParaRPr lang="en-US"/>
          </a:p>
        </p:txBody>
      </p:sp>
    </p:spTree>
    <p:extLst>
      <p:ext uri="{BB962C8B-B14F-4D97-AF65-F5344CB8AC3E}">
        <p14:creationId xmlns:p14="http://schemas.microsoft.com/office/powerpoint/2010/main" val="4019981634"/>
      </p:ext>
    </p:extLst>
  </p:cSld>
  <p:clrMapOvr>
    <a:masterClrMapping/>
  </p:clrMapOvr>
</p:sldLayout>
</file>

<file path=ppt/slideLayouts/slideLayout63.xml><?xml version="1.0" encoding="utf-8"?>
<p:sldLayout xmlns:a="http://schemas.openxmlformats.org/drawingml/2006/main" xmlns:r="http://schemas.openxmlformats.org/officeDocument/2006/relationships" xmlns:p="http://schemas.openxmlformats.org/presentationml/2006/main" matchingName="Title (First Slide)" userDrawn="1">
  <p:cSld name="1_Title (First Slide)">
    <p:spTree>
      <p:nvGrpSpPr>
        <p:cNvPr id="1" name="Shape 15"/>
        <p:cNvGrpSpPr/>
        <p:nvPr/>
      </p:nvGrpSpPr>
      <p:grpSpPr>
        <a:xfrm>
          <a:off x="0" y="0"/>
          <a:ext cx="0" cy="0"/>
          <a:chOff x="0" y="0"/>
          <a:chExt cx="0" cy="0"/>
        </a:xfrm>
      </p:grpSpPr>
      <p:pic>
        <p:nvPicPr>
          <p:cNvPr id="16" name="Google Shape;16;p48"/>
          <p:cNvPicPr preferRelativeResize="0"/>
          <p:nvPr/>
        </p:nvPicPr>
        <p:blipFill rotWithShape="1">
          <a:blip r:embed="rId2">
            <a:alphaModFix/>
          </a:blip>
          <a:srcRect/>
          <a:stretch/>
        </p:blipFill>
        <p:spPr>
          <a:xfrm>
            <a:off x="0" y="0"/>
            <a:ext cx="12192000" cy="6858000"/>
          </a:xfrm>
          <a:prstGeom prst="rect">
            <a:avLst/>
          </a:prstGeom>
          <a:noFill/>
          <a:ln>
            <a:noFill/>
          </a:ln>
        </p:spPr>
      </p:pic>
      <p:sp>
        <p:nvSpPr>
          <p:cNvPr id="17" name="Google Shape;17;p48"/>
          <p:cNvSpPr txBox="1">
            <a:spLocks noGrp="1"/>
          </p:cNvSpPr>
          <p:nvPr>
            <p:ph type="ctrTitle"/>
          </p:nvPr>
        </p:nvSpPr>
        <p:spPr>
          <a:xfrm>
            <a:off x="5646422" y="1168663"/>
            <a:ext cx="6104303" cy="2387600"/>
          </a:xfrm>
          <a:prstGeom prst="rect">
            <a:avLst/>
          </a:prstGeom>
          <a:noFill/>
          <a:ln>
            <a:noFill/>
          </a:ln>
        </p:spPr>
        <p:txBody>
          <a:bodyPr spcFirstLastPara="1" wrap="square" lIns="91425" tIns="45700" rIns="91425" bIns="45700" anchor="b" anchorCtr="0">
            <a:noAutofit/>
          </a:bodyPr>
          <a:lstStyle>
            <a:lvl1pPr lvl="0" algn="l">
              <a:lnSpc>
                <a:spcPct val="90000"/>
              </a:lnSpc>
              <a:spcBef>
                <a:spcPts val="0"/>
              </a:spcBef>
              <a:spcAft>
                <a:spcPts val="0"/>
              </a:spcAft>
              <a:buClr>
                <a:schemeClr val="lt1"/>
              </a:buClr>
              <a:buSzPts val="4800"/>
              <a:buFont typeface="Work Sans"/>
              <a:buNone/>
              <a:defRPr sz="2700">
                <a:solidFill>
                  <a:schemeClr val="lt1"/>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r>
              <a:rPr lang="en-US"/>
              <a:t>Click to edit Master title style</a:t>
            </a:r>
            <a:endParaRPr/>
          </a:p>
        </p:txBody>
      </p:sp>
      <p:sp>
        <p:nvSpPr>
          <p:cNvPr id="18" name="Google Shape;18;p48"/>
          <p:cNvSpPr txBox="1">
            <a:spLocks noGrp="1"/>
          </p:cNvSpPr>
          <p:nvPr>
            <p:ph type="subTitle" idx="1"/>
          </p:nvPr>
        </p:nvSpPr>
        <p:spPr>
          <a:xfrm>
            <a:off x="5646422" y="3809720"/>
            <a:ext cx="6104303" cy="1424930"/>
          </a:xfrm>
          <a:prstGeom prst="rect">
            <a:avLst/>
          </a:prstGeom>
          <a:noFill/>
          <a:ln>
            <a:noFill/>
          </a:ln>
        </p:spPr>
        <p:txBody>
          <a:bodyPr spcFirstLastPara="1" wrap="square" lIns="91425" tIns="45700" rIns="91425" bIns="45700" anchor="t" anchorCtr="0">
            <a:noAutofit/>
          </a:bodyPr>
          <a:lstStyle>
            <a:lvl1pPr lvl="0" algn="l">
              <a:lnSpc>
                <a:spcPct val="100000"/>
              </a:lnSpc>
              <a:spcBef>
                <a:spcPts val="563"/>
              </a:spcBef>
              <a:spcAft>
                <a:spcPts val="0"/>
              </a:spcAft>
              <a:buSzPts val="3200"/>
              <a:buNone/>
              <a:defRPr sz="1800">
                <a:solidFill>
                  <a:schemeClr val="lt1"/>
                </a:solidFill>
              </a:defRPr>
            </a:lvl1pPr>
            <a:lvl2pPr lvl="1" algn="ctr">
              <a:lnSpc>
                <a:spcPct val="100000"/>
              </a:lnSpc>
              <a:spcBef>
                <a:spcPts val="450"/>
              </a:spcBef>
              <a:spcAft>
                <a:spcPts val="0"/>
              </a:spcAft>
              <a:buSzPts val="2000"/>
              <a:buNone/>
              <a:defRPr sz="1125"/>
            </a:lvl2pPr>
            <a:lvl3pPr lvl="2" algn="ctr">
              <a:lnSpc>
                <a:spcPct val="100000"/>
              </a:lnSpc>
              <a:spcBef>
                <a:spcPts val="450"/>
              </a:spcBef>
              <a:spcAft>
                <a:spcPts val="0"/>
              </a:spcAft>
              <a:buSzPts val="1440"/>
              <a:buNone/>
              <a:defRPr sz="1013"/>
            </a:lvl3pPr>
            <a:lvl4pPr lvl="3" algn="ctr">
              <a:lnSpc>
                <a:spcPct val="90000"/>
              </a:lnSpc>
              <a:spcBef>
                <a:spcPts val="450"/>
              </a:spcBef>
              <a:spcAft>
                <a:spcPts val="0"/>
              </a:spcAft>
              <a:buSzPts val="1600"/>
              <a:buNone/>
              <a:defRPr sz="900"/>
            </a:lvl4pPr>
            <a:lvl5pPr lvl="4" algn="ctr">
              <a:lnSpc>
                <a:spcPct val="90000"/>
              </a:lnSpc>
              <a:spcBef>
                <a:spcPts val="281"/>
              </a:spcBef>
              <a:spcAft>
                <a:spcPts val="0"/>
              </a:spcAft>
              <a:buClr>
                <a:schemeClr val="accent1"/>
              </a:buClr>
              <a:buSzPts val="1600"/>
              <a:buNone/>
              <a:defRPr sz="900"/>
            </a:lvl5pPr>
            <a:lvl6pPr lvl="5" algn="ctr">
              <a:lnSpc>
                <a:spcPct val="90000"/>
              </a:lnSpc>
              <a:spcBef>
                <a:spcPts val="281"/>
              </a:spcBef>
              <a:spcAft>
                <a:spcPts val="0"/>
              </a:spcAft>
              <a:buClr>
                <a:schemeClr val="dk1"/>
              </a:buClr>
              <a:buSzPts val="1600"/>
              <a:buNone/>
              <a:defRPr sz="900"/>
            </a:lvl6pPr>
            <a:lvl7pPr lvl="6" algn="ctr">
              <a:lnSpc>
                <a:spcPct val="90000"/>
              </a:lnSpc>
              <a:spcBef>
                <a:spcPts val="281"/>
              </a:spcBef>
              <a:spcAft>
                <a:spcPts val="0"/>
              </a:spcAft>
              <a:buClr>
                <a:schemeClr val="dk1"/>
              </a:buClr>
              <a:buSzPts val="1600"/>
              <a:buNone/>
              <a:defRPr sz="900"/>
            </a:lvl7pPr>
            <a:lvl8pPr lvl="7" algn="ctr">
              <a:lnSpc>
                <a:spcPct val="90000"/>
              </a:lnSpc>
              <a:spcBef>
                <a:spcPts val="281"/>
              </a:spcBef>
              <a:spcAft>
                <a:spcPts val="0"/>
              </a:spcAft>
              <a:buClr>
                <a:schemeClr val="dk1"/>
              </a:buClr>
              <a:buSzPts val="1600"/>
              <a:buNone/>
              <a:defRPr sz="900"/>
            </a:lvl8pPr>
            <a:lvl9pPr lvl="8" algn="ctr">
              <a:lnSpc>
                <a:spcPct val="90000"/>
              </a:lnSpc>
              <a:spcBef>
                <a:spcPts val="281"/>
              </a:spcBef>
              <a:spcAft>
                <a:spcPts val="0"/>
              </a:spcAft>
              <a:buClr>
                <a:schemeClr val="dk1"/>
              </a:buClr>
              <a:buSzPts val="1600"/>
              <a:buNone/>
              <a:defRPr sz="900"/>
            </a:lvl9pPr>
          </a:lstStyle>
          <a:p>
            <a:r>
              <a:rPr lang="en-US"/>
              <a:t>Click to edit Master subtitle style</a:t>
            </a:r>
            <a:endParaRPr/>
          </a:p>
        </p:txBody>
      </p:sp>
      <p:sp>
        <p:nvSpPr>
          <p:cNvPr id="19" name="Google Shape;19;p48"/>
          <p:cNvSpPr>
            <a:spLocks noGrp="1"/>
          </p:cNvSpPr>
          <p:nvPr>
            <p:ph type="pic" idx="2"/>
          </p:nvPr>
        </p:nvSpPr>
        <p:spPr>
          <a:xfrm>
            <a:off x="475251" y="808041"/>
            <a:ext cx="4713288" cy="5241925"/>
          </a:xfrm>
          <a:prstGeom prst="rect">
            <a:avLst/>
          </a:prstGeom>
          <a:noFill/>
          <a:ln>
            <a:noFill/>
          </a:ln>
        </p:spPr>
      </p:sp>
      <p:sp>
        <p:nvSpPr>
          <p:cNvPr id="20" name="Google Shape;20;p48"/>
          <p:cNvSpPr txBox="1"/>
          <p:nvPr/>
        </p:nvSpPr>
        <p:spPr>
          <a:xfrm>
            <a:off x="11082189" y="6449054"/>
            <a:ext cx="734291" cy="365760"/>
          </a:xfrm>
          <a:prstGeom prst="rect">
            <a:avLst/>
          </a:prstGeom>
          <a:noFill/>
          <a:ln>
            <a:noFill/>
          </a:ln>
        </p:spPr>
        <p:txBody>
          <a:bodyPr spcFirstLastPara="1" wrap="square" lIns="51427" tIns="25706" rIns="51427" bIns="25706" anchor="ctr" anchorCtr="0">
            <a:noAutofit/>
          </a:bodyPr>
          <a:lstStyle/>
          <a:p>
            <a:pPr marL="0" marR="0" lvl="0" indent="0" algn="r" rtl="0">
              <a:spcBef>
                <a:spcPts val="0"/>
              </a:spcBef>
              <a:spcAft>
                <a:spcPts val="0"/>
              </a:spcAft>
              <a:buNone/>
            </a:pPr>
            <a:fld id="{00000000-1234-1234-1234-123412341234}" type="slidenum">
              <a:rPr lang="en-US" sz="619">
                <a:solidFill>
                  <a:schemeClr val="lt1"/>
                </a:solidFill>
                <a:latin typeface="Work Sans"/>
                <a:ea typeface="Work Sans"/>
                <a:cs typeface="Work Sans"/>
                <a:sym typeface="Work Sans"/>
              </a:rPr>
              <a:pPr marL="0" marR="0" lvl="0" indent="0" algn="r" rtl="0">
                <a:spcBef>
                  <a:spcPts val="0"/>
                </a:spcBef>
                <a:spcAft>
                  <a:spcPts val="0"/>
                </a:spcAft>
                <a:buNone/>
              </a:pPr>
              <a:t>‹#›</a:t>
            </a:fld>
            <a:endParaRPr sz="619">
              <a:solidFill>
                <a:schemeClr val="lt1"/>
              </a:solidFill>
              <a:latin typeface="Work Sans"/>
              <a:ea typeface="Work Sans"/>
              <a:cs typeface="Work Sans"/>
              <a:sym typeface="Work Sans"/>
            </a:endParaRPr>
          </a:p>
        </p:txBody>
      </p:sp>
      <p:pic>
        <p:nvPicPr>
          <p:cNvPr id="21" name="Google Shape;21;p48"/>
          <p:cNvPicPr preferRelativeResize="0"/>
          <p:nvPr/>
        </p:nvPicPr>
        <p:blipFill rotWithShape="1">
          <a:blip r:embed="rId3">
            <a:alphaModFix/>
          </a:blip>
          <a:srcRect/>
          <a:stretch/>
        </p:blipFill>
        <p:spPr>
          <a:xfrm>
            <a:off x="183090" y="6223889"/>
            <a:ext cx="1820281" cy="610675"/>
          </a:xfrm>
          <a:prstGeom prst="rect">
            <a:avLst/>
          </a:prstGeom>
          <a:noFill/>
          <a:ln>
            <a:noFill/>
          </a:ln>
        </p:spPr>
      </p:pic>
      <p:sp>
        <p:nvSpPr>
          <p:cNvPr id="3" name="Content Placeholder 2">
            <a:extLst>
              <a:ext uri="{FF2B5EF4-FFF2-40B4-BE49-F238E27FC236}">
                <a16:creationId xmlns:a16="http://schemas.microsoft.com/office/drawing/2014/main" id="{D8B08991-0D45-1B8C-3A5C-27A18BB573EC}"/>
              </a:ext>
            </a:extLst>
          </p:cNvPr>
          <p:cNvSpPr>
            <a:spLocks noGrp="1"/>
          </p:cNvSpPr>
          <p:nvPr>
            <p:ph sz="quarter" idx="10"/>
          </p:nvPr>
        </p:nvSpPr>
        <p:spPr>
          <a:xfrm>
            <a:off x="2073275" y="6362702"/>
            <a:ext cx="9220200" cy="265113"/>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Tree>
    <p:extLst>
      <p:ext uri="{BB962C8B-B14F-4D97-AF65-F5344CB8AC3E}">
        <p14:creationId xmlns:p14="http://schemas.microsoft.com/office/powerpoint/2010/main" val="3191565171"/>
      </p:ext>
    </p:extLst>
  </p:cSld>
  <p:clrMapOvr>
    <a:masterClrMapping/>
  </p:clrMapOvr>
</p:sldLayout>
</file>

<file path=ppt/slideLayouts/slideLayout64.xml><?xml version="1.0" encoding="utf-8"?>
<p:sldLayout xmlns:a="http://schemas.openxmlformats.org/drawingml/2006/main" xmlns:r="http://schemas.openxmlformats.org/officeDocument/2006/relationships" xmlns:p="http://schemas.openxmlformats.org/presentationml/2006/main" matchingName="Title Content" preserve="1">
  <p:cSld name="2_Title Content">
    <p:spTree>
      <p:nvGrpSpPr>
        <p:cNvPr id="1" name="Shape 23"/>
        <p:cNvGrpSpPr/>
        <p:nvPr/>
      </p:nvGrpSpPr>
      <p:grpSpPr>
        <a:xfrm>
          <a:off x="0" y="0"/>
          <a:ext cx="0" cy="0"/>
          <a:chOff x="0" y="0"/>
          <a:chExt cx="0" cy="0"/>
        </a:xfrm>
      </p:grpSpPr>
      <p:sp>
        <p:nvSpPr>
          <p:cNvPr id="24" name="Google Shape;24;p49"/>
          <p:cNvSpPr txBox="1">
            <a:spLocks noGrp="1"/>
          </p:cNvSpPr>
          <p:nvPr>
            <p:ph type="title"/>
          </p:nvPr>
        </p:nvSpPr>
        <p:spPr>
          <a:xfrm>
            <a:off x="476845" y="473246"/>
            <a:ext cx="11241915" cy="85073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0"/>
              </a:spcBef>
              <a:spcAft>
                <a:spcPts val="0"/>
              </a:spcAft>
              <a:buClr>
                <a:schemeClr val="dk1"/>
              </a:buClr>
              <a:buSzPts val="4000"/>
              <a:buFont typeface="Work Sans"/>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r>
              <a:rPr lang="en-US" dirty="0"/>
              <a:t>Click to edit Master title style</a:t>
            </a:r>
            <a:endParaRPr dirty="0"/>
          </a:p>
        </p:txBody>
      </p:sp>
      <p:sp>
        <p:nvSpPr>
          <p:cNvPr id="25" name="Google Shape;25;p49"/>
          <p:cNvSpPr txBox="1">
            <a:spLocks noGrp="1"/>
          </p:cNvSpPr>
          <p:nvPr>
            <p:ph type="body" idx="1"/>
          </p:nvPr>
        </p:nvSpPr>
        <p:spPr>
          <a:xfrm>
            <a:off x="476845" y="1458853"/>
            <a:ext cx="11241915" cy="4613339"/>
          </a:xfrm>
          <a:prstGeom prst="rect">
            <a:avLst/>
          </a:prstGeom>
          <a:noFill/>
          <a:ln>
            <a:noFill/>
          </a:ln>
        </p:spPr>
        <p:txBody>
          <a:bodyPr spcFirstLastPara="1" wrap="square" lIns="91425" tIns="45700" rIns="91425" bIns="45700" anchor="t" anchorCtr="0">
            <a:noAutofit/>
          </a:bodyPr>
          <a:lstStyle>
            <a:lvl1pPr marL="361950" lvl="0" indent="-361950" algn="l">
              <a:lnSpc>
                <a:spcPct val="100000"/>
              </a:lnSpc>
              <a:spcBef>
                <a:spcPts val="624"/>
              </a:spcBef>
              <a:spcAft>
                <a:spcPts val="600"/>
              </a:spcAft>
              <a:buSzPct val="100000"/>
              <a:buChar char="•"/>
              <a:defRPr sz="2600"/>
            </a:lvl1pPr>
            <a:lvl2pPr marL="714375" lvl="1" indent="-352425" algn="l">
              <a:lnSpc>
                <a:spcPct val="100000"/>
              </a:lnSpc>
              <a:spcBef>
                <a:spcPts val="624"/>
              </a:spcBef>
              <a:spcAft>
                <a:spcPts val="600"/>
              </a:spcAft>
              <a:buSzPct val="100000"/>
              <a:buFont typeface="Arial" panose="020B0604020202020204" pitchFamily="34" charset="0"/>
              <a:buChar char="–"/>
              <a:defRPr sz="2400" b="0"/>
            </a:lvl2pPr>
            <a:lvl3pPr marL="1076325" lvl="2" indent="-361950" algn="l">
              <a:lnSpc>
                <a:spcPct val="100000"/>
              </a:lnSpc>
              <a:spcBef>
                <a:spcPts val="624"/>
              </a:spcBef>
              <a:spcAft>
                <a:spcPts val="600"/>
              </a:spcAft>
              <a:buSzPct val="100000"/>
              <a:buChar char="▪"/>
              <a:defRPr sz="2200" b="0"/>
            </a:lvl3pPr>
            <a:lvl4pPr marL="1371600" marR="0" lvl="3" indent="-171450" algn="l">
              <a:lnSpc>
                <a:spcPct val="100000"/>
              </a:lnSpc>
              <a:spcBef>
                <a:spcPts val="468"/>
              </a:spcBef>
              <a:spcAft>
                <a:spcPts val="0"/>
              </a:spcAft>
              <a:buClr>
                <a:schemeClr val="dk1"/>
              </a:buClr>
              <a:buSzPts val="2400"/>
              <a:buFont typeface="Arial"/>
              <a:buNone/>
              <a:defRPr/>
            </a:lvl4pPr>
            <a:lvl5pPr marL="1714500" lvl="4" indent="-257175" algn="l">
              <a:lnSpc>
                <a:spcPct val="90000"/>
              </a:lnSpc>
              <a:spcBef>
                <a:spcPts val="450"/>
              </a:spcBef>
              <a:spcAft>
                <a:spcPts val="0"/>
              </a:spcAft>
              <a:buClr>
                <a:schemeClr val="accent1"/>
              </a:buClr>
              <a:buSzPts val="1800"/>
              <a:buChar char="•"/>
              <a:defRPr/>
            </a:lvl5pPr>
            <a:lvl6pPr marL="2057400" lvl="5" indent="-257175" algn="l">
              <a:lnSpc>
                <a:spcPct val="90000"/>
              </a:lnSpc>
              <a:spcBef>
                <a:spcPts val="375"/>
              </a:spcBef>
              <a:spcAft>
                <a:spcPts val="0"/>
              </a:spcAft>
              <a:buClr>
                <a:schemeClr val="dk1"/>
              </a:buClr>
              <a:buSzPts val="1800"/>
              <a:buChar char="•"/>
              <a:defRPr/>
            </a:lvl6pPr>
            <a:lvl7pPr marL="2400300" lvl="6" indent="-257175" algn="l">
              <a:lnSpc>
                <a:spcPct val="90000"/>
              </a:lnSpc>
              <a:spcBef>
                <a:spcPts val="375"/>
              </a:spcBef>
              <a:spcAft>
                <a:spcPts val="0"/>
              </a:spcAft>
              <a:buClr>
                <a:schemeClr val="dk1"/>
              </a:buClr>
              <a:buSzPts val="1800"/>
              <a:buChar char="•"/>
              <a:defRPr/>
            </a:lvl7pPr>
            <a:lvl8pPr marL="2743200" lvl="7" indent="-257175" algn="l">
              <a:lnSpc>
                <a:spcPct val="90000"/>
              </a:lnSpc>
              <a:spcBef>
                <a:spcPts val="375"/>
              </a:spcBef>
              <a:spcAft>
                <a:spcPts val="0"/>
              </a:spcAft>
              <a:buClr>
                <a:schemeClr val="dk1"/>
              </a:buClr>
              <a:buSzPts val="1800"/>
              <a:buChar char="•"/>
              <a:defRPr/>
            </a:lvl8pPr>
            <a:lvl9pPr marL="3086100" lvl="8" indent="-257175" algn="l">
              <a:lnSpc>
                <a:spcPct val="90000"/>
              </a:lnSpc>
              <a:spcBef>
                <a:spcPts val="375"/>
              </a:spcBef>
              <a:spcAft>
                <a:spcPts val="0"/>
              </a:spcAft>
              <a:buClr>
                <a:schemeClr val="dk1"/>
              </a:buClr>
              <a:buSzPts val="1800"/>
              <a:buChar char="•"/>
              <a:defRPr/>
            </a:lvl9pPr>
          </a:lstStyle>
          <a:p>
            <a:pPr lvl="0"/>
            <a:r>
              <a:rPr lang="en-US" dirty="0"/>
              <a:t>Click to edit Master text styles</a:t>
            </a:r>
          </a:p>
          <a:p>
            <a:pPr lvl="1"/>
            <a:endParaRPr lang="en-US" dirty="0"/>
          </a:p>
          <a:p>
            <a:pPr lvl="2"/>
            <a:endParaRPr lang="en-US" dirty="0"/>
          </a:p>
        </p:txBody>
      </p:sp>
    </p:spTree>
    <p:extLst>
      <p:ext uri="{BB962C8B-B14F-4D97-AF65-F5344CB8AC3E}">
        <p14:creationId xmlns:p14="http://schemas.microsoft.com/office/powerpoint/2010/main" val="3351324520"/>
      </p:ext>
    </p:extLst>
  </p:cSld>
  <p:clrMapOvr>
    <a:masterClrMapping/>
  </p:clrMapOvr>
</p:sldLayout>
</file>

<file path=ppt/slideLayouts/slideLayout65.xml><?xml version="1.0" encoding="utf-8"?>
<p:sldLayout xmlns:a="http://schemas.openxmlformats.org/drawingml/2006/main" xmlns:r="http://schemas.openxmlformats.org/officeDocument/2006/relationships" xmlns:p="http://schemas.openxmlformats.org/presentationml/2006/main" matchingName="Title Content" preserve="1" userDrawn="1">
  <p:cSld name="2_Title Content">
    <p:spTree>
      <p:nvGrpSpPr>
        <p:cNvPr id="1" name="Shape 23"/>
        <p:cNvGrpSpPr/>
        <p:nvPr/>
      </p:nvGrpSpPr>
      <p:grpSpPr>
        <a:xfrm>
          <a:off x="0" y="0"/>
          <a:ext cx="0" cy="0"/>
          <a:chOff x="0" y="0"/>
          <a:chExt cx="0" cy="0"/>
        </a:xfrm>
      </p:grpSpPr>
      <p:sp>
        <p:nvSpPr>
          <p:cNvPr id="24" name="Google Shape;24;p49"/>
          <p:cNvSpPr txBox="1">
            <a:spLocks noGrp="1"/>
          </p:cNvSpPr>
          <p:nvPr>
            <p:ph type="title"/>
          </p:nvPr>
        </p:nvSpPr>
        <p:spPr>
          <a:xfrm>
            <a:off x="476845" y="473246"/>
            <a:ext cx="11241915" cy="85073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0"/>
              </a:spcBef>
              <a:spcAft>
                <a:spcPts val="0"/>
              </a:spcAft>
              <a:buClr>
                <a:schemeClr val="dk1"/>
              </a:buClr>
              <a:buSzPts val="4000"/>
              <a:buFont typeface="Work Sans"/>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r>
              <a:rPr lang="en-US" dirty="0"/>
              <a:t>Click to edit Master title style</a:t>
            </a:r>
            <a:endParaRPr dirty="0"/>
          </a:p>
        </p:txBody>
      </p:sp>
      <p:sp>
        <p:nvSpPr>
          <p:cNvPr id="25" name="Google Shape;25;p49"/>
          <p:cNvSpPr txBox="1">
            <a:spLocks noGrp="1"/>
          </p:cNvSpPr>
          <p:nvPr>
            <p:ph type="body" idx="1"/>
          </p:nvPr>
        </p:nvSpPr>
        <p:spPr>
          <a:xfrm>
            <a:off x="476845" y="1468378"/>
            <a:ext cx="11241915" cy="2674997"/>
          </a:xfrm>
          <a:prstGeom prst="rect">
            <a:avLst/>
          </a:prstGeom>
          <a:noFill/>
          <a:ln>
            <a:noFill/>
          </a:ln>
        </p:spPr>
        <p:txBody>
          <a:bodyPr spcFirstLastPara="1" wrap="square" lIns="91425" tIns="45700" rIns="91425" bIns="45700" anchor="t" anchorCtr="0">
            <a:noAutofit/>
          </a:bodyPr>
          <a:lstStyle>
            <a:lvl1pPr marL="361950" lvl="0" indent="-361950" algn="l">
              <a:lnSpc>
                <a:spcPct val="100000"/>
              </a:lnSpc>
              <a:spcBef>
                <a:spcPts val="624"/>
              </a:spcBef>
              <a:spcAft>
                <a:spcPts val="600"/>
              </a:spcAft>
              <a:buSzPct val="100000"/>
              <a:buChar char="•"/>
              <a:defRPr sz="2600"/>
            </a:lvl1pPr>
            <a:lvl2pPr marL="714375" lvl="1" indent="-352425" algn="l">
              <a:lnSpc>
                <a:spcPct val="100000"/>
              </a:lnSpc>
              <a:spcBef>
                <a:spcPts val="624"/>
              </a:spcBef>
              <a:spcAft>
                <a:spcPts val="600"/>
              </a:spcAft>
              <a:buSzPct val="100000"/>
              <a:buFont typeface="Arial" panose="020B0604020202020204" pitchFamily="34" charset="0"/>
              <a:buChar char="–"/>
              <a:defRPr sz="2400" b="0"/>
            </a:lvl2pPr>
            <a:lvl3pPr marL="1076325" lvl="2" indent="-361950" algn="l">
              <a:lnSpc>
                <a:spcPct val="100000"/>
              </a:lnSpc>
              <a:spcBef>
                <a:spcPts val="624"/>
              </a:spcBef>
              <a:spcAft>
                <a:spcPts val="600"/>
              </a:spcAft>
              <a:buSzPct val="100000"/>
              <a:buChar char="▪"/>
              <a:defRPr sz="2200" b="0"/>
            </a:lvl3pPr>
            <a:lvl4pPr marL="1371600" marR="0" lvl="3" indent="-171450" algn="l">
              <a:lnSpc>
                <a:spcPct val="100000"/>
              </a:lnSpc>
              <a:spcBef>
                <a:spcPts val="468"/>
              </a:spcBef>
              <a:spcAft>
                <a:spcPts val="0"/>
              </a:spcAft>
              <a:buClr>
                <a:schemeClr val="dk1"/>
              </a:buClr>
              <a:buSzPts val="2400"/>
              <a:buFont typeface="Arial"/>
              <a:buNone/>
              <a:defRPr/>
            </a:lvl4pPr>
            <a:lvl5pPr marL="1714500" lvl="4" indent="-257175" algn="l">
              <a:lnSpc>
                <a:spcPct val="90000"/>
              </a:lnSpc>
              <a:spcBef>
                <a:spcPts val="450"/>
              </a:spcBef>
              <a:spcAft>
                <a:spcPts val="0"/>
              </a:spcAft>
              <a:buClr>
                <a:schemeClr val="accent1"/>
              </a:buClr>
              <a:buSzPts val="1800"/>
              <a:buChar char="•"/>
              <a:defRPr/>
            </a:lvl5pPr>
            <a:lvl6pPr marL="2057400" lvl="5" indent="-257175" algn="l">
              <a:lnSpc>
                <a:spcPct val="90000"/>
              </a:lnSpc>
              <a:spcBef>
                <a:spcPts val="375"/>
              </a:spcBef>
              <a:spcAft>
                <a:spcPts val="0"/>
              </a:spcAft>
              <a:buClr>
                <a:schemeClr val="dk1"/>
              </a:buClr>
              <a:buSzPts val="1800"/>
              <a:buChar char="•"/>
              <a:defRPr/>
            </a:lvl6pPr>
            <a:lvl7pPr marL="2400300" lvl="6" indent="-257175" algn="l">
              <a:lnSpc>
                <a:spcPct val="90000"/>
              </a:lnSpc>
              <a:spcBef>
                <a:spcPts val="375"/>
              </a:spcBef>
              <a:spcAft>
                <a:spcPts val="0"/>
              </a:spcAft>
              <a:buClr>
                <a:schemeClr val="dk1"/>
              </a:buClr>
              <a:buSzPts val="1800"/>
              <a:buChar char="•"/>
              <a:defRPr/>
            </a:lvl7pPr>
            <a:lvl8pPr marL="2743200" lvl="7" indent="-257175" algn="l">
              <a:lnSpc>
                <a:spcPct val="90000"/>
              </a:lnSpc>
              <a:spcBef>
                <a:spcPts val="375"/>
              </a:spcBef>
              <a:spcAft>
                <a:spcPts val="0"/>
              </a:spcAft>
              <a:buClr>
                <a:schemeClr val="dk1"/>
              </a:buClr>
              <a:buSzPts val="1800"/>
              <a:buChar char="•"/>
              <a:defRPr/>
            </a:lvl8pPr>
            <a:lvl9pPr marL="3086100" lvl="8" indent="-257175" algn="l">
              <a:lnSpc>
                <a:spcPct val="90000"/>
              </a:lnSpc>
              <a:spcBef>
                <a:spcPts val="375"/>
              </a:spcBef>
              <a:spcAft>
                <a:spcPts val="0"/>
              </a:spcAft>
              <a:buClr>
                <a:schemeClr val="dk1"/>
              </a:buClr>
              <a:buSzPts val="1800"/>
              <a:buChar char="•"/>
              <a:defRPr/>
            </a:lvl9pPr>
          </a:lstStyle>
          <a:p>
            <a:pPr lvl="0"/>
            <a:r>
              <a:rPr lang="en-US" dirty="0"/>
              <a:t>Click to edit Master text styles</a:t>
            </a:r>
          </a:p>
          <a:p>
            <a:pPr lvl="1"/>
            <a:endParaRPr lang="en-US" dirty="0"/>
          </a:p>
          <a:p>
            <a:pPr lvl="2"/>
            <a:endParaRPr lang="en-US" dirty="0"/>
          </a:p>
        </p:txBody>
      </p:sp>
      <p:sp>
        <p:nvSpPr>
          <p:cNvPr id="3" name="Content Placeholder 2">
            <a:extLst>
              <a:ext uri="{FF2B5EF4-FFF2-40B4-BE49-F238E27FC236}">
                <a16:creationId xmlns:a16="http://schemas.microsoft.com/office/drawing/2014/main" id="{1262102D-A6E8-AADF-D2EC-F2C2613595DD}"/>
              </a:ext>
            </a:extLst>
          </p:cNvPr>
          <p:cNvSpPr>
            <a:spLocks noGrp="1"/>
          </p:cNvSpPr>
          <p:nvPr>
            <p:ph sz="quarter" idx="10"/>
          </p:nvPr>
        </p:nvSpPr>
        <p:spPr>
          <a:xfrm>
            <a:off x="904875" y="4648200"/>
            <a:ext cx="914400" cy="9144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Picture Placeholder 4">
            <a:extLst>
              <a:ext uri="{FF2B5EF4-FFF2-40B4-BE49-F238E27FC236}">
                <a16:creationId xmlns:a16="http://schemas.microsoft.com/office/drawing/2014/main" id="{9DEF5886-D923-1420-1023-9A98EB0BDCDA}"/>
              </a:ext>
            </a:extLst>
          </p:cNvPr>
          <p:cNvSpPr>
            <a:spLocks noGrp="1"/>
          </p:cNvSpPr>
          <p:nvPr>
            <p:ph type="pic" sz="quarter" idx="11"/>
          </p:nvPr>
        </p:nvSpPr>
        <p:spPr>
          <a:xfrm>
            <a:off x="2447925" y="4772025"/>
            <a:ext cx="914400" cy="914400"/>
          </a:xfrm>
        </p:spPr>
        <p:txBody>
          <a:bodyPr/>
          <a:lstStyle/>
          <a:p>
            <a:endParaRPr lang="en-IN"/>
          </a:p>
        </p:txBody>
      </p:sp>
      <p:sp>
        <p:nvSpPr>
          <p:cNvPr id="7" name="Picture Placeholder 6">
            <a:extLst>
              <a:ext uri="{FF2B5EF4-FFF2-40B4-BE49-F238E27FC236}">
                <a16:creationId xmlns:a16="http://schemas.microsoft.com/office/drawing/2014/main" id="{6067845A-3FF2-AB43-A0AC-8289F42BBAC1}"/>
              </a:ext>
            </a:extLst>
          </p:cNvPr>
          <p:cNvSpPr>
            <a:spLocks noGrp="1"/>
          </p:cNvSpPr>
          <p:nvPr>
            <p:ph type="pic" sz="quarter" idx="12"/>
          </p:nvPr>
        </p:nvSpPr>
        <p:spPr>
          <a:xfrm>
            <a:off x="4229100" y="4648200"/>
            <a:ext cx="914400" cy="914400"/>
          </a:xfrm>
        </p:spPr>
        <p:txBody>
          <a:bodyPr/>
          <a:lstStyle/>
          <a:p>
            <a:endParaRPr lang="en-IN"/>
          </a:p>
        </p:txBody>
      </p:sp>
      <p:sp>
        <p:nvSpPr>
          <p:cNvPr id="9" name="Table Placeholder 8">
            <a:extLst>
              <a:ext uri="{FF2B5EF4-FFF2-40B4-BE49-F238E27FC236}">
                <a16:creationId xmlns:a16="http://schemas.microsoft.com/office/drawing/2014/main" id="{1C8A4911-AB6B-2C9E-724D-1E0F1EE031EC}"/>
              </a:ext>
            </a:extLst>
          </p:cNvPr>
          <p:cNvSpPr>
            <a:spLocks noGrp="1"/>
          </p:cNvSpPr>
          <p:nvPr>
            <p:ph type="tbl" sz="quarter" idx="13"/>
          </p:nvPr>
        </p:nvSpPr>
        <p:spPr>
          <a:xfrm>
            <a:off x="5962650" y="4648200"/>
            <a:ext cx="914400" cy="914400"/>
          </a:xfrm>
        </p:spPr>
        <p:txBody>
          <a:bodyPr/>
          <a:lstStyle/>
          <a:p>
            <a:endParaRPr lang="en-IN"/>
          </a:p>
        </p:txBody>
      </p:sp>
    </p:spTree>
    <p:extLst>
      <p:ext uri="{BB962C8B-B14F-4D97-AF65-F5344CB8AC3E}">
        <p14:creationId xmlns:p14="http://schemas.microsoft.com/office/powerpoint/2010/main" val="2460587247"/>
      </p:ext>
    </p:extLst>
  </p:cSld>
  <p:clrMapOvr>
    <a:masterClrMapping/>
  </p:clrMapOvr>
</p:sldLayout>
</file>

<file path=ppt/slideLayouts/slideLayout66.xml><?xml version="1.0" encoding="utf-8"?>
<p:sldLayout xmlns:a="http://schemas.openxmlformats.org/drawingml/2006/main" xmlns:r="http://schemas.openxmlformats.org/officeDocument/2006/relationships" xmlns:p="http://schemas.openxmlformats.org/presentationml/2006/main" matchingName="Title Content" userDrawn="1">
  <p:cSld name="2_Title Content">
    <p:spTree>
      <p:nvGrpSpPr>
        <p:cNvPr id="1" name="Shape 23"/>
        <p:cNvGrpSpPr/>
        <p:nvPr/>
      </p:nvGrpSpPr>
      <p:grpSpPr>
        <a:xfrm>
          <a:off x="0" y="0"/>
          <a:ext cx="0" cy="0"/>
          <a:chOff x="0" y="0"/>
          <a:chExt cx="0" cy="0"/>
        </a:xfrm>
      </p:grpSpPr>
      <p:sp>
        <p:nvSpPr>
          <p:cNvPr id="24" name="Google Shape;24;p49"/>
          <p:cNvSpPr txBox="1">
            <a:spLocks noGrp="1"/>
          </p:cNvSpPr>
          <p:nvPr>
            <p:ph type="title"/>
          </p:nvPr>
        </p:nvSpPr>
        <p:spPr>
          <a:xfrm>
            <a:off x="476844" y="473246"/>
            <a:ext cx="11241915" cy="898354"/>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0"/>
              </a:spcBef>
              <a:spcAft>
                <a:spcPts val="0"/>
              </a:spcAft>
              <a:buClr>
                <a:schemeClr val="dk1"/>
              </a:buClr>
              <a:buSzPts val="4000"/>
              <a:buFont typeface="Work Sans"/>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r>
              <a:rPr lang="en-US"/>
              <a:t>Click to edit Master title style</a:t>
            </a:r>
            <a:endParaRPr/>
          </a:p>
        </p:txBody>
      </p:sp>
      <p:sp>
        <p:nvSpPr>
          <p:cNvPr id="25" name="Google Shape;25;p49"/>
          <p:cNvSpPr txBox="1">
            <a:spLocks noGrp="1"/>
          </p:cNvSpPr>
          <p:nvPr>
            <p:ph type="body" idx="1"/>
          </p:nvPr>
        </p:nvSpPr>
        <p:spPr>
          <a:xfrm>
            <a:off x="476844" y="1563627"/>
            <a:ext cx="11241915" cy="2392912"/>
          </a:xfrm>
          <a:prstGeom prst="rect">
            <a:avLst/>
          </a:prstGeom>
          <a:noFill/>
          <a:ln>
            <a:noFill/>
          </a:ln>
        </p:spPr>
        <p:txBody>
          <a:bodyPr spcFirstLastPara="1" wrap="square" lIns="91425" tIns="45700" rIns="91425" bIns="45700" anchor="t" anchorCtr="0">
            <a:noAutofit/>
          </a:bodyPr>
          <a:lstStyle>
            <a:lvl1pPr marL="360363" lvl="0" indent="-360363" algn="l">
              <a:lnSpc>
                <a:spcPct val="100000"/>
              </a:lnSpc>
              <a:spcBef>
                <a:spcPts val="624"/>
              </a:spcBef>
              <a:spcAft>
                <a:spcPts val="600"/>
              </a:spcAft>
              <a:buSzPct val="100000"/>
              <a:buChar char="•"/>
              <a:defRPr sz="2600"/>
            </a:lvl1pPr>
            <a:lvl2pPr marL="720725" lvl="1" indent="-360363" algn="l">
              <a:lnSpc>
                <a:spcPct val="100000"/>
              </a:lnSpc>
              <a:spcBef>
                <a:spcPts val="624"/>
              </a:spcBef>
              <a:spcAft>
                <a:spcPts val="600"/>
              </a:spcAft>
              <a:buSzPct val="100000"/>
              <a:buFont typeface="Work Sans" pitchFamily="2" charset="0"/>
              <a:buChar char="–"/>
              <a:defRPr sz="2400" b="0"/>
            </a:lvl2pPr>
            <a:lvl3pPr marL="1073150" lvl="2" indent="-352425" algn="l">
              <a:lnSpc>
                <a:spcPct val="100000"/>
              </a:lnSpc>
              <a:spcBef>
                <a:spcPts val="624"/>
              </a:spcBef>
              <a:spcAft>
                <a:spcPts val="600"/>
              </a:spcAft>
              <a:buSzPct val="100000"/>
              <a:buChar char="▪"/>
              <a:defRPr sz="2200" b="0"/>
            </a:lvl3pPr>
            <a:lvl4pPr marL="1371600" marR="0" lvl="3" indent="-171450" algn="l">
              <a:lnSpc>
                <a:spcPct val="100000"/>
              </a:lnSpc>
              <a:spcBef>
                <a:spcPts val="468"/>
              </a:spcBef>
              <a:spcAft>
                <a:spcPts val="0"/>
              </a:spcAft>
              <a:buClr>
                <a:schemeClr val="dk1"/>
              </a:buClr>
              <a:buSzPts val="2400"/>
              <a:buFont typeface="Arial"/>
              <a:buNone/>
              <a:defRPr/>
            </a:lvl4pPr>
            <a:lvl5pPr marL="1714500" lvl="4" indent="-257175" algn="l">
              <a:lnSpc>
                <a:spcPct val="90000"/>
              </a:lnSpc>
              <a:spcBef>
                <a:spcPts val="450"/>
              </a:spcBef>
              <a:spcAft>
                <a:spcPts val="0"/>
              </a:spcAft>
              <a:buClr>
                <a:schemeClr val="accent1"/>
              </a:buClr>
              <a:buSzPts val="1800"/>
              <a:buChar char="•"/>
              <a:defRPr/>
            </a:lvl5pPr>
            <a:lvl6pPr marL="2057400" lvl="5" indent="-257175" algn="l">
              <a:lnSpc>
                <a:spcPct val="90000"/>
              </a:lnSpc>
              <a:spcBef>
                <a:spcPts val="375"/>
              </a:spcBef>
              <a:spcAft>
                <a:spcPts val="0"/>
              </a:spcAft>
              <a:buClr>
                <a:schemeClr val="dk1"/>
              </a:buClr>
              <a:buSzPts val="1800"/>
              <a:buChar char="•"/>
              <a:defRPr/>
            </a:lvl6pPr>
            <a:lvl7pPr marL="2400300" lvl="6" indent="-257175" algn="l">
              <a:lnSpc>
                <a:spcPct val="90000"/>
              </a:lnSpc>
              <a:spcBef>
                <a:spcPts val="375"/>
              </a:spcBef>
              <a:spcAft>
                <a:spcPts val="0"/>
              </a:spcAft>
              <a:buClr>
                <a:schemeClr val="dk1"/>
              </a:buClr>
              <a:buSzPts val="1800"/>
              <a:buChar char="•"/>
              <a:defRPr/>
            </a:lvl7pPr>
            <a:lvl8pPr marL="2743200" lvl="7" indent="-257175" algn="l">
              <a:lnSpc>
                <a:spcPct val="90000"/>
              </a:lnSpc>
              <a:spcBef>
                <a:spcPts val="375"/>
              </a:spcBef>
              <a:spcAft>
                <a:spcPts val="0"/>
              </a:spcAft>
              <a:buClr>
                <a:schemeClr val="dk1"/>
              </a:buClr>
              <a:buSzPts val="1800"/>
              <a:buChar char="•"/>
              <a:defRPr/>
            </a:lvl8pPr>
            <a:lvl9pPr marL="3086100" lvl="8" indent="-257175" algn="l">
              <a:lnSpc>
                <a:spcPct val="90000"/>
              </a:lnSpc>
              <a:spcBef>
                <a:spcPts val="375"/>
              </a:spcBef>
              <a:spcAft>
                <a:spcPts val="0"/>
              </a:spcAft>
              <a:buClr>
                <a:schemeClr val="dk1"/>
              </a:buClr>
              <a:buSzPts val="1800"/>
              <a:buChar char="•"/>
              <a:defRPr/>
            </a:lvl9pPr>
          </a:lstStyle>
          <a:p>
            <a:pPr lvl="0"/>
            <a:r>
              <a:rPr lang="en-US"/>
              <a:t>Click to edit Master text styles</a:t>
            </a:r>
          </a:p>
          <a:p>
            <a:pPr lvl="1"/>
            <a:r>
              <a:rPr lang="en-US"/>
              <a:t> </a:t>
            </a:r>
          </a:p>
          <a:p>
            <a:pPr lvl="2"/>
            <a:r>
              <a:rPr lang="en-US"/>
              <a:t> </a:t>
            </a:r>
          </a:p>
        </p:txBody>
      </p:sp>
      <p:sp>
        <p:nvSpPr>
          <p:cNvPr id="3" name="Picture Placeholder 2">
            <a:extLst>
              <a:ext uri="{FF2B5EF4-FFF2-40B4-BE49-F238E27FC236}">
                <a16:creationId xmlns:a16="http://schemas.microsoft.com/office/drawing/2014/main" id="{CD59A8BF-46AA-AE3B-4A4F-F712F96A1633}"/>
              </a:ext>
            </a:extLst>
          </p:cNvPr>
          <p:cNvSpPr>
            <a:spLocks noGrp="1"/>
          </p:cNvSpPr>
          <p:nvPr>
            <p:ph type="pic" sz="quarter" idx="10"/>
          </p:nvPr>
        </p:nvSpPr>
        <p:spPr>
          <a:xfrm>
            <a:off x="476250" y="4105275"/>
            <a:ext cx="914400" cy="914400"/>
          </a:xfrm>
        </p:spPr>
        <p:txBody>
          <a:bodyPr/>
          <a:lstStyle/>
          <a:p>
            <a:endParaRPr lang="en-IN"/>
          </a:p>
        </p:txBody>
      </p:sp>
      <p:sp>
        <p:nvSpPr>
          <p:cNvPr id="5" name="Table Placeholder 4">
            <a:extLst>
              <a:ext uri="{FF2B5EF4-FFF2-40B4-BE49-F238E27FC236}">
                <a16:creationId xmlns:a16="http://schemas.microsoft.com/office/drawing/2014/main" id="{F83F8884-C975-0B11-0E13-A8EBA70E83F0}"/>
              </a:ext>
            </a:extLst>
          </p:cNvPr>
          <p:cNvSpPr>
            <a:spLocks noGrp="1"/>
          </p:cNvSpPr>
          <p:nvPr>
            <p:ph type="tbl" sz="quarter" idx="11"/>
          </p:nvPr>
        </p:nvSpPr>
        <p:spPr>
          <a:xfrm>
            <a:off x="1652588" y="4121150"/>
            <a:ext cx="914400" cy="914400"/>
          </a:xfrm>
        </p:spPr>
        <p:txBody>
          <a:bodyPr/>
          <a:lstStyle/>
          <a:p>
            <a:endParaRPr lang="en-IN"/>
          </a:p>
        </p:txBody>
      </p:sp>
    </p:spTree>
    <p:extLst>
      <p:ext uri="{BB962C8B-B14F-4D97-AF65-F5344CB8AC3E}">
        <p14:creationId xmlns:p14="http://schemas.microsoft.com/office/powerpoint/2010/main" val="1806794979"/>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19.xml"/><Relationship Id="rId13" Type="http://schemas.openxmlformats.org/officeDocument/2006/relationships/image" Target="../media/image1.png"/><Relationship Id="rId3" Type="http://schemas.openxmlformats.org/officeDocument/2006/relationships/slideLayout" Target="../slideLayouts/slideLayout14.xml"/><Relationship Id="rId7" Type="http://schemas.openxmlformats.org/officeDocument/2006/relationships/slideLayout" Target="../slideLayouts/slideLayout18.xml"/><Relationship Id="rId12" Type="http://schemas.openxmlformats.org/officeDocument/2006/relationships/theme" Target="../theme/theme2.xml"/><Relationship Id="rId2" Type="http://schemas.openxmlformats.org/officeDocument/2006/relationships/slideLayout" Target="../slideLayouts/slideLayout13.xml"/><Relationship Id="rId1" Type="http://schemas.openxmlformats.org/officeDocument/2006/relationships/slideLayout" Target="../slideLayouts/slideLayout12.xml"/><Relationship Id="rId6" Type="http://schemas.openxmlformats.org/officeDocument/2006/relationships/slideLayout" Target="../slideLayouts/slideLayout17.xml"/><Relationship Id="rId11" Type="http://schemas.openxmlformats.org/officeDocument/2006/relationships/slideLayout" Target="../slideLayouts/slideLayout22.xml"/><Relationship Id="rId5" Type="http://schemas.openxmlformats.org/officeDocument/2006/relationships/slideLayout" Target="../slideLayouts/slideLayout16.xml"/><Relationship Id="rId10" Type="http://schemas.openxmlformats.org/officeDocument/2006/relationships/slideLayout" Target="../slideLayouts/slideLayout21.xml"/><Relationship Id="rId4" Type="http://schemas.openxmlformats.org/officeDocument/2006/relationships/slideLayout" Target="../slideLayouts/slideLayout15.xml"/><Relationship Id="rId9" Type="http://schemas.openxmlformats.org/officeDocument/2006/relationships/slideLayout" Target="../slideLayouts/slideLayout20.xml"/><Relationship Id="rId14" Type="http://schemas.openxmlformats.org/officeDocument/2006/relationships/image" Target="../media/image2.jpeg"/></Relationships>
</file>

<file path=ppt/slideMasters/_rels/slideMaster3.xml.rels><?xml version="1.0" encoding="UTF-8" standalone="yes"?>
<Relationships xmlns="http://schemas.openxmlformats.org/package/2006/relationships"><Relationship Id="rId8" Type="http://schemas.openxmlformats.org/officeDocument/2006/relationships/slideLayout" Target="../slideLayouts/slideLayout30.xml"/><Relationship Id="rId13" Type="http://schemas.openxmlformats.org/officeDocument/2006/relationships/slideLayout" Target="../slideLayouts/slideLayout35.xml"/><Relationship Id="rId18" Type="http://schemas.openxmlformats.org/officeDocument/2006/relationships/slideLayout" Target="../slideLayouts/slideLayout40.xml"/><Relationship Id="rId3" Type="http://schemas.openxmlformats.org/officeDocument/2006/relationships/slideLayout" Target="../slideLayouts/slideLayout25.xml"/><Relationship Id="rId21" Type="http://schemas.openxmlformats.org/officeDocument/2006/relationships/image" Target="../media/image3.png"/><Relationship Id="rId7" Type="http://schemas.openxmlformats.org/officeDocument/2006/relationships/slideLayout" Target="../slideLayouts/slideLayout29.xml"/><Relationship Id="rId12" Type="http://schemas.openxmlformats.org/officeDocument/2006/relationships/slideLayout" Target="../slideLayouts/slideLayout34.xml"/><Relationship Id="rId17" Type="http://schemas.openxmlformats.org/officeDocument/2006/relationships/slideLayout" Target="../slideLayouts/slideLayout39.xml"/><Relationship Id="rId2" Type="http://schemas.openxmlformats.org/officeDocument/2006/relationships/slideLayout" Target="../slideLayouts/slideLayout24.xml"/><Relationship Id="rId16" Type="http://schemas.openxmlformats.org/officeDocument/2006/relationships/slideLayout" Target="../slideLayouts/slideLayout38.xml"/><Relationship Id="rId20" Type="http://schemas.openxmlformats.org/officeDocument/2006/relationships/theme" Target="../theme/theme3.xml"/><Relationship Id="rId1" Type="http://schemas.openxmlformats.org/officeDocument/2006/relationships/slideLayout" Target="../slideLayouts/slideLayout23.xml"/><Relationship Id="rId6" Type="http://schemas.openxmlformats.org/officeDocument/2006/relationships/slideLayout" Target="../slideLayouts/slideLayout28.xml"/><Relationship Id="rId11" Type="http://schemas.openxmlformats.org/officeDocument/2006/relationships/slideLayout" Target="../slideLayouts/slideLayout33.xml"/><Relationship Id="rId5" Type="http://schemas.openxmlformats.org/officeDocument/2006/relationships/slideLayout" Target="../slideLayouts/slideLayout27.xml"/><Relationship Id="rId15" Type="http://schemas.openxmlformats.org/officeDocument/2006/relationships/slideLayout" Target="../slideLayouts/slideLayout37.xml"/><Relationship Id="rId10" Type="http://schemas.openxmlformats.org/officeDocument/2006/relationships/slideLayout" Target="../slideLayouts/slideLayout32.xml"/><Relationship Id="rId19" Type="http://schemas.openxmlformats.org/officeDocument/2006/relationships/slideLayout" Target="../slideLayouts/slideLayout41.xml"/><Relationship Id="rId4" Type="http://schemas.openxmlformats.org/officeDocument/2006/relationships/slideLayout" Target="../slideLayouts/slideLayout26.xml"/><Relationship Id="rId9" Type="http://schemas.openxmlformats.org/officeDocument/2006/relationships/slideLayout" Target="../slideLayouts/slideLayout31.xml"/><Relationship Id="rId14" Type="http://schemas.openxmlformats.org/officeDocument/2006/relationships/slideLayout" Target="../slideLayouts/slideLayout36.xml"/></Relationships>
</file>

<file path=ppt/slideMasters/_rels/slideMaster4.xml.rels><?xml version="1.0" encoding="UTF-8" standalone="yes"?>
<Relationships xmlns="http://schemas.openxmlformats.org/package/2006/relationships"><Relationship Id="rId8" Type="http://schemas.openxmlformats.org/officeDocument/2006/relationships/slideLayout" Target="../slideLayouts/slideLayout49.xml"/><Relationship Id="rId13" Type="http://schemas.openxmlformats.org/officeDocument/2006/relationships/slideLayout" Target="../slideLayouts/slideLayout54.xml"/><Relationship Id="rId18" Type="http://schemas.openxmlformats.org/officeDocument/2006/relationships/slideLayout" Target="../slideLayouts/slideLayout59.xml"/><Relationship Id="rId26" Type="http://schemas.openxmlformats.org/officeDocument/2006/relationships/theme" Target="../theme/theme4.xml"/><Relationship Id="rId3" Type="http://schemas.openxmlformats.org/officeDocument/2006/relationships/slideLayout" Target="../slideLayouts/slideLayout44.xml"/><Relationship Id="rId21" Type="http://schemas.openxmlformats.org/officeDocument/2006/relationships/slideLayout" Target="../slideLayouts/slideLayout62.xml"/><Relationship Id="rId7" Type="http://schemas.openxmlformats.org/officeDocument/2006/relationships/slideLayout" Target="../slideLayouts/slideLayout48.xml"/><Relationship Id="rId12" Type="http://schemas.openxmlformats.org/officeDocument/2006/relationships/slideLayout" Target="../slideLayouts/slideLayout53.xml"/><Relationship Id="rId17" Type="http://schemas.openxmlformats.org/officeDocument/2006/relationships/slideLayout" Target="../slideLayouts/slideLayout58.xml"/><Relationship Id="rId25" Type="http://schemas.openxmlformats.org/officeDocument/2006/relationships/slideLayout" Target="../slideLayouts/slideLayout66.xml"/><Relationship Id="rId2" Type="http://schemas.openxmlformats.org/officeDocument/2006/relationships/slideLayout" Target="../slideLayouts/slideLayout43.xml"/><Relationship Id="rId16" Type="http://schemas.openxmlformats.org/officeDocument/2006/relationships/slideLayout" Target="../slideLayouts/slideLayout57.xml"/><Relationship Id="rId20" Type="http://schemas.openxmlformats.org/officeDocument/2006/relationships/slideLayout" Target="../slideLayouts/slideLayout61.xml"/><Relationship Id="rId1" Type="http://schemas.openxmlformats.org/officeDocument/2006/relationships/slideLayout" Target="../slideLayouts/slideLayout42.xml"/><Relationship Id="rId6" Type="http://schemas.openxmlformats.org/officeDocument/2006/relationships/slideLayout" Target="../slideLayouts/slideLayout47.xml"/><Relationship Id="rId11" Type="http://schemas.openxmlformats.org/officeDocument/2006/relationships/slideLayout" Target="../slideLayouts/slideLayout52.xml"/><Relationship Id="rId24" Type="http://schemas.openxmlformats.org/officeDocument/2006/relationships/slideLayout" Target="../slideLayouts/slideLayout65.xml"/><Relationship Id="rId5" Type="http://schemas.openxmlformats.org/officeDocument/2006/relationships/slideLayout" Target="../slideLayouts/slideLayout46.xml"/><Relationship Id="rId15" Type="http://schemas.openxmlformats.org/officeDocument/2006/relationships/slideLayout" Target="../slideLayouts/slideLayout56.xml"/><Relationship Id="rId23" Type="http://schemas.openxmlformats.org/officeDocument/2006/relationships/slideLayout" Target="../slideLayouts/slideLayout64.xml"/><Relationship Id="rId10" Type="http://schemas.openxmlformats.org/officeDocument/2006/relationships/slideLayout" Target="../slideLayouts/slideLayout51.xml"/><Relationship Id="rId19" Type="http://schemas.openxmlformats.org/officeDocument/2006/relationships/slideLayout" Target="../slideLayouts/slideLayout60.xml"/><Relationship Id="rId4" Type="http://schemas.openxmlformats.org/officeDocument/2006/relationships/slideLayout" Target="../slideLayouts/slideLayout45.xml"/><Relationship Id="rId9" Type="http://schemas.openxmlformats.org/officeDocument/2006/relationships/slideLayout" Target="../slideLayouts/slideLayout50.xml"/><Relationship Id="rId14" Type="http://schemas.openxmlformats.org/officeDocument/2006/relationships/slideLayout" Target="../slideLayouts/slideLayout55.xml"/><Relationship Id="rId22" Type="http://schemas.openxmlformats.org/officeDocument/2006/relationships/slideLayout" Target="../slideLayouts/slideLayout63.xml"/><Relationship Id="rId27" Type="http://schemas.openxmlformats.org/officeDocument/2006/relationships/image" Target="../media/image3.png"/></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609600" y="274638"/>
            <a:ext cx="109728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609600" y="1600203"/>
            <a:ext cx="109728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609600" y="6356353"/>
            <a:ext cx="28448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60D336FE-50F2-43B1-8E29-DA1489046407}" type="datetimeFigureOut">
              <a:rPr lang="en-US" smtClean="0"/>
              <a:pPr/>
              <a:t>12/4/2024</a:t>
            </a:fld>
            <a:endParaRPr lang="en-US" dirty="0"/>
          </a:p>
        </p:txBody>
      </p:sp>
      <p:sp>
        <p:nvSpPr>
          <p:cNvPr id="5" name="Footer Placeholder 4"/>
          <p:cNvSpPr>
            <a:spLocks noGrp="1"/>
          </p:cNvSpPr>
          <p:nvPr>
            <p:ph type="ftr" sz="quarter" idx="3"/>
          </p:nvPr>
        </p:nvSpPr>
        <p:spPr>
          <a:xfrm>
            <a:off x="4165600" y="6356353"/>
            <a:ext cx="3860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dirty="0"/>
          </a:p>
        </p:txBody>
      </p:sp>
      <p:sp>
        <p:nvSpPr>
          <p:cNvPr id="6" name="Slide Number Placeholder 5"/>
          <p:cNvSpPr>
            <a:spLocks noGrp="1"/>
          </p:cNvSpPr>
          <p:nvPr>
            <p:ph type="sldNum" sz="quarter" idx="4"/>
          </p:nvPr>
        </p:nvSpPr>
        <p:spPr>
          <a:xfrm>
            <a:off x="8737600" y="6356353"/>
            <a:ext cx="28448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5088FE4E-7896-42C2-A565-469234630387}" type="slidenum">
              <a:rPr lang="en-US" smtClean="0"/>
              <a:pPr/>
              <a:t>‹#›</a:t>
            </a:fld>
            <a:endParaRPr lang="en-US" dirty="0"/>
          </a:p>
        </p:txBody>
      </p:sp>
    </p:spTree>
  </p:cSld>
  <p:clrMap bg1="lt1" tx1="dk1" bg2="lt2" tx2="dk2" accent1="accent1" accent2="accent2" accent3="accent3" accent4="accent4" accent5="accent5" accent6="accent6" hlink="hlink" folHlink="folHlink"/>
  <p:sldLayoutIdLst>
    <p:sldLayoutId id="2147483673" r:id="rId1"/>
    <p:sldLayoutId id="2147483674" r:id="rId2"/>
    <p:sldLayoutId id="2147483675" r:id="rId3"/>
    <p:sldLayoutId id="2147483676" r:id="rId4"/>
    <p:sldLayoutId id="2147483677" r:id="rId5"/>
    <p:sldLayoutId id="2147483678" r:id="rId6"/>
    <p:sldLayoutId id="2147483679" r:id="rId7"/>
    <p:sldLayoutId id="2147483680" r:id="rId8"/>
    <p:sldLayoutId id="2147483681" r:id="rId9"/>
    <p:sldLayoutId id="2147483682" r:id="rId10"/>
    <p:sldLayoutId id="2147483683"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609600" y="274638"/>
            <a:ext cx="109728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609600" y="1600203"/>
            <a:ext cx="109728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609600" y="6356353"/>
            <a:ext cx="28448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60D336FE-50F2-43B1-8E29-DA1489046407}" type="datetimeFigureOut">
              <a:rPr lang="en-US" smtClean="0"/>
              <a:pPr/>
              <a:t>12/4/2024</a:t>
            </a:fld>
            <a:endParaRPr lang="en-US" dirty="0"/>
          </a:p>
        </p:txBody>
      </p:sp>
      <p:sp>
        <p:nvSpPr>
          <p:cNvPr id="5" name="Footer Placeholder 4"/>
          <p:cNvSpPr>
            <a:spLocks noGrp="1"/>
          </p:cNvSpPr>
          <p:nvPr>
            <p:ph type="ftr" sz="quarter" idx="3"/>
          </p:nvPr>
        </p:nvSpPr>
        <p:spPr>
          <a:xfrm>
            <a:off x="4165600" y="6356353"/>
            <a:ext cx="3860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dirty="0"/>
          </a:p>
        </p:txBody>
      </p:sp>
      <p:sp>
        <p:nvSpPr>
          <p:cNvPr id="6" name="Slide Number Placeholder 5"/>
          <p:cNvSpPr>
            <a:spLocks noGrp="1"/>
          </p:cNvSpPr>
          <p:nvPr>
            <p:ph type="sldNum" sz="quarter" idx="4"/>
          </p:nvPr>
        </p:nvSpPr>
        <p:spPr>
          <a:xfrm>
            <a:off x="8737600" y="6356353"/>
            <a:ext cx="28448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5088FE4E-7896-42C2-A565-469234630387}" type="slidenum">
              <a:rPr lang="en-US" smtClean="0"/>
              <a:pPr/>
              <a:t>‹#›</a:t>
            </a:fld>
            <a:endParaRPr lang="en-US" dirty="0"/>
          </a:p>
        </p:txBody>
      </p:sp>
      <p:sp>
        <p:nvSpPr>
          <p:cNvPr id="7" name="Rectangle 3">
            <a:extLst>
              <a:ext uri="{FF2B5EF4-FFF2-40B4-BE49-F238E27FC236}">
                <a16:creationId xmlns:a16="http://schemas.microsoft.com/office/drawing/2014/main" id="{4CBDB748-EFB7-D131-FF68-9A1902A3B6D5}"/>
              </a:ext>
            </a:extLst>
          </p:cNvPr>
          <p:cNvSpPr>
            <a:spLocks noChangeArrowheads="1"/>
          </p:cNvSpPr>
          <p:nvPr userDrawn="1"/>
        </p:nvSpPr>
        <p:spPr bwMode="auto">
          <a:xfrm>
            <a:off x="4247445" y="6424084"/>
            <a:ext cx="7750595" cy="389999"/>
          </a:xfrm>
          <a:prstGeom prst="rect">
            <a:avLst/>
          </a:prstGeom>
          <a:noFill/>
          <a:ln w="9525">
            <a:noFill/>
            <a:round/>
            <a:headEnd/>
            <a:tailEnd/>
          </a:ln>
          <a:effectLst/>
        </p:spPr>
        <p:txBody>
          <a:bodyPr lIns="90000" tIns="46800" rIns="90000" bIns="46800"/>
          <a:lstStyle/>
          <a:p>
            <a:pPr algn="r" defTabSz="449263" fontAlgn="base">
              <a:spcBef>
                <a:spcPct val="0"/>
              </a:spcBef>
              <a:spcAft>
                <a:spcPct val="0"/>
              </a:spcAft>
              <a:buClr>
                <a:srgbClr val="000000"/>
              </a:buClr>
              <a:buSzPct val="100000"/>
              <a:buFont typeface="Calibri" pitchFamily="1" charset="0"/>
              <a:buNone/>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a:pPr>
            <a:r>
              <a:rPr lang="en-GB" sz="900" dirty="0">
                <a:solidFill>
                  <a:srgbClr val="000000"/>
                </a:solidFill>
                <a:latin typeface="Calibri" pitchFamily="1" charset="0"/>
                <a:cs typeface="Arial" charset="0"/>
              </a:rPr>
              <a:t>© 2020 Cengage Learning. All Rights Reserved. May not be scanned, copied, </a:t>
            </a:r>
            <a:br>
              <a:rPr lang="en-GB" sz="900" dirty="0">
                <a:solidFill>
                  <a:srgbClr val="000000"/>
                </a:solidFill>
                <a:latin typeface="Calibri" pitchFamily="1" charset="0"/>
                <a:cs typeface="Arial" charset="0"/>
              </a:rPr>
            </a:br>
            <a:r>
              <a:rPr lang="en-GB" sz="900" dirty="0">
                <a:solidFill>
                  <a:srgbClr val="000000"/>
                </a:solidFill>
                <a:latin typeface="Calibri" pitchFamily="1" charset="0"/>
                <a:cs typeface="Arial" charset="0"/>
              </a:rPr>
              <a:t>duplicated,</a:t>
            </a:r>
            <a:r>
              <a:rPr lang="en-GB" sz="900" baseline="0" dirty="0">
                <a:solidFill>
                  <a:srgbClr val="000000"/>
                </a:solidFill>
                <a:latin typeface="Calibri" pitchFamily="1" charset="0"/>
                <a:cs typeface="Arial" charset="0"/>
              </a:rPr>
              <a:t> or posted to a publicly accessible website, in whole or in part.</a:t>
            </a:r>
            <a:endParaRPr lang="en-GB" sz="900" dirty="0">
              <a:solidFill>
                <a:srgbClr val="000000"/>
              </a:solidFill>
              <a:latin typeface="Calibri" pitchFamily="1" charset="0"/>
              <a:cs typeface="Arial" charset="0"/>
            </a:endParaRPr>
          </a:p>
        </p:txBody>
      </p:sp>
      <p:pic>
        <p:nvPicPr>
          <p:cNvPr id="8" name="Picture 7" descr="CL_Logo_RGB_R.png">
            <a:extLst>
              <a:ext uri="{FF2B5EF4-FFF2-40B4-BE49-F238E27FC236}">
                <a16:creationId xmlns:a16="http://schemas.microsoft.com/office/drawing/2014/main" id="{63B95FA9-C740-D82A-D07E-C44BB55CC6C7}"/>
              </a:ext>
            </a:extLst>
          </p:cNvPr>
          <p:cNvPicPr>
            <a:picLocks noChangeAspect="1"/>
          </p:cNvPicPr>
          <p:nvPr userDrawn="1"/>
        </p:nvPicPr>
        <p:blipFill>
          <a:blip r:embed="rId13" cstate="print">
            <a:extLst>
              <a:ext uri="{28A0092B-C50C-407E-A947-70E740481C1C}">
                <a14:useLocalDpi xmlns:a14="http://schemas.microsoft.com/office/drawing/2010/main" val="0"/>
              </a:ext>
            </a:extLst>
          </a:blip>
          <a:stretch>
            <a:fillRect/>
          </a:stretch>
        </p:blipFill>
        <p:spPr>
          <a:xfrm>
            <a:off x="-101600" y="6172200"/>
            <a:ext cx="2133600" cy="843912"/>
          </a:xfrm>
          <a:prstGeom prst="rect">
            <a:avLst/>
          </a:prstGeom>
        </p:spPr>
      </p:pic>
      <p:pic>
        <p:nvPicPr>
          <p:cNvPr id="9" name="Picture 8" descr="Erjavec_AutoTech_MASTER.jpg">
            <a:extLst>
              <a:ext uri="{FF2B5EF4-FFF2-40B4-BE49-F238E27FC236}">
                <a16:creationId xmlns:a16="http://schemas.microsoft.com/office/drawing/2014/main" id="{42646C75-9EAA-1053-03C2-955CB42A6108}"/>
              </a:ext>
            </a:extLst>
          </p:cNvPr>
          <p:cNvPicPr>
            <a:picLocks noChangeAspect="1"/>
          </p:cNvPicPr>
          <p:nvPr userDrawn="1"/>
        </p:nvPicPr>
        <p:blipFill>
          <a:blip r:embed="rId14">
            <a:extLst>
              <a:ext uri="{28A0092B-C50C-407E-A947-70E740481C1C}">
                <a14:useLocalDpi xmlns:a14="http://schemas.microsoft.com/office/drawing/2010/main" val="0"/>
              </a:ext>
            </a:extLst>
          </a:blip>
          <a:stretch>
            <a:fillRect/>
          </a:stretch>
        </p:blipFill>
        <p:spPr>
          <a:xfrm>
            <a:off x="0" y="0"/>
            <a:ext cx="12192000" cy="457200"/>
          </a:xfrm>
          <a:prstGeom prst="rect">
            <a:avLst/>
          </a:prstGeom>
        </p:spPr>
      </p:pic>
    </p:spTree>
    <p:extLst>
      <p:ext uri="{BB962C8B-B14F-4D97-AF65-F5344CB8AC3E}">
        <p14:creationId xmlns:p14="http://schemas.microsoft.com/office/powerpoint/2010/main" val="3615026880"/>
      </p:ext>
    </p:extLst>
  </p:cSld>
  <p:clrMap bg1="lt1" tx1="dk1" bg2="lt2" tx2="dk2" accent1="accent1" accent2="accent2" accent3="accent3" accent4="accent4" accent5="accent5" accent6="accent6" hlink="hlink" folHlink="folHlink"/>
  <p:sldLayoutIdLst>
    <p:sldLayoutId id="2147483780" r:id="rId1"/>
    <p:sldLayoutId id="2147483781" r:id="rId2"/>
    <p:sldLayoutId id="2147483782" r:id="rId3"/>
    <p:sldLayoutId id="2147483783" r:id="rId4"/>
    <p:sldLayoutId id="2147483784" r:id="rId5"/>
    <p:sldLayoutId id="2147483785" r:id="rId6"/>
    <p:sldLayoutId id="2147483786" r:id="rId7"/>
    <p:sldLayoutId id="2147483787" r:id="rId8"/>
    <p:sldLayoutId id="2147483788" r:id="rId9"/>
    <p:sldLayoutId id="2147483789" r:id="rId10"/>
    <p:sldLayoutId id="2147483790"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3.xml><?xml version="1.0" encoding="utf-8"?>
<p:sldMaster xmlns:a="http://schemas.openxmlformats.org/drawingml/2006/main" xmlns:r="http://schemas.openxmlformats.org/officeDocument/2006/relationships" xmlns:p="http://schemas.openxmlformats.org/presentationml/2006/main" preserve="1">
  <p:cSld>
    <p:bg>
      <p:bgPr>
        <a:solidFill>
          <a:schemeClr val="lt1"/>
        </a:solidFill>
        <a:effectLst/>
      </p:bgPr>
    </p:bg>
    <p:spTree>
      <p:nvGrpSpPr>
        <p:cNvPr id="1" name="Shape 8"/>
        <p:cNvGrpSpPr/>
        <p:nvPr/>
      </p:nvGrpSpPr>
      <p:grpSpPr>
        <a:xfrm>
          <a:off x="0" y="0"/>
          <a:ext cx="0" cy="0"/>
          <a:chOff x="0" y="0"/>
          <a:chExt cx="0" cy="0"/>
        </a:xfrm>
      </p:grpSpPr>
      <p:sp>
        <p:nvSpPr>
          <p:cNvPr id="9" name="Google Shape;9;p47"/>
          <p:cNvSpPr/>
          <p:nvPr/>
        </p:nvSpPr>
        <p:spPr>
          <a:xfrm>
            <a:off x="0" y="6176964"/>
            <a:ext cx="12192000" cy="681036"/>
          </a:xfrm>
          <a:prstGeom prst="rect">
            <a:avLst/>
          </a:prstGeom>
          <a:solidFill>
            <a:schemeClr val="accent1"/>
          </a:solidFill>
          <a:ln>
            <a:noFill/>
          </a:ln>
        </p:spPr>
        <p:txBody>
          <a:bodyPr spcFirstLastPara="1" wrap="square" lIns="68569" tIns="34275" rIns="68569" bIns="34275" anchor="ctr" anchorCtr="0">
            <a:noAutofit/>
          </a:bodyPr>
          <a:lstStyle/>
          <a:p>
            <a:pPr marL="0" marR="0" lvl="0" indent="0" algn="ctr" rtl="0">
              <a:spcBef>
                <a:spcPts val="0"/>
              </a:spcBef>
              <a:spcAft>
                <a:spcPts val="0"/>
              </a:spcAft>
              <a:buNone/>
            </a:pPr>
            <a:endParaRPr sz="1350" b="0" i="0" u="none" strike="noStrike" cap="none" dirty="0">
              <a:solidFill>
                <a:schemeClr val="lt1"/>
              </a:solidFill>
              <a:latin typeface="Calibri"/>
              <a:ea typeface="Calibri"/>
              <a:cs typeface="Calibri"/>
              <a:sym typeface="Calibri"/>
            </a:endParaRPr>
          </a:p>
        </p:txBody>
      </p:sp>
      <p:sp>
        <p:nvSpPr>
          <p:cNvPr id="10" name="Google Shape;10;p47"/>
          <p:cNvSpPr txBox="1">
            <a:spLocks noGrp="1"/>
          </p:cNvSpPr>
          <p:nvPr>
            <p:ph type="title"/>
          </p:nvPr>
        </p:nvSpPr>
        <p:spPr>
          <a:xfrm>
            <a:off x="476845" y="473249"/>
            <a:ext cx="11241915" cy="1217447"/>
          </a:xfrm>
          <a:prstGeom prst="rect">
            <a:avLst/>
          </a:prstGeom>
          <a:noFill/>
          <a:ln>
            <a:noFill/>
          </a:ln>
        </p:spPr>
        <p:txBody>
          <a:bodyPr spcFirstLastPara="1" wrap="square" lIns="91425" tIns="45700" rIns="91425" bIns="45700" anchor="t" anchorCtr="0">
            <a:noAutofit/>
          </a:bodyPr>
          <a:lstStyle>
            <a:lvl1pPr marR="0" lvl="0" algn="ctr" rtl="0">
              <a:lnSpc>
                <a:spcPct val="90000"/>
              </a:lnSpc>
              <a:spcBef>
                <a:spcPts val="0"/>
              </a:spcBef>
              <a:spcAft>
                <a:spcPts val="0"/>
              </a:spcAft>
              <a:buClr>
                <a:schemeClr val="dk1"/>
              </a:buClr>
              <a:buSzPts val="4000"/>
              <a:buFont typeface="Work Sans"/>
              <a:buNone/>
              <a:defRPr sz="4000" b="1" i="0" u="none" strike="noStrike" cap="none">
                <a:solidFill>
                  <a:schemeClr val="dk1"/>
                </a:solidFill>
                <a:latin typeface="Work Sans"/>
                <a:ea typeface="Work Sans"/>
                <a:cs typeface="Work Sans"/>
                <a:sym typeface="Work Sans"/>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a:endParaRPr/>
          </a:p>
        </p:txBody>
      </p:sp>
      <p:sp>
        <p:nvSpPr>
          <p:cNvPr id="11" name="Google Shape;11;p47"/>
          <p:cNvSpPr txBox="1">
            <a:spLocks noGrp="1"/>
          </p:cNvSpPr>
          <p:nvPr>
            <p:ph type="body" idx="1"/>
          </p:nvPr>
        </p:nvSpPr>
        <p:spPr>
          <a:xfrm>
            <a:off x="476845" y="1825625"/>
            <a:ext cx="11241915" cy="4351338"/>
          </a:xfrm>
          <a:prstGeom prst="rect">
            <a:avLst/>
          </a:prstGeom>
          <a:noFill/>
          <a:ln>
            <a:noFill/>
          </a:ln>
        </p:spPr>
        <p:txBody>
          <a:bodyPr spcFirstLastPara="1" wrap="square" lIns="91425" tIns="45700" rIns="91425" bIns="45700" anchor="t" anchorCtr="0">
            <a:noAutofit/>
          </a:bodyPr>
          <a:lstStyle>
            <a:lvl1pPr marL="457200" marR="0" lvl="0" indent="-381000" algn="l" rtl="0">
              <a:lnSpc>
                <a:spcPct val="100000"/>
              </a:lnSpc>
              <a:spcBef>
                <a:spcPts val="1000"/>
              </a:spcBef>
              <a:spcAft>
                <a:spcPts val="0"/>
              </a:spcAft>
              <a:buClr>
                <a:schemeClr val="dk1"/>
              </a:buClr>
              <a:buSzPts val="2400"/>
              <a:buFont typeface="Arial"/>
              <a:buChar char="•"/>
              <a:defRPr sz="2400" b="0" i="0" u="none" strike="noStrike" cap="none">
                <a:solidFill>
                  <a:schemeClr val="dk1"/>
                </a:solidFill>
                <a:latin typeface="Work Sans"/>
                <a:ea typeface="Work Sans"/>
                <a:cs typeface="Work Sans"/>
                <a:sym typeface="Work Sans"/>
              </a:defRPr>
            </a:lvl1pPr>
            <a:lvl2pPr marL="914400" marR="0" lvl="1" indent="-381000" algn="l" rtl="0">
              <a:lnSpc>
                <a:spcPct val="100000"/>
              </a:lnSpc>
              <a:spcBef>
                <a:spcPts val="800"/>
              </a:spcBef>
              <a:spcAft>
                <a:spcPts val="0"/>
              </a:spcAft>
              <a:buClr>
                <a:schemeClr val="dk1"/>
              </a:buClr>
              <a:buSzPts val="2400"/>
              <a:buFont typeface="Arial"/>
              <a:buChar char="−"/>
              <a:defRPr sz="2400" b="0" i="0" u="none" strike="noStrike" cap="none">
                <a:solidFill>
                  <a:schemeClr val="dk1"/>
                </a:solidFill>
                <a:latin typeface="Work Sans"/>
                <a:ea typeface="Work Sans"/>
                <a:cs typeface="Work Sans"/>
                <a:sym typeface="Work Sans"/>
              </a:defRPr>
            </a:lvl2pPr>
            <a:lvl3pPr marL="1371600" marR="0" lvl="2" indent="-350519" algn="l" rtl="0">
              <a:lnSpc>
                <a:spcPct val="100000"/>
              </a:lnSpc>
              <a:spcBef>
                <a:spcPts val="800"/>
              </a:spcBef>
              <a:spcAft>
                <a:spcPts val="0"/>
              </a:spcAft>
              <a:buClr>
                <a:schemeClr val="dk1"/>
              </a:buClr>
              <a:buSzPts val="1920"/>
              <a:buFont typeface="Noto Sans Symbols"/>
              <a:buChar char="▪"/>
              <a:defRPr sz="2400" b="0" i="0" u="none" strike="noStrike" cap="none">
                <a:solidFill>
                  <a:schemeClr val="dk1"/>
                </a:solidFill>
                <a:latin typeface="Work Sans"/>
                <a:ea typeface="Work Sans"/>
                <a:cs typeface="Work Sans"/>
                <a:sym typeface="Work Sans"/>
              </a:defRPr>
            </a:lvl3pPr>
            <a:lvl4pPr marL="1828800" marR="0" lvl="3" indent="-381000" algn="l" rtl="0">
              <a:lnSpc>
                <a:spcPct val="90000"/>
              </a:lnSpc>
              <a:spcBef>
                <a:spcPts val="800"/>
              </a:spcBef>
              <a:spcAft>
                <a:spcPts val="0"/>
              </a:spcAft>
              <a:buClr>
                <a:schemeClr val="dk1"/>
              </a:buClr>
              <a:buSzPts val="2400"/>
              <a:buFont typeface="Arial"/>
              <a:buChar char="•"/>
              <a:defRPr sz="2400" b="0" i="0" u="none" strike="noStrike" cap="none">
                <a:solidFill>
                  <a:schemeClr val="dk1"/>
                </a:solidFill>
                <a:latin typeface="Work Sans"/>
                <a:ea typeface="Work Sans"/>
                <a:cs typeface="Work Sans"/>
                <a:sym typeface="Work Sans"/>
              </a:defRPr>
            </a:lvl4pPr>
            <a:lvl5pPr marL="2286000" marR="0" lvl="4" indent="-431800" algn="l" rtl="0">
              <a:lnSpc>
                <a:spcPct val="90000"/>
              </a:lnSpc>
              <a:spcBef>
                <a:spcPts val="500"/>
              </a:spcBef>
              <a:spcAft>
                <a:spcPts val="0"/>
              </a:spcAft>
              <a:buClr>
                <a:schemeClr val="accent1"/>
              </a:buClr>
              <a:buSzPts val="3200"/>
              <a:buFont typeface="Arial"/>
              <a:buChar char="•"/>
              <a:defRPr sz="3200" b="1" i="0" u="none" strike="noStrike" cap="none">
                <a:solidFill>
                  <a:schemeClr val="accent1"/>
                </a:solidFill>
                <a:latin typeface="Work Sans"/>
                <a:ea typeface="Work Sans"/>
                <a:cs typeface="Work Sans"/>
                <a:sym typeface="Work Sans"/>
              </a:defRPr>
            </a:lvl5pPr>
            <a:lvl6pPr marL="2743200" marR="0" lvl="5"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Work Sans"/>
                <a:ea typeface="Work Sans"/>
                <a:cs typeface="Work Sans"/>
                <a:sym typeface="Work Sans"/>
              </a:defRPr>
            </a:lvl6pPr>
            <a:lvl7pPr marL="3200400" marR="0" lvl="6"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Work Sans"/>
                <a:ea typeface="Work Sans"/>
                <a:cs typeface="Work Sans"/>
                <a:sym typeface="Work Sans"/>
              </a:defRPr>
            </a:lvl7pPr>
            <a:lvl8pPr marL="3657600" marR="0" lvl="7"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Work Sans"/>
                <a:ea typeface="Work Sans"/>
                <a:cs typeface="Work Sans"/>
                <a:sym typeface="Work Sans"/>
              </a:defRPr>
            </a:lvl8pPr>
            <a:lvl9pPr marL="4114800" marR="0" lvl="8"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Work Sans"/>
                <a:ea typeface="Work Sans"/>
                <a:cs typeface="Work Sans"/>
                <a:sym typeface="Work Sans"/>
              </a:defRPr>
            </a:lvl9pPr>
          </a:lstStyle>
          <a:p>
            <a:endParaRPr/>
          </a:p>
        </p:txBody>
      </p:sp>
      <p:pic>
        <p:nvPicPr>
          <p:cNvPr id="12" name="Google Shape;12;p47"/>
          <p:cNvPicPr preferRelativeResize="0"/>
          <p:nvPr/>
        </p:nvPicPr>
        <p:blipFill rotWithShape="1">
          <a:blip r:embed="rId21">
            <a:alphaModFix/>
          </a:blip>
          <a:srcRect/>
          <a:stretch/>
        </p:blipFill>
        <p:spPr>
          <a:xfrm>
            <a:off x="183090" y="6223889"/>
            <a:ext cx="1820281" cy="610675"/>
          </a:xfrm>
          <a:prstGeom prst="rect">
            <a:avLst/>
          </a:prstGeom>
          <a:noFill/>
          <a:ln>
            <a:noFill/>
          </a:ln>
        </p:spPr>
      </p:pic>
      <p:sp>
        <p:nvSpPr>
          <p:cNvPr id="13" name="Google Shape;13;p47"/>
          <p:cNvSpPr txBox="1"/>
          <p:nvPr/>
        </p:nvSpPr>
        <p:spPr>
          <a:xfrm>
            <a:off x="11082189" y="6449054"/>
            <a:ext cx="734291" cy="365760"/>
          </a:xfrm>
          <a:prstGeom prst="rect">
            <a:avLst/>
          </a:prstGeom>
          <a:noFill/>
          <a:ln>
            <a:noFill/>
          </a:ln>
        </p:spPr>
        <p:txBody>
          <a:bodyPr spcFirstLastPara="1" wrap="square" lIns="68569" tIns="34275" rIns="68569" bIns="34275" anchor="ctr" anchorCtr="0">
            <a:noAutofit/>
          </a:bodyPr>
          <a:lstStyle/>
          <a:p>
            <a:pPr marL="0" marR="0" lvl="0" indent="0" algn="r" rtl="0">
              <a:spcBef>
                <a:spcPts val="0"/>
              </a:spcBef>
              <a:spcAft>
                <a:spcPts val="0"/>
              </a:spcAft>
              <a:buNone/>
            </a:pPr>
            <a:fld id="{00000000-1234-1234-1234-123412341234}" type="slidenum">
              <a:rPr lang="en-US" sz="825" b="0" i="0" u="none" strike="noStrike" cap="none">
                <a:solidFill>
                  <a:schemeClr val="lt1"/>
                </a:solidFill>
                <a:latin typeface="Work Sans"/>
                <a:ea typeface="Work Sans"/>
                <a:cs typeface="Work Sans"/>
                <a:sym typeface="Work Sans"/>
              </a:rPr>
              <a:pPr marL="0" marR="0" lvl="0" indent="0" algn="r" rtl="0">
                <a:spcBef>
                  <a:spcPts val="0"/>
                </a:spcBef>
                <a:spcAft>
                  <a:spcPts val="0"/>
                </a:spcAft>
                <a:buNone/>
              </a:pPr>
              <a:t>‹#›</a:t>
            </a:fld>
            <a:endParaRPr sz="825" b="0" i="0" u="none" strike="noStrike" cap="none" dirty="0">
              <a:solidFill>
                <a:schemeClr val="lt1"/>
              </a:solidFill>
              <a:latin typeface="Work Sans"/>
              <a:ea typeface="Work Sans"/>
              <a:cs typeface="Work Sans"/>
              <a:sym typeface="Work Sans"/>
            </a:endParaRPr>
          </a:p>
        </p:txBody>
      </p:sp>
      <p:sp>
        <p:nvSpPr>
          <p:cNvPr id="2" name="Content Placeholder 4">
            <a:extLst>
              <a:ext uri="{FF2B5EF4-FFF2-40B4-BE49-F238E27FC236}">
                <a16:creationId xmlns:a16="http://schemas.microsoft.com/office/drawing/2014/main" id="{C551ED46-FCC6-8718-B40B-EDA7A92DA452}"/>
              </a:ext>
            </a:extLst>
          </p:cNvPr>
          <p:cNvSpPr txBox="1">
            <a:spLocks/>
          </p:cNvSpPr>
          <p:nvPr userDrawn="1"/>
        </p:nvSpPr>
        <p:spPr>
          <a:xfrm>
            <a:off x="2031365" y="6315289"/>
            <a:ext cx="9220200" cy="461624"/>
          </a:xfrm>
          <a:prstGeom prst="rect">
            <a:avLst/>
          </a:prstGeom>
          <a:noFill/>
        </p:spPr>
        <p:txBody>
          <a:bodyPr wrap="square" rtlCol="0">
            <a:spAutoFit/>
          </a:bodyPr>
          <a:lstStyle>
            <a:defPPr marR="0" lvl="0" algn="l" rtl="0">
              <a:lnSpc>
                <a:spcPct val="100000"/>
              </a:lnSpc>
              <a:spcBef>
                <a:spcPts val="0"/>
              </a:spcBef>
              <a:spcAft>
                <a:spcPts val="0"/>
              </a:spcAft>
            </a:defPPr>
            <a:lvl1pPr marR="0" lvl="0" algn="l" rtl="0" eaLnBrk="1" hangingPunct="1">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1pPr>
            <a:lvl2pPr marR="0" lvl="1" algn="l" rtl="0" eaLnBrk="1" hangingPunct="1">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2pPr>
            <a:lvl3pPr marR="0" lvl="2" algn="l" rtl="0" eaLnBrk="1" hangingPunct="1">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3pPr>
            <a:lvl4pPr marR="0" lvl="3" algn="l" rtl="0" eaLnBrk="1" hangingPunct="1">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4pPr>
            <a:lvl5pPr marR="0" lvl="4" algn="l" rtl="0" eaLnBrk="1" hangingPunct="1">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5pPr>
            <a:lvl6pPr marR="0" lvl="5" algn="l" rtl="0" eaLnBrk="1" hangingPunct="1">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6pPr>
            <a:lvl7pPr marR="0" lvl="6" algn="l" rtl="0" eaLnBrk="1" hangingPunct="1">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7pPr>
            <a:lvl8pPr marR="0" lvl="7" algn="l" rtl="0" eaLnBrk="1" hangingPunct="1">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8pPr>
            <a:lvl9pPr marR="0" lvl="8" algn="l" rtl="0" eaLnBrk="1" hangingPunct="1">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9pPr>
          </a:lstStyle>
          <a:p>
            <a:pPr defTabSz="914400"/>
            <a:r>
              <a:rPr lang="en-US" sz="1200" kern="1200" dirty="0">
                <a:solidFill>
                  <a:schemeClr val="bg1"/>
                </a:solidFill>
                <a:latin typeface="Work Sans" pitchFamily="2" charset="0"/>
                <a:cs typeface="Arial" panose="020B0604020202020204" pitchFamily="34" charset="0"/>
              </a:rPr>
              <a:t>Rob Thompson and Jack Erjavec, Automotive Technology: A Systems Approach, 8</a:t>
            </a:r>
            <a:r>
              <a:rPr lang="en-US" sz="1200" kern="1200" baseline="30000" dirty="0">
                <a:solidFill>
                  <a:schemeClr val="bg1"/>
                </a:solidFill>
                <a:latin typeface="Work Sans" pitchFamily="2" charset="0"/>
                <a:cs typeface="Arial" panose="020B0604020202020204" pitchFamily="34" charset="0"/>
              </a:rPr>
              <a:t>th</a:t>
            </a:r>
            <a:r>
              <a:rPr lang="en-US" sz="1200" kern="1200" dirty="0">
                <a:solidFill>
                  <a:schemeClr val="bg1"/>
                </a:solidFill>
                <a:latin typeface="Work Sans" pitchFamily="2" charset="0"/>
                <a:cs typeface="Arial" panose="020B0604020202020204" pitchFamily="34" charset="0"/>
              </a:rPr>
              <a:t> Edition. © 2025 Cengage. All Rights Reserved. May not be scanned, copied or duplicated, or posted to a publicly accessible website, in whole or in part.</a:t>
            </a:r>
          </a:p>
        </p:txBody>
      </p:sp>
    </p:spTree>
    <p:extLst>
      <p:ext uri="{BB962C8B-B14F-4D97-AF65-F5344CB8AC3E}">
        <p14:creationId xmlns:p14="http://schemas.microsoft.com/office/powerpoint/2010/main" val="2851102344"/>
      </p:ext>
    </p:extLst>
  </p:cSld>
  <p:clrMap bg1="lt1" tx1="dk1" bg2="dk2" tx2="lt2" accent1="accent1" accent2="accent2" accent3="accent3" accent4="accent4" accent5="accent5" accent6="accent6" hlink="hlink" folHlink="folHlink"/>
  <p:sldLayoutIdLst>
    <p:sldLayoutId id="2147483792" r:id="rId1"/>
    <p:sldLayoutId id="2147483793" r:id="rId2"/>
    <p:sldLayoutId id="2147483794" r:id="rId3"/>
    <p:sldLayoutId id="2147483795" r:id="rId4"/>
    <p:sldLayoutId id="2147483796" r:id="rId5"/>
    <p:sldLayoutId id="2147483797" r:id="rId6"/>
    <p:sldLayoutId id="2147483798" r:id="rId7"/>
    <p:sldLayoutId id="2147483799" r:id="rId8"/>
    <p:sldLayoutId id="2147483800" r:id="rId9"/>
    <p:sldLayoutId id="2147483801" r:id="rId10"/>
    <p:sldLayoutId id="2147483802" r:id="rId11"/>
    <p:sldLayoutId id="2147483803" r:id="rId12"/>
    <p:sldLayoutId id="2147483804" r:id="rId13"/>
    <p:sldLayoutId id="2147483805" r:id="rId14"/>
    <p:sldLayoutId id="2147483806" r:id="rId15"/>
    <p:sldLayoutId id="2147483807" r:id="rId16"/>
    <p:sldLayoutId id="2147483808" r:id="rId17"/>
    <p:sldLayoutId id="2147483829" r:id="rId18"/>
    <p:sldLayoutId id="2147483830" r:id="rId19"/>
  </p:sldLayoutIdLst>
  <p:txStyles>
    <p:titleStyle>
      <a:defPPr marR="0" lvl="0" algn="l" rtl="0">
        <a:lnSpc>
          <a:spcPct val="100000"/>
        </a:lnSpc>
        <a:spcBef>
          <a:spcPts val="0"/>
        </a:spcBef>
        <a:spcAft>
          <a:spcPts val="0"/>
        </a:spcAft>
      </a:defPPr>
      <a:lvl1pPr marR="0" lvl="0" algn="l" rtl="0" eaLnBrk="1" hangingPunct="1">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1pPr>
      <a:lvl2pPr marR="0" lvl="1" algn="l" rtl="0" eaLnBrk="1" hangingPunct="1">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2pPr>
      <a:lvl3pPr marR="0" lvl="2" algn="l" rtl="0" eaLnBrk="1" hangingPunct="1">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3pPr>
      <a:lvl4pPr marR="0" lvl="3" algn="l" rtl="0" eaLnBrk="1" hangingPunct="1">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4pPr>
      <a:lvl5pPr marR="0" lvl="4" algn="l" rtl="0" eaLnBrk="1" hangingPunct="1">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5pPr>
      <a:lvl6pPr marR="0" lvl="5" algn="l" rtl="0" eaLnBrk="1" hangingPunct="1">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6pPr>
      <a:lvl7pPr marR="0" lvl="6" algn="l" rtl="0" eaLnBrk="1" hangingPunct="1">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7pPr>
      <a:lvl8pPr marR="0" lvl="7" algn="l" rtl="0" eaLnBrk="1" hangingPunct="1">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8pPr>
      <a:lvl9pPr marR="0" lvl="8" algn="l" rtl="0" eaLnBrk="1" hangingPunct="1">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eaLnBrk="1" hangingPunct="1">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1pPr>
      <a:lvl2pPr marR="0" lvl="1" algn="l" rtl="0" eaLnBrk="1" hangingPunct="1">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2pPr>
      <a:lvl3pPr marR="0" lvl="2" algn="l" rtl="0" eaLnBrk="1" hangingPunct="1">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3pPr>
      <a:lvl4pPr marR="0" lvl="3" algn="l" rtl="0" eaLnBrk="1" hangingPunct="1">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4pPr>
      <a:lvl5pPr marR="0" lvl="4" algn="l" rtl="0" eaLnBrk="1" hangingPunct="1">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5pPr>
      <a:lvl6pPr marR="0" lvl="5" algn="l" rtl="0" eaLnBrk="1" hangingPunct="1">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6pPr>
      <a:lvl7pPr marR="0" lvl="6" algn="l" rtl="0" eaLnBrk="1" hangingPunct="1">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7pPr>
      <a:lvl8pPr marR="0" lvl="7" algn="l" rtl="0" eaLnBrk="1" hangingPunct="1">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8pPr>
      <a:lvl9pPr marR="0" lvl="8" algn="l" rtl="0" eaLnBrk="1" hangingPunct="1">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eaLnBrk="1" hangingPunct="1">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1pPr>
      <a:lvl2pPr marR="0" lvl="1" algn="l" rtl="0" eaLnBrk="1" hangingPunct="1">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2pPr>
      <a:lvl3pPr marR="0" lvl="2" algn="l" rtl="0" eaLnBrk="1" hangingPunct="1">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3pPr>
      <a:lvl4pPr marR="0" lvl="3" algn="l" rtl="0" eaLnBrk="1" hangingPunct="1">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4pPr>
      <a:lvl5pPr marR="0" lvl="4" algn="l" rtl="0" eaLnBrk="1" hangingPunct="1">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5pPr>
      <a:lvl6pPr marR="0" lvl="5" algn="l" rtl="0" eaLnBrk="1" hangingPunct="1">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6pPr>
      <a:lvl7pPr marR="0" lvl="6" algn="l" rtl="0" eaLnBrk="1" hangingPunct="1">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7pPr>
      <a:lvl8pPr marR="0" lvl="7" algn="l" rtl="0" eaLnBrk="1" hangingPunct="1">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8pPr>
      <a:lvl9pPr marR="0" lvl="8" algn="l" rtl="0" eaLnBrk="1" hangingPunct="1">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9pPr>
    </p:otherStyle>
  </p:txStyles>
</p:sldMaster>
</file>

<file path=ppt/slideMasters/slideMaster4.xml><?xml version="1.0" encoding="utf-8"?>
<p:sldMaster xmlns:a="http://schemas.openxmlformats.org/drawingml/2006/main" xmlns:r="http://schemas.openxmlformats.org/officeDocument/2006/relationships" xmlns:p="http://schemas.openxmlformats.org/presentationml/2006/main" preserve="1">
  <p:cSld>
    <p:bg>
      <p:bgPr>
        <a:solidFill>
          <a:schemeClr val="lt1"/>
        </a:solidFill>
        <a:effectLst/>
      </p:bgPr>
    </p:bg>
    <p:spTree>
      <p:nvGrpSpPr>
        <p:cNvPr id="1" name="Shape 8"/>
        <p:cNvGrpSpPr/>
        <p:nvPr/>
      </p:nvGrpSpPr>
      <p:grpSpPr>
        <a:xfrm>
          <a:off x="0" y="0"/>
          <a:ext cx="0" cy="0"/>
          <a:chOff x="0" y="0"/>
          <a:chExt cx="0" cy="0"/>
        </a:xfrm>
      </p:grpSpPr>
      <p:sp>
        <p:nvSpPr>
          <p:cNvPr id="9" name="Google Shape;9;p47"/>
          <p:cNvSpPr/>
          <p:nvPr/>
        </p:nvSpPr>
        <p:spPr>
          <a:xfrm>
            <a:off x="0" y="6176964"/>
            <a:ext cx="12192000" cy="681036"/>
          </a:xfrm>
          <a:prstGeom prst="rect">
            <a:avLst/>
          </a:prstGeom>
          <a:solidFill>
            <a:schemeClr val="accent1"/>
          </a:solidFill>
          <a:ln>
            <a:noFill/>
          </a:ln>
        </p:spPr>
        <p:txBody>
          <a:bodyPr spcFirstLastPara="1" wrap="square" lIns="68569" tIns="34275" rIns="68569" bIns="34275" anchor="ctr" anchorCtr="0">
            <a:noAutofit/>
          </a:bodyPr>
          <a:lstStyle/>
          <a:p>
            <a:pPr marL="0" marR="0" lvl="0" indent="0" algn="ctr" rtl="0">
              <a:spcBef>
                <a:spcPts val="0"/>
              </a:spcBef>
              <a:spcAft>
                <a:spcPts val="0"/>
              </a:spcAft>
              <a:buNone/>
            </a:pPr>
            <a:endParaRPr sz="1350" b="0" i="0" u="none" strike="noStrike" cap="none">
              <a:solidFill>
                <a:schemeClr val="lt1"/>
              </a:solidFill>
              <a:latin typeface="Calibri"/>
              <a:ea typeface="Calibri"/>
              <a:cs typeface="Calibri"/>
              <a:sym typeface="Calibri"/>
            </a:endParaRPr>
          </a:p>
        </p:txBody>
      </p:sp>
      <p:sp>
        <p:nvSpPr>
          <p:cNvPr id="10" name="Google Shape;10;p47"/>
          <p:cNvSpPr txBox="1">
            <a:spLocks noGrp="1"/>
          </p:cNvSpPr>
          <p:nvPr>
            <p:ph type="title"/>
          </p:nvPr>
        </p:nvSpPr>
        <p:spPr>
          <a:xfrm>
            <a:off x="476845" y="473249"/>
            <a:ext cx="11241915" cy="1217447"/>
          </a:xfrm>
          <a:prstGeom prst="rect">
            <a:avLst/>
          </a:prstGeom>
          <a:noFill/>
          <a:ln>
            <a:noFill/>
          </a:ln>
        </p:spPr>
        <p:txBody>
          <a:bodyPr spcFirstLastPara="1" wrap="square" lIns="91425" tIns="45700" rIns="91425" bIns="45700" anchor="t" anchorCtr="0">
            <a:noAutofit/>
          </a:bodyPr>
          <a:lstStyle>
            <a:lvl1pPr marR="0" lvl="0" algn="ctr" rtl="0">
              <a:lnSpc>
                <a:spcPct val="90000"/>
              </a:lnSpc>
              <a:spcBef>
                <a:spcPts val="0"/>
              </a:spcBef>
              <a:spcAft>
                <a:spcPts val="0"/>
              </a:spcAft>
              <a:buClr>
                <a:schemeClr val="dk1"/>
              </a:buClr>
              <a:buSzPts val="4000"/>
              <a:buFont typeface="Work Sans"/>
              <a:buNone/>
              <a:defRPr sz="4000" b="1" i="0" u="none" strike="noStrike" cap="none">
                <a:solidFill>
                  <a:schemeClr val="dk1"/>
                </a:solidFill>
                <a:latin typeface="Work Sans"/>
                <a:ea typeface="Work Sans"/>
                <a:cs typeface="Work Sans"/>
                <a:sym typeface="Work Sans"/>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a:endParaRPr/>
          </a:p>
        </p:txBody>
      </p:sp>
      <p:sp>
        <p:nvSpPr>
          <p:cNvPr id="11" name="Google Shape;11;p47"/>
          <p:cNvSpPr txBox="1">
            <a:spLocks noGrp="1"/>
          </p:cNvSpPr>
          <p:nvPr>
            <p:ph type="body" idx="1"/>
          </p:nvPr>
        </p:nvSpPr>
        <p:spPr>
          <a:xfrm>
            <a:off x="476845" y="1825625"/>
            <a:ext cx="11241915" cy="4351338"/>
          </a:xfrm>
          <a:prstGeom prst="rect">
            <a:avLst/>
          </a:prstGeom>
          <a:noFill/>
          <a:ln>
            <a:noFill/>
          </a:ln>
        </p:spPr>
        <p:txBody>
          <a:bodyPr spcFirstLastPara="1" wrap="square" lIns="91425" tIns="45700" rIns="91425" bIns="45700" anchor="t" anchorCtr="0">
            <a:noAutofit/>
          </a:bodyPr>
          <a:lstStyle>
            <a:lvl1pPr marL="457200" marR="0" lvl="0" indent="-381000" algn="l" rtl="0">
              <a:lnSpc>
                <a:spcPct val="100000"/>
              </a:lnSpc>
              <a:spcBef>
                <a:spcPts val="1000"/>
              </a:spcBef>
              <a:spcAft>
                <a:spcPts val="0"/>
              </a:spcAft>
              <a:buClr>
                <a:schemeClr val="dk1"/>
              </a:buClr>
              <a:buSzPts val="2400"/>
              <a:buFont typeface="Arial"/>
              <a:buChar char="•"/>
              <a:defRPr sz="2400" b="0" i="0" u="none" strike="noStrike" cap="none">
                <a:solidFill>
                  <a:schemeClr val="dk1"/>
                </a:solidFill>
                <a:latin typeface="Work Sans"/>
                <a:ea typeface="Work Sans"/>
                <a:cs typeface="Work Sans"/>
                <a:sym typeface="Work Sans"/>
              </a:defRPr>
            </a:lvl1pPr>
            <a:lvl2pPr marL="914400" marR="0" lvl="1" indent="-381000" algn="l" rtl="0">
              <a:lnSpc>
                <a:spcPct val="100000"/>
              </a:lnSpc>
              <a:spcBef>
                <a:spcPts val="800"/>
              </a:spcBef>
              <a:spcAft>
                <a:spcPts val="0"/>
              </a:spcAft>
              <a:buClr>
                <a:schemeClr val="dk1"/>
              </a:buClr>
              <a:buSzPts val="2400"/>
              <a:buFont typeface="Arial"/>
              <a:buChar char="−"/>
              <a:defRPr sz="2400" b="0" i="0" u="none" strike="noStrike" cap="none">
                <a:solidFill>
                  <a:schemeClr val="dk1"/>
                </a:solidFill>
                <a:latin typeface="Work Sans"/>
                <a:ea typeface="Work Sans"/>
                <a:cs typeface="Work Sans"/>
                <a:sym typeface="Work Sans"/>
              </a:defRPr>
            </a:lvl2pPr>
            <a:lvl3pPr marL="1371600" marR="0" lvl="2" indent="-350519" algn="l" rtl="0">
              <a:lnSpc>
                <a:spcPct val="100000"/>
              </a:lnSpc>
              <a:spcBef>
                <a:spcPts val="800"/>
              </a:spcBef>
              <a:spcAft>
                <a:spcPts val="0"/>
              </a:spcAft>
              <a:buClr>
                <a:schemeClr val="dk1"/>
              </a:buClr>
              <a:buSzPts val="1920"/>
              <a:buFont typeface="Noto Sans Symbols"/>
              <a:buChar char="▪"/>
              <a:defRPr sz="2400" b="0" i="0" u="none" strike="noStrike" cap="none">
                <a:solidFill>
                  <a:schemeClr val="dk1"/>
                </a:solidFill>
                <a:latin typeface="Work Sans"/>
                <a:ea typeface="Work Sans"/>
                <a:cs typeface="Work Sans"/>
                <a:sym typeface="Work Sans"/>
              </a:defRPr>
            </a:lvl3pPr>
            <a:lvl4pPr marL="1828800" marR="0" lvl="3" indent="-381000" algn="l" rtl="0">
              <a:lnSpc>
                <a:spcPct val="90000"/>
              </a:lnSpc>
              <a:spcBef>
                <a:spcPts val="800"/>
              </a:spcBef>
              <a:spcAft>
                <a:spcPts val="0"/>
              </a:spcAft>
              <a:buClr>
                <a:schemeClr val="dk1"/>
              </a:buClr>
              <a:buSzPts val="2400"/>
              <a:buFont typeface="Arial"/>
              <a:buChar char="•"/>
              <a:defRPr sz="2400" b="0" i="0" u="none" strike="noStrike" cap="none">
                <a:solidFill>
                  <a:schemeClr val="dk1"/>
                </a:solidFill>
                <a:latin typeface="Work Sans"/>
                <a:ea typeface="Work Sans"/>
                <a:cs typeface="Work Sans"/>
                <a:sym typeface="Work Sans"/>
              </a:defRPr>
            </a:lvl4pPr>
            <a:lvl5pPr marL="2286000" marR="0" lvl="4" indent="-431800" algn="l" rtl="0">
              <a:lnSpc>
                <a:spcPct val="90000"/>
              </a:lnSpc>
              <a:spcBef>
                <a:spcPts val="500"/>
              </a:spcBef>
              <a:spcAft>
                <a:spcPts val="0"/>
              </a:spcAft>
              <a:buClr>
                <a:schemeClr val="accent1"/>
              </a:buClr>
              <a:buSzPts val="3200"/>
              <a:buFont typeface="Arial"/>
              <a:buChar char="•"/>
              <a:defRPr sz="3200" b="1" i="0" u="none" strike="noStrike" cap="none">
                <a:solidFill>
                  <a:schemeClr val="accent1"/>
                </a:solidFill>
                <a:latin typeface="Work Sans"/>
                <a:ea typeface="Work Sans"/>
                <a:cs typeface="Work Sans"/>
                <a:sym typeface="Work Sans"/>
              </a:defRPr>
            </a:lvl5pPr>
            <a:lvl6pPr marL="2743200" marR="0" lvl="5"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Work Sans"/>
                <a:ea typeface="Work Sans"/>
                <a:cs typeface="Work Sans"/>
                <a:sym typeface="Work Sans"/>
              </a:defRPr>
            </a:lvl6pPr>
            <a:lvl7pPr marL="3200400" marR="0" lvl="6"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Work Sans"/>
                <a:ea typeface="Work Sans"/>
                <a:cs typeface="Work Sans"/>
                <a:sym typeface="Work Sans"/>
              </a:defRPr>
            </a:lvl7pPr>
            <a:lvl8pPr marL="3657600" marR="0" lvl="7"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Work Sans"/>
                <a:ea typeface="Work Sans"/>
                <a:cs typeface="Work Sans"/>
                <a:sym typeface="Work Sans"/>
              </a:defRPr>
            </a:lvl8pPr>
            <a:lvl9pPr marL="4114800" marR="0" lvl="8"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Work Sans"/>
                <a:ea typeface="Work Sans"/>
                <a:cs typeface="Work Sans"/>
                <a:sym typeface="Work Sans"/>
              </a:defRPr>
            </a:lvl9pPr>
          </a:lstStyle>
          <a:p>
            <a:endParaRPr/>
          </a:p>
        </p:txBody>
      </p:sp>
      <p:pic>
        <p:nvPicPr>
          <p:cNvPr id="12" name="Google Shape;12;p47"/>
          <p:cNvPicPr preferRelativeResize="0"/>
          <p:nvPr/>
        </p:nvPicPr>
        <p:blipFill rotWithShape="1">
          <a:blip r:embed="rId27">
            <a:alphaModFix/>
          </a:blip>
          <a:srcRect/>
          <a:stretch/>
        </p:blipFill>
        <p:spPr>
          <a:xfrm>
            <a:off x="183090" y="6223889"/>
            <a:ext cx="1820281" cy="610675"/>
          </a:xfrm>
          <a:prstGeom prst="rect">
            <a:avLst/>
          </a:prstGeom>
          <a:noFill/>
          <a:ln>
            <a:noFill/>
          </a:ln>
        </p:spPr>
      </p:pic>
      <p:sp>
        <p:nvSpPr>
          <p:cNvPr id="13" name="Google Shape;13;p47"/>
          <p:cNvSpPr txBox="1"/>
          <p:nvPr/>
        </p:nvSpPr>
        <p:spPr>
          <a:xfrm>
            <a:off x="11082189" y="6449054"/>
            <a:ext cx="734291" cy="365760"/>
          </a:xfrm>
          <a:prstGeom prst="rect">
            <a:avLst/>
          </a:prstGeom>
          <a:noFill/>
          <a:ln>
            <a:noFill/>
          </a:ln>
        </p:spPr>
        <p:txBody>
          <a:bodyPr spcFirstLastPara="1" wrap="square" lIns="68569" tIns="34275" rIns="68569" bIns="34275" anchor="ctr" anchorCtr="0">
            <a:noAutofit/>
          </a:bodyPr>
          <a:lstStyle/>
          <a:p>
            <a:pPr marL="0" marR="0" lvl="0" indent="0" algn="r" rtl="0">
              <a:spcBef>
                <a:spcPts val="0"/>
              </a:spcBef>
              <a:spcAft>
                <a:spcPts val="0"/>
              </a:spcAft>
              <a:buNone/>
            </a:pPr>
            <a:fld id="{00000000-1234-1234-1234-123412341234}" type="slidenum">
              <a:rPr lang="en-US" sz="825" b="0" i="0" u="none" strike="noStrike" cap="none">
                <a:solidFill>
                  <a:schemeClr val="lt1"/>
                </a:solidFill>
                <a:latin typeface="Work Sans"/>
                <a:ea typeface="Work Sans"/>
                <a:cs typeface="Work Sans"/>
                <a:sym typeface="Work Sans"/>
              </a:rPr>
              <a:pPr marL="0" marR="0" lvl="0" indent="0" algn="r" rtl="0">
                <a:spcBef>
                  <a:spcPts val="0"/>
                </a:spcBef>
                <a:spcAft>
                  <a:spcPts val="0"/>
                </a:spcAft>
                <a:buNone/>
              </a:pPr>
              <a:t>‹#›</a:t>
            </a:fld>
            <a:endParaRPr sz="825" b="0" i="0" u="none" strike="noStrike" cap="none">
              <a:solidFill>
                <a:schemeClr val="lt1"/>
              </a:solidFill>
              <a:latin typeface="Work Sans"/>
              <a:ea typeface="Work Sans"/>
              <a:cs typeface="Work Sans"/>
              <a:sym typeface="Work Sans"/>
            </a:endParaRPr>
          </a:p>
        </p:txBody>
      </p:sp>
      <p:sp>
        <p:nvSpPr>
          <p:cNvPr id="2" name="Content Placeholder 4">
            <a:extLst>
              <a:ext uri="{FF2B5EF4-FFF2-40B4-BE49-F238E27FC236}">
                <a16:creationId xmlns:a16="http://schemas.microsoft.com/office/drawing/2014/main" id="{8B4C2772-83EF-457E-4E34-78A1D4E4A241}"/>
              </a:ext>
            </a:extLst>
          </p:cNvPr>
          <p:cNvSpPr txBox="1">
            <a:spLocks/>
          </p:cNvSpPr>
          <p:nvPr userDrawn="1"/>
        </p:nvSpPr>
        <p:spPr>
          <a:xfrm>
            <a:off x="2031365" y="6315289"/>
            <a:ext cx="9220200" cy="461624"/>
          </a:xfrm>
          <a:prstGeom prst="rect">
            <a:avLst/>
          </a:prstGeom>
          <a:noFill/>
        </p:spPr>
        <p:txBody>
          <a:bodyPr wrap="square" rtlCol="0">
            <a:spAutoFit/>
          </a:bodyPr>
          <a:lstStyle>
            <a:defPPr marR="0" lvl="0" algn="l" rtl="0">
              <a:lnSpc>
                <a:spcPct val="100000"/>
              </a:lnSpc>
              <a:spcBef>
                <a:spcPts val="0"/>
              </a:spcBef>
              <a:spcAft>
                <a:spcPts val="0"/>
              </a:spcAft>
            </a:defPPr>
            <a:lvl1pPr marR="0" lvl="0" algn="l" rtl="0" eaLnBrk="1" hangingPunct="1">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1pPr>
            <a:lvl2pPr marR="0" lvl="1" algn="l" rtl="0" eaLnBrk="1" hangingPunct="1">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2pPr>
            <a:lvl3pPr marR="0" lvl="2" algn="l" rtl="0" eaLnBrk="1" hangingPunct="1">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3pPr>
            <a:lvl4pPr marR="0" lvl="3" algn="l" rtl="0" eaLnBrk="1" hangingPunct="1">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4pPr>
            <a:lvl5pPr marR="0" lvl="4" algn="l" rtl="0" eaLnBrk="1" hangingPunct="1">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5pPr>
            <a:lvl6pPr marR="0" lvl="5" algn="l" rtl="0" eaLnBrk="1" hangingPunct="1">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6pPr>
            <a:lvl7pPr marR="0" lvl="6" algn="l" rtl="0" eaLnBrk="1" hangingPunct="1">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7pPr>
            <a:lvl8pPr marR="0" lvl="7" algn="l" rtl="0" eaLnBrk="1" hangingPunct="1">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8pPr>
            <a:lvl9pPr marR="0" lvl="8" algn="l" rtl="0" eaLnBrk="1" hangingPunct="1">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9pPr>
          </a:lstStyle>
          <a:p>
            <a:pPr defTabSz="914400"/>
            <a:r>
              <a:rPr lang="en-US" sz="1200" kern="1200" dirty="0">
                <a:solidFill>
                  <a:schemeClr val="bg1"/>
                </a:solidFill>
                <a:latin typeface="Work Sans" pitchFamily="2" charset="0"/>
                <a:cs typeface="Arial" panose="020B0604020202020204" pitchFamily="34" charset="0"/>
              </a:rPr>
              <a:t>Rob Thompson and Jack Erjavec, Automotive Technology: A Systems Approach, 8</a:t>
            </a:r>
            <a:r>
              <a:rPr lang="en-US" sz="1200" kern="1200" baseline="30000" dirty="0">
                <a:solidFill>
                  <a:schemeClr val="bg1"/>
                </a:solidFill>
                <a:latin typeface="Work Sans" pitchFamily="2" charset="0"/>
                <a:cs typeface="Arial" panose="020B0604020202020204" pitchFamily="34" charset="0"/>
              </a:rPr>
              <a:t>th</a:t>
            </a:r>
            <a:r>
              <a:rPr lang="en-US" sz="1200" kern="1200" dirty="0">
                <a:solidFill>
                  <a:schemeClr val="bg1"/>
                </a:solidFill>
                <a:latin typeface="Work Sans" pitchFamily="2" charset="0"/>
                <a:cs typeface="Arial" panose="020B0604020202020204" pitchFamily="34" charset="0"/>
              </a:rPr>
              <a:t> Edition. © 2025 Cengage. All Rights Reserved. May not be scanned, copied or duplicated, or posted to a publicly accessible website, in whole or in part.</a:t>
            </a:r>
          </a:p>
        </p:txBody>
      </p:sp>
    </p:spTree>
    <p:extLst>
      <p:ext uri="{BB962C8B-B14F-4D97-AF65-F5344CB8AC3E}">
        <p14:creationId xmlns:p14="http://schemas.microsoft.com/office/powerpoint/2010/main" val="3531428931"/>
      </p:ext>
    </p:extLst>
  </p:cSld>
  <p:clrMap bg1="lt1" tx1="dk1" bg2="dk2" tx2="lt2" accent1="accent1" accent2="accent2" accent3="accent3" accent4="accent4" accent5="accent5" accent6="accent6" hlink="hlink" folHlink="folHlink"/>
  <p:sldLayoutIdLst>
    <p:sldLayoutId id="2147483810" r:id="rId1"/>
    <p:sldLayoutId id="2147483811" r:id="rId2"/>
    <p:sldLayoutId id="2147483812" r:id="rId3"/>
    <p:sldLayoutId id="2147483813" r:id="rId4"/>
    <p:sldLayoutId id="2147483814" r:id="rId5"/>
    <p:sldLayoutId id="2147483815" r:id="rId6"/>
    <p:sldLayoutId id="2147483816" r:id="rId7"/>
    <p:sldLayoutId id="2147483817" r:id="rId8"/>
    <p:sldLayoutId id="2147483818" r:id="rId9"/>
    <p:sldLayoutId id="2147483819" r:id="rId10"/>
    <p:sldLayoutId id="2147483820" r:id="rId11"/>
    <p:sldLayoutId id="2147483821" r:id="rId12"/>
    <p:sldLayoutId id="2147483822" r:id="rId13"/>
    <p:sldLayoutId id="2147483823" r:id="rId14"/>
    <p:sldLayoutId id="2147483824" r:id="rId15"/>
    <p:sldLayoutId id="2147483825" r:id="rId16"/>
    <p:sldLayoutId id="2147483826" r:id="rId17"/>
    <p:sldLayoutId id="2147483827" r:id="rId18"/>
    <p:sldLayoutId id="2147483828" r:id="rId19"/>
    <p:sldLayoutId id="2147483832" r:id="rId20"/>
    <p:sldLayoutId id="2147483833" r:id="rId21"/>
    <p:sldLayoutId id="2147483834" r:id="rId22"/>
    <p:sldLayoutId id="2147483835" r:id="rId23"/>
    <p:sldLayoutId id="2147483836" r:id="rId24"/>
    <p:sldLayoutId id="2147483837" r:id="rId25"/>
  </p:sldLayoutIdLst>
  <p:txStyles>
    <p:titleStyle>
      <a:defPPr marR="0" lvl="0" algn="l" rtl="0">
        <a:lnSpc>
          <a:spcPct val="100000"/>
        </a:lnSpc>
        <a:spcBef>
          <a:spcPts val="0"/>
        </a:spcBef>
        <a:spcAft>
          <a:spcPts val="0"/>
        </a:spcAft>
      </a:defPPr>
      <a:lvl1pPr marR="0" lvl="0" algn="l" rtl="0" eaLnBrk="1" hangingPunct="1">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1pPr>
      <a:lvl2pPr marR="0" lvl="1" algn="l" rtl="0" eaLnBrk="1" hangingPunct="1">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2pPr>
      <a:lvl3pPr marR="0" lvl="2" algn="l" rtl="0" eaLnBrk="1" hangingPunct="1">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3pPr>
      <a:lvl4pPr marR="0" lvl="3" algn="l" rtl="0" eaLnBrk="1" hangingPunct="1">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4pPr>
      <a:lvl5pPr marR="0" lvl="4" algn="l" rtl="0" eaLnBrk="1" hangingPunct="1">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5pPr>
      <a:lvl6pPr marR="0" lvl="5" algn="l" rtl="0" eaLnBrk="1" hangingPunct="1">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6pPr>
      <a:lvl7pPr marR="0" lvl="6" algn="l" rtl="0" eaLnBrk="1" hangingPunct="1">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7pPr>
      <a:lvl8pPr marR="0" lvl="7" algn="l" rtl="0" eaLnBrk="1" hangingPunct="1">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8pPr>
      <a:lvl9pPr marR="0" lvl="8" algn="l" rtl="0" eaLnBrk="1" hangingPunct="1">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eaLnBrk="1" hangingPunct="1">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1pPr>
      <a:lvl2pPr marR="0" lvl="1" algn="l" rtl="0" eaLnBrk="1" hangingPunct="1">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2pPr>
      <a:lvl3pPr marR="0" lvl="2" algn="l" rtl="0" eaLnBrk="1" hangingPunct="1">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3pPr>
      <a:lvl4pPr marR="0" lvl="3" algn="l" rtl="0" eaLnBrk="1" hangingPunct="1">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4pPr>
      <a:lvl5pPr marR="0" lvl="4" algn="l" rtl="0" eaLnBrk="1" hangingPunct="1">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5pPr>
      <a:lvl6pPr marR="0" lvl="5" algn="l" rtl="0" eaLnBrk="1" hangingPunct="1">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6pPr>
      <a:lvl7pPr marR="0" lvl="6" algn="l" rtl="0" eaLnBrk="1" hangingPunct="1">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7pPr>
      <a:lvl8pPr marR="0" lvl="7" algn="l" rtl="0" eaLnBrk="1" hangingPunct="1">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8pPr>
      <a:lvl9pPr marR="0" lvl="8" algn="l" rtl="0" eaLnBrk="1" hangingPunct="1">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eaLnBrk="1" hangingPunct="1">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1pPr>
      <a:lvl2pPr marR="0" lvl="1" algn="l" rtl="0" eaLnBrk="1" hangingPunct="1">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2pPr>
      <a:lvl3pPr marR="0" lvl="2" algn="l" rtl="0" eaLnBrk="1" hangingPunct="1">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3pPr>
      <a:lvl4pPr marR="0" lvl="3" algn="l" rtl="0" eaLnBrk="1" hangingPunct="1">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4pPr>
      <a:lvl5pPr marR="0" lvl="4" algn="l" rtl="0" eaLnBrk="1" hangingPunct="1">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5pPr>
      <a:lvl6pPr marR="0" lvl="5" algn="l" rtl="0" eaLnBrk="1" hangingPunct="1">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6pPr>
      <a:lvl7pPr marR="0" lvl="6" algn="l" rtl="0" eaLnBrk="1" hangingPunct="1">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7pPr>
      <a:lvl8pPr marR="0" lvl="7" algn="l" rtl="0" eaLnBrk="1" hangingPunct="1">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8pPr>
      <a:lvl9pPr marR="0" lvl="8" algn="l" rtl="0" eaLnBrk="1" hangingPunct="1">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1.xml"/><Relationship Id="rId1" Type="http://schemas.openxmlformats.org/officeDocument/2006/relationships/slideLayout" Target="../slideLayouts/slideLayout63.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64.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64.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64.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64.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64.xml"/></Relationships>
</file>

<file path=ppt/slides/_rels/slide7.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5.xml"/><Relationship Id="rId1" Type="http://schemas.openxmlformats.org/officeDocument/2006/relationships/slideLayout" Target="../slideLayouts/slideLayout65.xml"/></Relationships>
</file>

<file path=ppt/slides/_rels/slide8.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6.xml"/><Relationship Id="rId1" Type="http://schemas.openxmlformats.org/officeDocument/2006/relationships/slideLayout" Target="../slideLayouts/slideLayout65.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64.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64.xml"/></Relationships>
</file>

<file path=ppt/slides/_rels/slide11.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9.xml"/><Relationship Id="rId1" Type="http://schemas.openxmlformats.org/officeDocument/2006/relationships/slideLayout" Target="../slideLayouts/slideLayout65.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64.xml"/></Relationships>
</file>

<file path=ppt/slides/_rels/slide13.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11.xml"/><Relationship Id="rId1" Type="http://schemas.openxmlformats.org/officeDocument/2006/relationships/slideLayout" Target="../slideLayouts/slideLayout65.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64.xml"/></Relationships>
</file>

<file path=ppt/slides/_rels/slide15.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13.xml"/><Relationship Id="rId1" Type="http://schemas.openxmlformats.org/officeDocument/2006/relationships/slideLayout" Target="../slideLayouts/slideLayout65.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64.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64.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64.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64.xml"/></Relationships>
</file>

<file path=ppt/slides/_rels/slide20.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65.xml"/></Relationships>
</file>

<file path=ppt/slides/_rels/slide21.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65.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64.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64.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65.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64.xml"/></Relationships>
</file>

<file path=ppt/slides/_rels/slide26.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65.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64.xml"/></Relationships>
</file>

<file path=ppt/slides/_rels/slide28.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23.xml"/><Relationship Id="rId1" Type="http://schemas.openxmlformats.org/officeDocument/2006/relationships/slideLayout" Target="../slideLayouts/slideLayout65.xml"/></Relationships>
</file>

<file path=ppt/slides/_rels/slide29.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24.xml"/><Relationship Id="rId1" Type="http://schemas.openxmlformats.org/officeDocument/2006/relationships/slideLayout" Target="../slideLayouts/slideLayout65.xml"/></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64.xml"/></Relationships>
</file>

<file path=ppt/slides/_rels/slide31.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64.xml"/></Relationships>
</file>

<file path=ppt/slides/_rels/slide32.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65.xml"/></Relationships>
</file>

<file path=ppt/slides/_rels/slide33.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65.xml"/></Relationships>
</file>

<file path=ppt/slides/_rels/slide34.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64.xml"/></Relationships>
</file>

<file path=ppt/slides/_rels/slide35.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28.xml"/><Relationship Id="rId1" Type="http://schemas.openxmlformats.org/officeDocument/2006/relationships/slideLayout" Target="../slideLayouts/slideLayout65.xml"/></Relationships>
</file>

<file path=ppt/slides/_rels/slide36.xml.rels><?xml version="1.0" encoding="UTF-8" standalone="yes"?>
<Relationships xmlns="http://schemas.openxmlformats.org/package/2006/relationships"><Relationship Id="rId2" Type="http://schemas.openxmlformats.org/officeDocument/2006/relationships/notesSlide" Target="../notesSlides/notesSlide29.xml"/><Relationship Id="rId1" Type="http://schemas.openxmlformats.org/officeDocument/2006/relationships/slideLayout" Target="../slideLayouts/slideLayout64.xml"/></Relationships>
</file>

<file path=ppt/slides/_rels/slide37.xml.rels><?xml version="1.0" encoding="UTF-8" standalone="yes"?>
<Relationships xmlns="http://schemas.openxmlformats.org/package/2006/relationships"><Relationship Id="rId2" Type="http://schemas.openxmlformats.org/officeDocument/2006/relationships/notesSlide" Target="../notesSlides/notesSlide30.xml"/><Relationship Id="rId1" Type="http://schemas.openxmlformats.org/officeDocument/2006/relationships/slideLayout" Target="../slideLayouts/slideLayout64.xml"/></Relationships>
</file>

<file path=ppt/slides/_rels/slide38.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notesSlide" Target="../notesSlides/notesSlide31.xml"/><Relationship Id="rId1" Type="http://schemas.openxmlformats.org/officeDocument/2006/relationships/slideLayout" Target="../slideLayouts/slideLayout65.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64.xml"/></Relationships>
</file>

<file path=ppt/slides/_rels/slide40.xml.rels><?xml version="1.0" encoding="UTF-8" standalone="yes"?>
<Relationships xmlns="http://schemas.openxmlformats.org/package/2006/relationships"><Relationship Id="rId2" Type="http://schemas.openxmlformats.org/officeDocument/2006/relationships/notesSlide" Target="../notesSlides/notesSlide32.xml"/><Relationship Id="rId1" Type="http://schemas.openxmlformats.org/officeDocument/2006/relationships/slideLayout" Target="../slideLayouts/slideLayout64.xml"/></Relationships>
</file>

<file path=ppt/slides/_rels/slide41.xml.rels><?xml version="1.0" encoding="UTF-8" standalone="yes"?>
<Relationships xmlns="http://schemas.openxmlformats.org/package/2006/relationships"><Relationship Id="rId2" Type="http://schemas.openxmlformats.org/officeDocument/2006/relationships/notesSlide" Target="../notesSlides/notesSlide33.xml"/><Relationship Id="rId1" Type="http://schemas.openxmlformats.org/officeDocument/2006/relationships/slideLayout" Target="../slideLayouts/slideLayout64.xml"/></Relationships>
</file>

<file path=ppt/slides/_rels/slide42.xml.rels><?xml version="1.0" encoding="UTF-8" standalone="yes"?>
<Relationships xmlns="http://schemas.openxmlformats.org/package/2006/relationships"><Relationship Id="rId2" Type="http://schemas.openxmlformats.org/officeDocument/2006/relationships/notesSlide" Target="../notesSlides/notesSlide34.xml"/><Relationship Id="rId1" Type="http://schemas.openxmlformats.org/officeDocument/2006/relationships/slideLayout" Target="../slideLayouts/slideLayout64.xml"/></Relationships>
</file>

<file path=ppt/slides/_rels/slide43.xml.rels><?xml version="1.0" encoding="UTF-8" standalone="yes"?>
<Relationships xmlns="http://schemas.openxmlformats.org/package/2006/relationships"><Relationship Id="rId2" Type="http://schemas.openxmlformats.org/officeDocument/2006/relationships/image" Target="../media/image19.png"/><Relationship Id="rId1" Type="http://schemas.openxmlformats.org/officeDocument/2006/relationships/slideLayout" Target="../slideLayouts/slideLayout65.xml"/></Relationships>
</file>

<file path=ppt/slides/_rels/slide44.xml.rels><?xml version="1.0" encoding="UTF-8" standalone="yes"?>
<Relationships xmlns="http://schemas.openxmlformats.org/package/2006/relationships"><Relationship Id="rId2" Type="http://schemas.openxmlformats.org/officeDocument/2006/relationships/notesSlide" Target="../notesSlides/notesSlide35.xml"/><Relationship Id="rId1" Type="http://schemas.openxmlformats.org/officeDocument/2006/relationships/slideLayout" Target="../slideLayouts/slideLayout64.xml"/></Relationships>
</file>

<file path=ppt/slides/_rels/slide45.xml.rels><?xml version="1.0" encoding="UTF-8" standalone="yes"?>
<Relationships xmlns="http://schemas.openxmlformats.org/package/2006/relationships"><Relationship Id="rId2" Type="http://schemas.openxmlformats.org/officeDocument/2006/relationships/notesSlide" Target="../notesSlides/notesSlide36.xml"/><Relationship Id="rId1" Type="http://schemas.openxmlformats.org/officeDocument/2006/relationships/slideLayout" Target="../slideLayouts/slideLayout64.xml"/></Relationships>
</file>

<file path=ppt/slides/_rels/slide46.xml.rels><?xml version="1.0" encoding="UTF-8" standalone="yes"?>
<Relationships xmlns="http://schemas.openxmlformats.org/package/2006/relationships"><Relationship Id="rId2" Type="http://schemas.openxmlformats.org/officeDocument/2006/relationships/image" Target="../media/image20.png"/><Relationship Id="rId1" Type="http://schemas.openxmlformats.org/officeDocument/2006/relationships/slideLayout" Target="../slideLayouts/slideLayout65.xml"/></Relationships>
</file>

<file path=ppt/slides/_rels/slide47.xml.rels><?xml version="1.0" encoding="UTF-8" standalone="yes"?>
<Relationships xmlns="http://schemas.openxmlformats.org/package/2006/relationships"><Relationship Id="rId2" Type="http://schemas.openxmlformats.org/officeDocument/2006/relationships/notesSlide" Target="../notesSlides/notesSlide37.xml"/><Relationship Id="rId1" Type="http://schemas.openxmlformats.org/officeDocument/2006/relationships/slideLayout" Target="../slideLayouts/slideLayout64.xml"/></Relationships>
</file>

<file path=ppt/slides/_rels/slide48.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notesSlide" Target="../notesSlides/notesSlide38.xml"/><Relationship Id="rId1" Type="http://schemas.openxmlformats.org/officeDocument/2006/relationships/slideLayout" Target="../slideLayouts/slideLayout65.xml"/></Relationships>
</file>

<file path=ppt/slides/_rels/slide49.xml.rels><?xml version="1.0" encoding="UTF-8" standalone="yes"?>
<Relationships xmlns="http://schemas.openxmlformats.org/package/2006/relationships"><Relationship Id="rId2" Type="http://schemas.openxmlformats.org/officeDocument/2006/relationships/notesSlide" Target="../notesSlides/notesSlide39.xml"/><Relationship Id="rId1" Type="http://schemas.openxmlformats.org/officeDocument/2006/relationships/slideLayout" Target="../slideLayouts/slideLayout64.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64.xml"/></Relationships>
</file>

<file path=ppt/slides/_rels/slide51.xml.rels><?xml version="1.0" encoding="UTF-8" standalone="yes"?>
<Relationships xmlns="http://schemas.openxmlformats.org/package/2006/relationships"><Relationship Id="rId2" Type="http://schemas.openxmlformats.org/officeDocument/2006/relationships/image" Target="../media/image22.jpeg"/><Relationship Id="rId1" Type="http://schemas.openxmlformats.org/officeDocument/2006/relationships/slideLayout" Target="../slideLayouts/slideLayout66.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64.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122"/>
        <p:cNvGrpSpPr/>
        <p:nvPr/>
      </p:nvGrpSpPr>
      <p:grpSpPr>
        <a:xfrm>
          <a:off x="0" y="0"/>
          <a:ext cx="0" cy="0"/>
          <a:chOff x="0" y="0"/>
          <a:chExt cx="0" cy="0"/>
        </a:xfrm>
      </p:grpSpPr>
      <p:sp>
        <p:nvSpPr>
          <p:cNvPr id="123" name="Google Shape;123;p1"/>
          <p:cNvSpPr txBox="1">
            <a:spLocks noGrp="1"/>
          </p:cNvSpPr>
          <p:nvPr>
            <p:ph type="ctrTitle"/>
          </p:nvPr>
        </p:nvSpPr>
        <p:spPr>
          <a:prstGeom prst="rect">
            <a:avLst/>
          </a:prstGeom>
          <a:noFill/>
          <a:ln>
            <a:noFill/>
          </a:ln>
        </p:spPr>
        <p:txBody>
          <a:bodyPr spcFirstLastPara="1" wrap="square" lIns="68569" tIns="34275" rIns="68569" bIns="34275" anchor="b" anchorCtr="0">
            <a:noAutofit/>
          </a:bodyPr>
          <a:lstStyle/>
          <a:p>
            <a:pPr>
              <a:buSzPts val="4000"/>
            </a:pPr>
            <a:r>
              <a:rPr lang="en-US" sz="4000" dirty="0">
                <a:latin typeface="Work Sans" pitchFamily="2" charset="0"/>
                <a:ea typeface="Arial"/>
                <a:cs typeface="Arial"/>
                <a:sym typeface="Arial"/>
              </a:rPr>
              <a:t>Automotive Technology: A Systems Approach, 8e</a:t>
            </a:r>
            <a:endParaRPr sz="4000" dirty="0">
              <a:latin typeface="Work Sans" pitchFamily="2" charset="0"/>
              <a:ea typeface="Arial"/>
              <a:cs typeface="Arial"/>
              <a:sym typeface="Arial"/>
            </a:endParaRPr>
          </a:p>
        </p:txBody>
      </p:sp>
      <p:sp>
        <p:nvSpPr>
          <p:cNvPr id="124" name="Google Shape;124;p1"/>
          <p:cNvSpPr txBox="1">
            <a:spLocks noGrp="1"/>
          </p:cNvSpPr>
          <p:nvPr>
            <p:ph type="subTitle" idx="1"/>
          </p:nvPr>
        </p:nvSpPr>
        <p:spPr>
          <a:prstGeom prst="rect">
            <a:avLst/>
          </a:prstGeom>
          <a:noFill/>
          <a:ln>
            <a:noFill/>
          </a:ln>
        </p:spPr>
        <p:txBody>
          <a:bodyPr spcFirstLastPara="1" wrap="square" lIns="68569" tIns="34275" rIns="68569" bIns="34275" anchor="t" anchorCtr="0">
            <a:noAutofit/>
          </a:bodyPr>
          <a:lstStyle/>
          <a:p>
            <a:pPr marL="0" indent="0"/>
            <a:r>
              <a:rPr lang="en-US" sz="3200" dirty="0">
                <a:latin typeface="Work Sans" pitchFamily="2" charset="0"/>
                <a:ea typeface="Arial"/>
                <a:cs typeface="Arial"/>
                <a:sym typeface="Arial"/>
              </a:rPr>
              <a:t>Chapter 47</a:t>
            </a:r>
            <a:r>
              <a:rPr lang="en-US" sz="3200">
                <a:latin typeface="Work Sans" pitchFamily="2" charset="0"/>
                <a:ea typeface="Arial"/>
                <a:cs typeface="Arial"/>
                <a:sym typeface="Arial"/>
              </a:rPr>
              <a:t>: Steering Systems</a:t>
            </a:r>
            <a:endParaRPr lang="en-US" sz="3200" dirty="0">
              <a:solidFill>
                <a:srgbClr val="FFFFFF"/>
              </a:solidFill>
              <a:latin typeface="Work Sans" pitchFamily="2" charset="0"/>
            </a:endParaRPr>
          </a:p>
        </p:txBody>
      </p:sp>
      <p:pic>
        <p:nvPicPr>
          <p:cNvPr id="4" name="Picture Placeholder 1" descr="The front cover reads, Automotive Technology, A Systems Approach, 8 e edition by Rob Thompson, and Jack Erjavec. The logo at the top left reads, Cengage.">
            <a:extLst>
              <a:ext uri="{FF2B5EF4-FFF2-40B4-BE49-F238E27FC236}">
                <a16:creationId xmlns:a16="http://schemas.microsoft.com/office/drawing/2014/main" id="{FDB99020-A06F-75A8-4066-0CF07954B800}"/>
              </a:ext>
            </a:extLst>
          </p:cNvPr>
          <p:cNvPicPr>
            <a:picLocks noGrp="1" noChangeAspect="1"/>
          </p:cNvPicPr>
          <p:nvPr>
            <p:ph type="pic" idx="2"/>
          </p:nvPr>
        </p:nvPicPr>
        <p:blipFill rotWithShape="1">
          <a:blip r:embed="rId3"/>
          <a:stretch/>
        </p:blipFill>
        <p:spPr>
          <a:xfrm>
            <a:off x="595173" y="556200"/>
            <a:ext cx="4381500" cy="5611091"/>
          </a:xfrm>
          <a:prstGeom prst="rect">
            <a:avLst/>
          </a:prstGeom>
        </p:spPr>
      </p:pic>
      <p:sp>
        <p:nvSpPr>
          <p:cNvPr id="7" name="Content Placeholder 4">
            <a:extLst>
              <a:ext uri="{FF2B5EF4-FFF2-40B4-BE49-F238E27FC236}">
                <a16:creationId xmlns:a16="http://schemas.microsoft.com/office/drawing/2014/main" id="{9ADBD692-C193-CBE4-9654-BE90037C8B10}"/>
              </a:ext>
            </a:extLst>
          </p:cNvPr>
          <p:cNvSpPr txBox="1">
            <a:spLocks noGrp="1"/>
          </p:cNvSpPr>
          <p:nvPr>
            <p:ph sz="quarter" idx="10"/>
          </p:nvPr>
        </p:nvSpPr>
        <p:spPr>
          <a:xfrm>
            <a:off x="2031365" y="6315289"/>
            <a:ext cx="9220200" cy="461624"/>
          </a:xfrm>
          <a:prstGeom prst="rect">
            <a:avLst/>
          </a:prstGeom>
          <a:noFill/>
        </p:spPr>
        <p:txBody>
          <a:bodyPr wrap="square" rtlCol="0">
            <a:spAutoFit/>
          </a:bodyPr>
          <a:lstStyle/>
          <a:p>
            <a:pPr marL="0" indent="0">
              <a:spcBef>
                <a:spcPts val="0"/>
              </a:spcBef>
              <a:buNone/>
            </a:pPr>
            <a:r>
              <a:rPr lang="en-US" sz="1200" kern="1200" dirty="0">
                <a:solidFill>
                  <a:schemeClr val="bg1"/>
                </a:solidFill>
                <a:cs typeface="Arial" panose="020B0604020202020204" pitchFamily="34" charset="0"/>
              </a:rPr>
              <a:t>Rob Thompson and Jack Erjavec, Automotive Technology: A Systems Approach, 8</a:t>
            </a:r>
            <a:r>
              <a:rPr lang="en-US" sz="1200" kern="1200" baseline="30000" dirty="0">
                <a:solidFill>
                  <a:schemeClr val="bg1"/>
                </a:solidFill>
                <a:cs typeface="Arial" panose="020B0604020202020204" pitchFamily="34" charset="0"/>
              </a:rPr>
              <a:t>th</a:t>
            </a:r>
            <a:r>
              <a:rPr lang="en-US" sz="1200" kern="1200" dirty="0">
                <a:solidFill>
                  <a:schemeClr val="bg1"/>
                </a:solidFill>
                <a:cs typeface="Arial" panose="020B0604020202020204" pitchFamily="34" charset="0"/>
              </a:rPr>
              <a:t> Edition. © 2025 Cengage. All Rights Reserved. May not be scanned, copied or duplicated, or posted to a publicly accessible website, in whole or in part.</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F88FB05-C072-EADC-0534-00A9346DDF83}"/>
              </a:ext>
            </a:extLst>
          </p:cNvPr>
          <p:cNvSpPr>
            <a:spLocks noGrp="1"/>
          </p:cNvSpPr>
          <p:nvPr>
            <p:ph type="title"/>
          </p:nvPr>
        </p:nvSpPr>
        <p:spPr/>
        <p:txBody>
          <a:bodyPr/>
          <a:lstStyle/>
          <a:p>
            <a:r>
              <a:rPr lang="en-US" dirty="0"/>
              <a:t>Chapter Objectives (1 of 2)</a:t>
            </a:r>
          </a:p>
        </p:txBody>
      </p:sp>
      <p:sp>
        <p:nvSpPr>
          <p:cNvPr id="3" name="Text Placeholder 2">
            <a:extLst>
              <a:ext uri="{FF2B5EF4-FFF2-40B4-BE49-F238E27FC236}">
                <a16:creationId xmlns:a16="http://schemas.microsoft.com/office/drawing/2014/main" id="{1A484B41-605B-719F-AF44-15402C339D75}"/>
              </a:ext>
            </a:extLst>
          </p:cNvPr>
          <p:cNvSpPr>
            <a:spLocks noGrp="1"/>
          </p:cNvSpPr>
          <p:nvPr>
            <p:ph type="body" idx="1"/>
          </p:nvPr>
        </p:nvSpPr>
        <p:spPr/>
        <p:txBody>
          <a:bodyPr/>
          <a:lstStyle/>
          <a:p>
            <a:pPr marL="361950" indent="-361950" algn="l">
              <a:buFont typeface="Arial" panose="020B0604020202020204" pitchFamily="34" charset="0"/>
              <a:buChar char="•"/>
            </a:pPr>
            <a:r>
              <a:rPr lang="en-US" sz="2600" dirty="0">
                <a:solidFill>
                  <a:schemeClr val="tx1"/>
                </a:solidFill>
                <a:latin typeface="Work Sans" pitchFamily="2" charset="0"/>
              </a:rPr>
              <a:t>47.01 Identify the typical steering system components and their functions.</a:t>
            </a:r>
          </a:p>
          <a:p>
            <a:pPr marL="361950" indent="-361950" algn="l">
              <a:buFont typeface="Arial" panose="020B0604020202020204" pitchFamily="34" charset="0"/>
              <a:buChar char="•"/>
            </a:pPr>
            <a:r>
              <a:rPr lang="en-US" sz="2600" dirty="0">
                <a:solidFill>
                  <a:schemeClr val="tx1"/>
                </a:solidFill>
                <a:latin typeface="Work Sans" pitchFamily="2" charset="0"/>
              </a:rPr>
              <a:t>47.02 Identify the basic types of steering linkage systems.</a:t>
            </a:r>
          </a:p>
          <a:p>
            <a:pPr marL="361950" indent="-361950" algn="l">
              <a:buFont typeface="Arial" panose="020B0604020202020204" pitchFamily="34" charset="0"/>
              <a:buChar char="•"/>
            </a:pPr>
            <a:r>
              <a:rPr lang="en-US" sz="2600" dirty="0">
                <a:solidFill>
                  <a:schemeClr val="tx1"/>
                </a:solidFill>
                <a:latin typeface="Work Sans" pitchFamily="2" charset="0"/>
              </a:rPr>
              <a:t>47.03 Describe the function and operation of a steering gearbox and the steering column.</a:t>
            </a:r>
          </a:p>
          <a:p>
            <a:pPr marL="361950" indent="-361950" algn="l">
              <a:buFont typeface="Arial" panose="020B0604020202020204" pitchFamily="34" charset="0"/>
              <a:buChar char="•"/>
            </a:pPr>
            <a:r>
              <a:rPr lang="en-US" sz="2600" dirty="0">
                <a:solidFill>
                  <a:schemeClr val="tx1"/>
                </a:solidFill>
                <a:latin typeface="Work Sans" pitchFamily="2" charset="0"/>
              </a:rPr>
              <a:t>47.04 Perform general power-steering system checks.</a:t>
            </a:r>
          </a:p>
        </p:txBody>
      </p:sp>
    </p:spTree>
    <p:extLst>
      <p:ext uri="{BB962C8B-B14F-4D97-AF65-F5344CB8AC3E}">
        <p14:creationId xmlns:p14="http://schemas.microsoft.com/office/powerpoint/2010/main" val="1508692187"/>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E910CD6-35FB-EE29-F97F-5F2481B42285}"/>
              </a:ext>
            </a:extLst>
          </p:cNvPr>
          <p:cNvSpPr>
            <a:spLocks noGrp="1"/>
          </p:cNvSpPr>
          <p:nvPr>
            <p:ph type="title"/>
          </p:nvPr>
        </p:nvSpPr>
        <p:spPr/>
        <p:txBody>
          <a:bodyPr/>
          <a:lstStyle/>
          <a:p>
            <a:r>
              <a:rPr lang="en-US" dirty="0"/>
              <a:t>Chapter Objectives (2 of 2)</a:t>
            </a:r>
          </a:p>
        </p:txBody>
      </p:sp>
      <p:sp>
        <p:nvSpPr>
          <p:cNvPr id="3" name="Text Placeholder 2">
            <a:extLst>
              <a:ext uri="{FF2B5EF4-FFF2-40B4-BE49-F238E27FC236}">
                <a16:creationId xmlns:a16="http://schemas.microsoft.com/office/drawing/2014/main" id="{DC0E27FE-7F48-6430-8E02-2216C54D5CB3}"/>
              </a:ext>
            </a:extLst>
          </p:cNvPr>
          <p:cNvSpPr>
            <a:spLocks noGrp="1"/>
          </p:cNvSpPr>
          <p:nvPr>
            <p:ph type="body" idx="1"/>
          </p:nvPr>
        </p:nvSpPr>
        <p:spPr/>
        <p:txBody>
          <a:bodyPr/>
          <a:lstStyle/>
          <a:p>
            <a:pPr algn="l"/>
            <a:r>
              <a:rPr lang="en-US" sz="2600" dirty="0">
                <a:solidFill>
                  <a:schemeClr val="tx1"/>
                </a:solidFill>
                <a:latin typeface="Work Sans" pitchFamily="2" charset="0"/>
              </a:rPr>
              <a:t>47.05 Inspect and service steering linkage components.</a:t>
            </a:r>
          </a:p>
          <a:p>
            <a:pPr algn="l"/>
            <a:r>
              <a:rPr lang="en-US" sz="2600" dirty="0">
                <a:solidFill>
                  <a:schemeClr val="tx1"/>
                </a:solidFill>
                <a:latin typeface="Work Sans" pitchFamily="2" charset="0"/>
              </a:rPr>
              <a:t>47.06 Inspect and service power steering components.</a:t>
            </a:r>
          </a:p>
          <a:p>
            <a:pPr algn="l"/>
            <a:r>
              <a:rPr lang="en-US" sz="2600" dirty="0">
                <a:solidFill>
                  <a:schemeClr val="tx1"/>
                </a:solidFill>
                <a:latin typeface="Work Sans" pitchFamily="2" charset="0"/>
              </a:rPr>
              <a:t>47.07 Describe the components and operation of four-wheel steering systems.</a:t>
            </a:r>
          </a:p>
        </p:txBody>
      </p:sp>
    </p:spTree>
    <p:extLst>
      <p:ext uri="{BB962C8B-B14F-4D97-AF65-F5344CB8AC3E}">
        <p14:creationId xmlns:p14="http://schemas.microsoft.com/office/powerpoint/2010/main" val="3349256512"/>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2" name="Title 5"/>
          <p:cNvSpPr>
            <a:spLocks noGrp="1"/>
          </p:cNvSpPr>
          <p:nvPr>
            <p:ph type="title"/>
          </p:nvPr>
        </p:nvSpPr>
        <p:spPr/>
        <p:txBody>
          <a:bodyPr/>
          <a:lstStyle/>
          <a:p>
            <a:r>
              <a:rPr lang="en-US" dirty="0"/>
              <a:t>Mechanical Steering Systems</a:t>
            </a:r>
          </a:p>
        </p:txBody>
      </p:sp>
      <p:sp>
        <p:nvSpPr>
          <p:cNvPr id="5123" name="Content Placeholder 6"/>
          <p:cNvSpPr>
            <a:spLocks noGrp="1"/>
          </p:cNvSpPr>
          <p:nvPr>
            <p:ph type="body" idx="1"/>
          </p:nvPr>
        </p:nvSpPr>
        <p:spPr/>
        <p:txBody>
          <a:bodyPr/>
          <a:lstStyle/>
          <a:p>
            <a:pPr marL="0" indent="0">
              <a:buNone/>
            </a:pPr>
            <a:r>
              <a:rPr lang="en-US" sz="2600" b="1" dirty="0">
                <a:solidFill>
                  <a:schemeClr val="tx1"/>
                </a:solidFill>
              </a:rPr>
              <a:t>47.01 Identify the typical steering system components and their functions.</a:t>
            </a:r>
          </a:p>
          <a:p>
            <a:r>
              <a:rPr lang="en-US" sz="2600" dirty="0">
                <a:solidFill>
                  <a:schemeClr val="tx1"/>
                </a:solidFill>
              </a:rPr>
              <a:t>Steering system is composed of three major subsystems.</a:t>
            </a:r>
          </a:p>
          <a:p>
            <a:pPr lvl="1"/>
            <a:r>
              <a:rPr lang="en-US" dirty="0">
                <a:solidFill>
                  <a:schemeClr val="tx1"/>
                </a:solidFill>
              </a:rPr>
              <a:t>Steering linkage</a:t>
            </a:r>
          </a:p>
          <a:p>
            <a:pPr lvl="1"/>
            <a:r>
              <a:rPr lang="en-US" dirty="0">
                <a:solidFill>
                  <a:schemeClr val="tx1"/>
                </a:solidFill>
              </a:rPr>
              <a:t>Steering gear</a:t>
            </a:r>
          </a:p>
          <a:p>
            <a:pPr lvl="1"/>
            <a:r>
              <a:rPr lang="en-US" dirty="0">
                <a:solidFill>
                  <a:schemeClr val="tx1"/>
                </a:solidFill>
              </a:rPr>
              <a:t>Steering column and wheel</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70" name="Title 5"/>
          <p:cNvSpPr>
            <a:spLocks noGrp="1"/>
          </p:cNvSpPr>
          <p:nvPr>
            <p:ph type="title"/>
          </p:nvPr>
        </p:nvSpPr>
        <p:spPr/>
        <p:txBody>
          <a:bodyPr/>
          <a:lstStyle/>
          <a:p>
            <a:r>
              <a:rPr lang="en-US" dirty="0"/>
              <a:t>Parallelogram Steering Linkage</a:t>
            </a:r>
          </a:p>
        </p:txBody>
      </p:sp>
      <p:sp>
        <p:nvSpPr>
          <p:cNvPr id="7171" name="Content Placeholder 6"/>
          <p:cNvSpPr>
            <a:spLocks noGrp="1"/>
          </p:cNvSpPr>
          <p:nvPr>
            <p:ph type="body" idx="1"/>
          </p:nvPr>
        </p:nvSpPr>
        <p:spPr/>
        <p:txBody>
          <a:bodyPr/>
          <a:lstStyle/>
          <a:p>
            <a:pPr marL="0" indent="0">
              <a:buNone/>
            </a:pPr>
            <a:r>
              <a:rPr lang="en-US" sz="2600" b="1" dirty="0">
                <a:solidFill>
                  <a:schemeClr val="tx1"/>
                </a:solidFill>
              </a:rPr>
              <a:t>47.02 Identify the basic types of steering linkage systems.</a:t>
            </a:r>
          </a:p>
          <a:p>
            <a:pPr marL="361950" indent="-361950"/>
            <a:r>
              <a:rPr lang="en-US" sz="2600" dirty="0">
                <a:solidFill>
                  <a:schemeClr val="tx1"/>
                </a:solidFill>
              </a:rPr>
              <a:t>Once the most common type.</a:t>
            </a:r>
          </a:p>
          <a:p>
            <a:pPr marL="361950" indent="-361950"/>
            <a:r>
              <a:rPr lang="en-US" sz="2600" dirty="0">
                <a:solidFill>
                  <a:schemeClr val="tx1"/>
                </a:solidFill>
              </a:rPr>
              <a:t>Used with the recirculating ball gearbox.</a:t>
            </a:r>
          </a:p>
          <a:p>
            <a:pPr marL="361950" indent="-361950"/>
            <a:r>
              <a:rPr lang="en-US" sz="2600" dirty="0">
                <a:solidFill>
                  <a:schemeClr val="tx1"/>
                </a:solidFill>
              </a:rPr>
              <a:t>Can be placed in front or behind the front suspension.</a:t>
            </a:r>
          </a:p>
          <a:p>
            <a:pPr marL="361950" indent="-361950"/>
            <a:r>
              <a:rPr lang="en-US" sz="2600" dirty="0">
                <a:solidFill>
                  <a:schemeClr val="tx1"/>
                </a:solidFill>
              </a:rPr>
              <a:t>Provides good steering geometry.</a:t>
            </a:r>
          </a:p>
          <a:p>
            <a:pPr marL="361950" indent="-361950"/>
            <a:r>
              <a:rPr lang="en-US" sz="2600" dirty="0">
                <a:solidFill>
                  <a:schemeClr val="tx1"/>
                </a:solidFill>
              </a:rPr>
              <a:t>Road vibrations and impact forces cause wear and looseness.</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p:txBody>
          <a:bodyPr/>
          <a:lstStyle/>
          <a:p>
            <a:r>
              <a:rPr lang="en-US" dirty="0"/>
              <a:t>Rack-and-Pinion Steering Linkage</a:t>
            </a:r>
          </a:p>
        </p:txBody>
      </p:sp>
      <p:sp>
        <p:nvSpPr>
          <p:cNvPr id="10243" name="Content Placeholder 6"/>
          <p:cNvSpPr>
            <a:spLocks noGrp="1"/>
          </p:cNvSpPr>
          <p:nvPr>
            <p:ph type="body" idx="1"/>
          </p:nvPr>
        </p:nvSpPr>
        <p:spPr/>
        <p:txBody>
          <a:bodyPr/>
          <a:lstStyle/>
          <a:p>
            <a:r>
              <a:rPr lang="en-US" sz="2600" dirty="0">
                <a:solidFill>
                  <a:schemeClr val="tx1"/>
                </a:solidFill>
              </a:rPr>
              <a:t>Lighter and has fewer components than the parallelogram linkage.</a:t>
            </a:r>
          </a:p>
          <a:p>
            <a:r>
              <a:rPr lang="en-US" sz="2600" dirty="0">
                <a:solidFill>
                  <a:schemeClr val="tx1"/>
                </a:solidFill>
              </a:rPr>
              <a:t>The rack performs as steering gear and center link.</a:t>
            </a:r>
          </a:p>
          <a:p>
            <a:r>
              <a:rPr lang="en-US" sz="2600" dirty="0">
                <a:solidFill>
                  <a:schemeClr val="tx1"/>
                </a:solidFill>
              </a:rPr>
              <a:t>Tie-rods are the only linkage used.</a:t>
            </a:r>
          </a:p>
          <a:p>
            <a:r>
              <a:rPr lang="en-US" sz="2600" dirty="0">
                <a:solidFill>
                  <a:schemeClr val="tx1"/>
                </a:solidFill>
              </a:rPr>
              <a:t>Provides better road feeling but can transmit more road sho</a:t>
            </a:r>
            <a:r>
              <a:rPr lang="en-US" dirty="0">
                <a:solidFill>
                  <a:schemeClr val="tx1"/>
                </a:solidFill>
              </a:rPr>
              <a:t>ck.</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p:txBody>
          <a:bodyPr/>
          <a:lstStyle/>
          <a:p>
            <a:r>
              <a:rPr lang="en-US" dirty="0"/>
              <a:t>Rack-and-Pinion Steering (1 of 2)</a:t>
            </a:r>
          </a:p>
        </p:txBody>
      </p:sp>
      <p:sp>
        <p:nvSpPr>
          <p:cNvPr id="11267" name="Rectangle 3"/>
          <p:cNvSpPr>
            <a:spLocks noGrp="1" noChangeArrowheads="1"/>
          </p:cNvSpPr>
          <p:nvPr>
            <p:ph type="body" idx="1"/>
          </p:nvPr>
        </p:nvSpPr>
        <p:spPr>
          <a:xfrm>
            <a:off x="722489" y="1572389"/>
            <a:ext cx="6107289" cy="4063178"/>
          </a:xfrm>
        </p:spPr>
        <p:txBody>
          <a:bodyPr/>
          <a:lstStyle/>
          <a:p>
            <a:r>
              <a:rPr lang="en-US" dirty="0">
                <a:solidFill>
                  <a:schemeClr val="tx1"/>
                </a:solidFill>
              </a:rPr>
              <a:t>Rack</a:t>
            </a:r>
          </a:p>
          <a:p>
            <a:pPr lvl="1"/>
            <a:r>
              <a:rPr lang="en-US" dirty="0">
                <a:solidFill>
                  <a:schemeClr val="tx1"/>
                </a:solidFill>
              </a:rPr>
              <a:t>Is a toothed bar in a metal housing that acts similarly to a center link.</a:t>
            </a:r>
          </a:p>
          <a:p>
            <a:r>
              <a:rPr lang="en-US" dirty="0">
                <a:solidFill>
                  <a:schemeClr val="tx1"/>
                </a:solidFill>
              </a:rPr>
              <a:t>Pinion</a:t>
            </a:r>
          </a:p>
          <a:p>
            <a:pPr lvl="1"/>
            <a:r>
              <a:rPr lang="en-US" dirty="0">
                <a:solidFill>
                  <a:schemeClr val="tx1"/>
                </a:solidFill>
              </a:rPr>
              <a:t>Is a worm gear attached to the steering column that transfers movement to the rack.</a:t>
            </a:r>
          </a:p>
        </p:txBody>
      </p:sp>
      <p:pic>
        <p:nvPicPr>
          <p:cNvPr id="8" name="Picture Placeholder 7" descr="The inside view of the rack and pinion gearbox, with the labeled parts: the steering shaft connection, pinion gear, and the rack gear. The steering shaft depicts the counterclockwise arrows describing the rotation of the shaft.">
            <a:extLst>
              <a:ext uri="{FF2B5EF4-FFF2-40B4-BE49-F238E27FC236}">
                <a16:creationId xmlns:a16="http://schemas.microsoft.com/office/drawing/2014/main" id="{43CEFC59-C975-581C-54BA-9A88B17FF465}"/>
              </a:ext>
            </a:extLst>
          </p:cNvPr>
          <p:cNvPicPr>
            <a:picLocks noGrp="1" noChangeAspect="1"/>
          </p:cNvPicPr>
          <p:nvPr>
            <p:ph type="pic" sz="quarter" idx="12"/>
          </p:nvPr>
        </p:nvPicPr>
        <p:blipFill rotWithShape="1">
          <a:blip r:embed="rId3"/>
          <a:srcRect b="5123"/>
          <a:stretch/>
        </p:blipFill>
        <p:spPr>
          <a:xfrm>
            <a:off x="7333491" y="1682849"/>
            <a:ext cx="3301106" cy="4066354"/>
          </a:xfrm>
          <a:prstGeom prst="rect">
            <a:avLst/>
          </a:prstGeom>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p:txBody>
          <a:bodyPr/>
          <a:lstStyle/>
          <a:p>
            <a:r>
              <a:rPr lang="en-US" dirty="0"/>
              <a:t>Rack-and-Pinion Steering (2 of 2) </a:t>
            </a:r>
          </a:p>
        </p:txBody>
      </p:sp>
      <p:pic>
        <p:nvPicPr>
          <p:cNvPr id="9" name="Picture Placeholder 8" descr="The bottom view of a lifted-up vehicle with an arrow pointing to the rack and pinion mounted to the front cross member.">
            <a:extLst>
              <a:ext uri="{FF2B5EF4-FFF2-40B4-BE49-F238E27FC236}">
                <a16:creationId xmlns:a16="http://schemas.microsoft.com/office/drawing/2014/main" id="{4BA35208-2523-CCD9-DF35-8B5F7648A78D}"/>
              </a:ext>
            </a:extLst>
          </p:cNvPr>
          <p:cNvPicPr>
            <a:picLocks noGrp="1" noChangeAspect="1"/>
          </p:cNvPicPr>
          <p:nvPr>
            <p:ph type="pic" sz="quarter" idx="12"/>
          </p:nvPr>
        </p:nvPicPr>
        <p:blipFill rotWithShape="1">
          <a:blip r:embed="rId3"/>
          <a:srcRect b="8596"/>
          <a:stretch/>
        </p:blipFill>
        <p:spPr>
          <a:xfrm>
            <a:off x="2658273" y="1657308"/>
            <a:ext cx="6875454" cy="3885880"/>
          </a:xfrm>
          <a:prstGeom prst="rect">
            <a:avLst/>
          </a:prstGeom>
        </p:spPr>
      </p:pic>
    </p:spTree>
    <p:extLst>
      <p:ext uri="{BB962C8B-B14F-4D97-AF65-F5344CB8AC3E}">
        <p14:creationId xmlns:p14="http://schemas.microsoft.com/office/powerpoint/2010/main" val="1055166623"/>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Knowledge Check (1 of 3)</a:t>
            </a:r>
          </a:p>
        </p:txBody>
      </p:sp>
      <p:sp>
        <p:nvSpPr>
          <p:cNvPr id="3" name="Content Placeholder 2"/>
          <p:cNvSpPr>
            <a:spLocks noGrp="1"/>
          </p:cNvSpPr>
          <p:nvPr>
            <p:ph type="body" idx="1"/>
          </p:nvPr>
        </p:nvSpPr>
        <p:spPr/>
        <p:txBody>
          <a:bodyPr/>
          <a:lstStyle/>
          <a:p>
            <a:r>
              <a:rPr lang="en-US" dirty="0"/>
              <a:t>Which type of steering linkage is the most common on modern cars and light trucks?</a:t>
            </a:r>
          </a:p>
          <a:p>
            <a:pPr lvl="1"/>
            <a:r>
              <a:rPr lang="en-US" dirty="0"/>
              <a:t>Parallelogram</a:t>
            </a:r>
          </a:p>
          <a:p>
            <a:pPr lvl="1"/>
            <a:r>
              <a:rPr lang="en-US" dirty="0"/>
              <a:t>Rack and Pinion</a:t>
            </a:r>
          </a:p>
          <a:p>
            <a:pPr lvl="1"/>
            <a:r>
              <a:rPr lang="en-US" dirty="0"/>
              <a:t>Cross link</a:t>
            </a: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Knowledge Check Answer (1 of 3)</a:t>
            </a:r>
          </a:p>
        </p:txBody>
      </p:sp>
      <p:sp>
        <p:nvSpPr>
          <p:cNvPr id="3" name="Content Placeholder 2"/>
          <p:cNvSpPr>
            <a:spLocks noGrp="1"/>
          </p:cNvSpPr>
          <p:nvPr>
            <p:ph type="body" idx="1"/>
          </p:nvPr>
        </p:nvSpPr>
        <p:spPr/>
        <p:txBody>
          <a:bodyPr/>
          <a:lstStyle/>
          <a:p>
            <a:r>
              <a:rPr lang="en-US" dirty="0"/>
              <a:t>Which type of steering linkage is the most common on modern cars and light trucks?</a:t>
            </a:r>
          </a:p>
          <a:p>
            <a:pPr lvl="1"/>
            <a:r>
              <a:rPr lang="en-US" dirty="0"/>
              <a:t>Parallelogram</a:t>
            </a:r>
          </a:p>
          <a:p>
            <a:pPr lvl="1"/>
            <a:r>
              <a:rPr lang="en-US" dirty="0"/>
              <a:t>Rack and Pinion</a:t>
            </a:r>
          </a:p>
          <a:p>
            <a:pPr lvl="1">
              <a:spcAft>
                <a:spcPts val="1800"/>
              </a:spcAft>
            </a:pPr>
            <a:r>
              <a:rPr lang="en-US" dirty="0"/>
              <a:t>Cross link</a:t>
            </a:r>
          </a:p>
          <a:p>
            <a:pPr marL="428625" lvl="1" indent="0">
              <a:buNone/>
            </a:pPr>
            <a:r>
              <a:rPr lang="en-US" b="1" dirty="0"/>
              <a:t>Answer: </a:t>
            </a:r>
            <a:r>
              <a:rPr lang="en-US" dirty="0"/>
              <a:t>Rack and Pinion</a:t>
            </a:r>
          </a:p>
        </p:txBody>
      </p:sp>
    </p:spTree>
    <p:extLst>
      <p:ext uri="{BB962C8B-B14F-4D97-AF65-F5344CB8AC3E}">
        <p14:creationId xmlns:p14="http://schemas.microsoft.com/office/powerpoint/2010/main" val="2641351225"/>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410" name="Title 1"/>
          <p:cNvSpPr>
            <a:spLocks noGrp="1"/>
          </p:cNvSpPr>
          <p:nvPr>
            <p:ph type="title"/>
          </p:nvPr>
        </p:nvSpPr>
        <p:spPr/>
        <p:txBody>
          <a:bodyPr/>
          <a:lstStyle/>
          <a:p>
            <a:r>
              <a:rPr lang="en-US" dirty="0">
                <a:solidFill>
                  <a:schemeClr val="tx1"/>
                </a:solidFill>
              </a:rPr>
              <a:t>Rack and Pinion Advantages</a:t>
            </a:r>
          </a:p>
        </p:txBody>
      </p:sp>
      <p:sp>
        <p:nvSpPr>
          <p:cNvPr id="17411" name="Content Placeholder 2"/>
          <p:cNvSpPr>
            <a:spLocks noGrp="1"/>
          </p:cNvSpPr>
          <p:nvPr>
            <p:ph type="body" idx="1"/>
          </p:nvPr>
        </p:nvSpPr>
        <p:spPr>
          <a:xfrm>
            <a:off x="476846" y="1641372"/>
            <a:ext cx="6850711" cy="4215730"/>
          </a:xfrm>
        </p:spPr>
        <p:txBody>
          <a:bodyPr/>
          <a:lstStyle/>
          <a:p>
            <a:pPr algn="l"/>
            <a:r>
              <a:rPr lang="en-US" dirty="0">
                <a:solidFill>
                  <a:schemeClr val="tx1"/>
                </a:solidFill>
                <a:latin typeface="Work Sans" pitchFamily="2" charset="0"/>
              </a:rPr>
              <a:t>A rack and pinion is lighter in weight and has fewer components than parallelogram steering.</a:t>
            </a:r>
          </a:p>
          <a:p>
            <a:pPr algn="l"/>
            <a:r>
              <a:rPr lang="en-US" dirty="0">
                <a:solidFill>
                  <a:schemeClr val="tx1"/>
                </a:solidFill>
                <a:latin typeface="Work Sans" pitchFamily="2" charset="0"/>
              </a:rPr>
              <a:t>In the rack and pinion steering arrangement, there is no Pitman arm, idler arm assembly, or center link.</a:t>
            </a:r>
          </a:p>
          <a:p>
            <a:pPr algn="l"/>
            <a:r>
              <a:rPr lang="en-US" dirty="0">
                <a:solidFill>
                  <a:schemeClr val="tx1"/>
                </a:solidFill>
                <a:latin typeface="Work Sans" pitchFamily="2" charset="0"/>
              </a:rPr>
              <a:t>The driver gets a greater feeling of the road with rack and pinion.</a:t>
            </a:r>
          </a:p>
        </p:txBody>
      </p:sp>
      <p:pic>
        <p:nvPicPr>
          <p:cNvPr id="7" name="Picture Placeholder 6" descr="The bottom view of a lifted-up vehicle with an arrow pointing to the rack and pinion mounted to the front cross member.">
            <a:extLst>
              <a:ext uri="{FF2B5EF4-FFF2-40B4-BE49-F238E27FC236}">
                <a16:creationId xmlns:a16="http://schemas.microsoft.com/office/drawing/2014/main" id="{A9D77813-3055-DE9A-4089-167DA24ED497}"/>
              </a:ext>
            </a:extLst>
          </p:cNvPr>
          <p:cNvPicPr>
            <a:picLocks noGrp="1" noChangeAspect="1"/>
          </p:cNvPicPr>
          <p:nvPr>
            <p:ph type="pic" sz="quarter" idx="12"/>
          </p:nvPr>
        </p:nvPicPr>
        <p:blipFill rotWithShape="1">
          <a:blip r:embed="rId3"/>
          <a:srcRect b="8956"/>
          <a:stretch/>
        </p:blipFill>
        <p:spPr>
          <a:xfrm>
            <a:off x="7608133" y="2232271"/>
            <a:ext cx="4267427" cy="2402359"/>
          </a:xfrm>
          <a:prstGeom prst="rect">
            <a:avLst/>
          </a:prstGeom>
        </p:spPr>
      </p:pic>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458" name="Title 1"/>
          <p:cNvSpPr>
            <a:spLocks noGrp="1"/>
          </p:cNvSpPr>
          <p:nvPr>
            <p:ph type="title"/>
          </p:nvPr>
        </p:nvSpPr>
        <p:spPr/>
        <p:txBody>
          <a:bodyPr/>
          <a:lstStyle/>
          <a:p>
            <a:r>
              <a:rPr lang="en-US" dirty="0"/>
              <a:t>Steering Wheel and Column</a:t>
            </a:r>
          </a:p>
        </p:txBody>
      </p:sp>
      <p:sp>
        <p:nvSpPr>
          <p:cNvPr id="19459" name="Content Placeholder 2"/>
          <p:cNvSpPr>
            <a:spLocks noGrp="1"/>
          </p:cNvSpPr>
          <p:nvPr>
            <p:ph type="body" idx="1"/>
          </p:nvPr>
        </p:nvSpPr>
        <p:spPr/>
        <p:txBody>
          <a:bodyPr/>
          <a:lstStyle/>
          <a:p>
            <a:pPr marL="0" indent="0">
              <a:buNone/>
            </a:pPr>
            <a:r>
              <a:rPr lang="en-US" b="1" dirty="0">
                <a:solidFill>
                  <a:schemeClr val="tx1"/>
                </a:solidFill>
                <a:latin typeface="Work Sans" pitchFamily="2" charset="0"/>
              </a:rPr>
              <a:t>47.03 Describe the function and operation of a steering gearbox and the steering column.</a:t>
            </a:r>
            <a:endParaRPr lang="en-US" dirty="0">
              <a:solidFill>
                <a:schemeClr val="tx1"/>
              </a:solidFill>
            </a:endParaRPr>
          </a:p>
          <a:p>
            <a:r>
              <a:rPr lang="en-US" dirty="0">
                <a:solidFill>
                  <a:schemeClr val="tx1"/>
                </a:solidFill>
              </a:rPr>
              <a:t>Provides the force to turn the steering gear.</a:t>
            </a:r>
          </a:p>
          <a:p>
            <a:r>
              <a:rPr lang="en-US" dirty="0">
                <a:solidFill>
                  <a:schemeClr val="tx1"/>
                </a:solidFill>
              </a:rPr>
              <a:t>Since 1968, all columns are collapsible.</a:t>
            </a:r>
          </a:p>
          <a:p>
            <a:r>
              <a:rPr lang="en-US" dirty="0">
                <a:solidFill>
                  <a:schemeClr val="tx1"/>
                </a:solidFill>
              </a:rPr>
              <a:t>Houses the driver side air bag.</a:t>
            </a:r>
          </a:p>
          <a:p>
            <a:r>
              <a:rPr lang="en-US" dirty="0">
                <a:solidFill>
                  <a:schemeClr val="tx1"/>
                </a:solidFill>
              </a:rPr>
              <a:t>May have tilt and/or telescoping features.</a:t>
            </a:r>
          </a:p>
          <a:p>
            <a:r>
              <a:rPr lang="en-US" dirty="0">
                <a:solidFill>
                  <a:schemeClr val="tx1"/>
                </a:solidFill>
              </a:rPr>
              <a:t>Houses many of the driver operated switches and sometimes the transmission shifter.</a:t>
            </a: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1EE71928-F433-B2DE-1249-882612045520}"/>
              </a:ext>
            </a:extLst>
          </p:cNvPr>
          <p:cNvSpPr>
            <a:spLocks noGrp="1"/>
          </p:cNvSpPr>
          <p:nvPr>
            <p:ph type="title"/>
          </p:nvPr>
        </p:nvSpPr>
        <p:spPr/>
        <p:txBody>
          <a:bodyPr/>
          <a:lstStyle/>
          <a:p>
            <a:r>
              <a:rPr lang="en-IN" dirty="0"/>
              <a:t>Steering Column Components</a:t>
            </a:r>
          </a:p>
        </p:txBody>
      </p:sp>
      <p:pic>
        <p:nvPicPr>
          <p:cNvPr id="10" name="Picture Placeholder 9" descr="An internal structure of the steering column components. The parts are labeled as follows: upper steering column section, instrument panel, mounting bracket, lower steering column tube, lower steering main shaft, coupling assembly, intermediate shaft, universal joint, and steering gear.">
            <a:extLst>
              <a:ext uri="{FF2B5EF4-FFF2-40B4-BE49-F238E27FC236}">
                <a16:creationId xmlns:a16="http://schemas.microsoft.com/office/drawing/2014/main" id="{D4BB3D23-3113-0FD4-B5D0-9D2AE256399D}"/>
              </a:ext>
            </a:extLst>
          </p:cNvPr>
          <p:cNvPicPr>
            <a:picLocks noGrp="1" noChangeAspect="1"/>
          </p:cNvPicPr>
          <p:nvPr>
            <p:ph type="pic" sz="quarter" idx="12"/>
          </p:nvPr>
        </p:nvPicPr>
        <p:blipFill rotWithShape="1">
          <a:blip r:embed="rId3"/>
          <a:srcRect b="7983"/>
          <a:stretch/>
        </p:blipFill>
        <p:spPr>
          <a:xfrm>
            <a:off x="3151915" y="1984379"/>
            <a:ext cx="5888171" cy="3476621"/>
          </a:xfrm>
          <a:prstGeom prst="rect">
            <a:avLst/>
          </a:prstGeom>
        </p:spPr>
      </p:pic>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554" name="Title 1"/>
          <p:cNvSpPr>
            <a:spLocks noGrp="1"/>
          </p:cNvSpPr>
          <p:nvPr>
            <p:ph type="title"/>
          </p:nvPr>
        </p:nvSpPr>
        <p:spPr/>
        <p:txBody>
          <a:bodyPr/>
          <a:lstStyle/>
          <a:p>
            <a:r>
              <a:rPr lang="en-US" dirty="0"/>
              <a:t>Power Steering Systems</a:t>
            </a:r>
          </a:p>
        </p:txBody>
      </p:sp>
      <p:sp>
        <p:nvSpPr>
          <p:cNvPr id="23555" name="Content Placeholder 2"/>
          <p:cNvSpPr>
            <a:spLocks noGrp="1"/>
          </p:cNvSpPr>
          <p:nvPr>
            <p:ph type="body" idx="1"/>
          </p:nvPr>
        </p:nvSpPr>
        <p:spPr/>
        <p:txBody>
          <a:bodyPr/>
          <a:lstStyle/>
          <a:p>
            <a:r>
              <a:rPr lang="en-US" sz="2600" dirty="0">
                <a:solidFill>
                  <a:schemeClr val="tx1"/>
                </a:solidFill>
              </a:rPr>
              <a:t>Reduce driver effort.</a:t>
            </a:r>
          </a:p>
          <a:p>
            <a:r>
              <a:rPr lang="en-US" sz="2600" dirty="0">
                <a:solidFill>
                  <a:schemeClr val="tx1"/>
                </a:solidFill>
              </a:rPr>
              <a:t>Major types</a:t>
            </a:r>
          </a:p>
          <a:p>
            <a:pPr marL="723900" lvl="2" indent="-368300">
              <a:buFont typeface="Arial" panose="020B0604020202020204" pitchFamily="34" charset="0"/>
              <a:buChar char="–"/>
            </a:pPr>
            <a:r>
              <a:rPr lang="en-US" sz="2400" dirty="0">
                <a:solidFill>
                  <a:schemeClr val="tx1"/>
                </a:solidFill>
              </a:rPr>
              <a:t>Hydraulic</a:t>
            </a:r>
            <a:endParaRPr lang="en-US" sz="2600" dirty="0">
              <a:solidFill>
                <a:schemeClr val="tx1"/>
              </a:solidFill>
            </a:endParaRPr>
          </a:p>
          <a:p>
            <a:pPr marL="1543050" lvl="3" indent="-342900">
              <a:spcBef>
                <a:spcPts val="624"/>
              </a:spcBef>
              <a:spcAft>
                <a:spcPts val="600"/>
              </a:spcAft>
              <a:buSzPct val="100000"/>
              <a:buFont typeface="Wingdings" panose="05000000000000000000" pitchFamily="2" charset="2"/>
              <a:buChar char="§"/>
            </a:pPr>
            <a:r>
              <a:rPr lang="en-US" sz="2200" dirty="0">
                <a:solidFill>
                  <a:schemeClr val="tx1"/>
                </a:solidFill>
              </a:rPr>
              <a:t>Hydraulic pressure is used to assist the driver.</a:t>
            </a:r>
          </a:p>
          <a:p>
            <a:pPr marL="723900" lvl="2" indent="-368300">
              <a:buFont typeface="Arial" panose="020B0604020202020204" pitchFamily="34" charset="0"/>
              <a:buChar char="–"/>
            </a:pPr>
            <a:r>
              <a:rPr lang="en-US" sz="2400" dirty="0">
                <a:solidFill>
                  <a:schemeClr val="tx1"/>
                </a:solidFill>
              </a:rPr>
              <a:t>Electric</a:t>
            </a:r>
          </a:p>
          <a:p>
            <a:pPr marL="1543050" lvl="3" indent="-342900">
              <a:spcBef>
                <a:spcPts val="624"/>
              </a:spcBef>
              <a:spcAft>
                <a:spcPts val="600"/>
              </a:spcAft>
              <a:buSzPct val="100000"/>
              <a:buFont typeface="Wingdings" panose="05000000000000000000" pitchFamily="2" charset="2"/>
              <a:buChar char="§"/>
            </a:pPr>
            <a:r>
              <a:rPr lang="en-US" sz="2200" dirty="0">
                <a:solidFill>
                  <a:schemeClr val="tx1"/>
                </a:solidFill>
              </a:rPr>
              <a:t>Electric motors are used.</a:t>
            </a: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650" name="Rectangle 2"/>
          <p:cNvSpPr>
            <a:spLocks noGrp="1" noChangeArrowheads="1"/>
          </p:cNvSpPr>
          <p:nvPr>
            <p:ph type="title"/>
          </p:nvPr>
        </p:nvSpPr>
        <p:spPr/>
        <p:txBody>
          <a:bodyPr/>
          <a:lstStyle/>
          <a:p>
            <a:r>
              <a:rPr lang="en-US" dirty="0"/>
              <a:t>Power Steering Pump Types</a:t>
            </a:r>
          </a:p>
        </p:txBody>
      </p:sp>
      <p:sp>
        <p:nvSpPr>
          <p:cNvPr id="27651" name="Rectangle 3"/>
          <p:cNvSpPr>
            <a:spLocks noGrp="1" noChangeArrowheads="1"/>
          </p:cNvSpPr>
          <p:nvPr>
            <p:ph type="body" idx="1"/>
          </p:nvPr>
        </p:nvSpPr>
        <p:spPr>
          <a:xfrm>
            <a:off x="616545" y="1747778"/>
            <a:ext cx="4780955" cy="2674997"/>
          </a:xfrm>
        </p:spPr>
        <p:txBody>
          <a:bodyPr/>
          <a:lstStyle/>
          <a:p>
            <a:r>
              <a:rPr lang="en-US" dirty="0"/>
              <a:t>Roller</a:t>
            </a:r>
          </a:p>
          <a:p>
            <a:r>
              <a:rPr lang="en-US" dirty="0"/>
              <a:t>Vane </a:t>
            </a:r>
          </a:p>
          <a:p>
            <a:r>
              <a:rPr lang="en-US" dirty="0"/>
              <a:t>Slipper</a:t>
            </a:r>
          </a:p>
          <a:p>
            <a:r>
              <a:rPr lang="en-US" dirty="0"/>
              <a:t>Gear</a:t>
            </a:r>
          </a:p>
        </p:txBody>
      </p:sp>
      <p:pic>
        <p:nvPicPr>
          <p:cNvPr id="7" name="Picture Placeholder 6" descr="Two illustrations. The first illustration (A) depicts the exploded view of vane-type power-steering pump. The parts are labeled as follows: Housing, shaft, thrust plate, rotor, vanes, cam ring, and pressure plate. The second illustration (B) depicts the basic operation of a vane-type pump. The parts are labeled as follows: Vane, Rotor, Cam ring, Dowel hole, and Crossover passage. The area in vane-type pump shrinks creating high pressure and expands creating low pressure.">
            <a:extLst>
              <a:ext uri="{FF2B5EF4-FFF2-40B4-BE49-F238E27FC236}">
                <a16:creationId xmlns:a16="http://schemas.microsoft.com/office/drawing/2014/main" id="{3EC9898C-CD38-2CB0-1A91-B18121C8B0EB}"/>
              </a:ext>
            </a:extLst>
          </p:cNvPr>
          <p:cNvPicPr>
            <a:picLocks noGrp="1" noChangeAspect="1"/>
          </p:cNvPicPr>
          <p:nvPr>
            <p:ph type="pic" sz="quarter" idx="12"/>
          </p:nvPr>
        </p:nvPicPr>
        <p:blipFill rotWithShape="1">
          <a:blip r:embed="rId3"/>
          <a:srcRect b="2907"/>
          <a:stretch/>
        </p:blipFill>
        <p:spPr>
          <a:xfrm>
            <a:off x="5740725" y="1665859"/>
            <a:ext cx="5170732" cy="4258952"/>
          </a:xfrm>
          <a:prstGeom prst="rect">
            <a:avLst/>
          </a:prstGeom>
        </p:spPr>
      </p:pic>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794" name="Title 1"/>
          <p:cNvSpPr>
            <a:spLocks noGrp="1"/>
          </p:cNvSpPr>
          <p:nvPr>
            <p:ph type="title"/>
          </p:nvPr>
        </p:nvSpPr>
        <p:spPr/>
        <p:txBody>
          <a:bodyPr/>
          <a:lstStyle/>
          <a:p>
            <a:r>
              <a:rPr lang="en-US" dirty="0"/>
              <a:t>Power Steering Hoses</a:t>
            </a:r>
          </a:p>
        </p:txBody>
      </p:sp>
      <p:sp>
        <p:nvSpPr>
          <p:cNvPr id="33795" name="Content Placeholder 2"/>
          <p:cNvSpPr>
            <a:spLocks noGrp="1"/>
          </p:cNvSpPr>
          <p:nvPr>
            <p:ph type="body" idx="1"/>
          </p:nvPr>
        </p:nvSpPr>
        <p:spPr/>
        <p:txBody>
          <a:bodyPr/>
          <a:lstStyle/>
          <a:p>
            <a:r>
              <a:rPr lang="en-US" sz="2600" dirty="0">
                <a:solidFill>
                  <a:schemeClr val="tx1"/>
                </a:solidFill>
              </a:rPr>
              <a:t>Transmit fluid from the pump to the gearbox and back to the pump.</a:t>
            </a:r>
          </a:p>
          <a:p>
            <a:r>
              <a:rPr lang="en-US" sz="2600" dirty="0">
                <a:solidFill>
                  <a:schemeClr val="tx1"/>
                </a:solidFill>
              </a:rPr>
              <a:t>Must handle pressures up to 1500 psi.</a:t>
            </a:r>
          </a:p>
          <a:p>
            <a:r>
              <a:rPr lang="en-US" sz="2600" dirty="0">
                <a:solidFill>
                  <a:schemeClr val="tx1"/>
                </a:solidFill>
              </a:rPr>
              <a:t>Subject to pressure and pulsations from the pump.</a:t>
            </a:r>
          </a:p>
          <a:p>
            <a:r>
              <a:rPr lang="en-US" sz="2600" dirty="0">
                <a:solidFill>
                  <a:schemeClr val="tx1"/>
                </a:solidFill>
              </a:rPr>
              <a:t>Must be able to withstand temperatures of up to 300°F (150°C).</a:t>
            </a: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p:txBody>
          <a:bodyPr>
            <a:noAutofit/>
          </a:bodyPr>
          <a:lstStyle/>
          <a:p>
            <a:r>
              <a:rPr lang="en-US" dirty="0"/>
              <a:t>Electronically Controlled Power-Steering Systems</a:t>
            </a:r>
          </a:p>
        </p:txBody>
      </p:sp>
      <p:sp>
        <p:nvSpPr>
          <p:cNvPr id="34819" name="Content Placeholder 2"/>
          <p:cNvSpPr>
            <a:spLocks noGrp="1"/>
          </p:cNvSpPr>
          <p:nvPr>
            <p:ph type="body" idx="1"/>
          </p:nvPr>
        </p:nvSpPr>
        <p:spPr/>
        <p:txBody>
          <a:bodyPr/>
          <a:lstStyle/>
          <a:p>
            <a:r>
              <a:rPr lang="en-US" sz="2600" dirty="0">
                <a:solidFill>
                  <a:schemeClr val="tx1"/>
                </a:solidFill>
              </a:rPr>
              <a:t>Provides increased assist at low speeds and decreased assist at higher speeds.</a:t>
            </a:r>
          </a:p>
          <a:p>
            <a:r>
              <a:rPr lang="en-US" sz="2600" dirty="0">
                <a:solidFill>
                  <a:schemeClr val="tx1"/>
                </a:solidFill>
              </a:rPr>
              <a:t>The amount of fluid flow is controlled by a pressure control valve.</a:t>
            </a:r>
          </a:p>
          <a:p>
            <a:r>
              <a:rPr lang="en-US" sz="2600" dirty="0">
                <a:solidFill>
                  <a:schemeClr val="tx1"/>
                </a:solidFill>
              </a:rPr>
              <a:t>Uses input from Vehicle Speed Sensor.</a:t>
            </a: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Electric Power Steering (EPS)</a:t>
            </a:r>
          </a:p>
        </p:txBody>
      </p:sp>
      <p:sp>
        <p:nvSpPr>
          <p:cNvPr id="3" name="Content Placeholder 2"/>
          <p:cNvSpPr>
            <a:spLocks noGrp="1"/>
          </p:cNvSpPr>
          <p:nvPr>
            <p:ph type="body" idx="1"/>
          </p:nvPr>
        </p:nvSpPr>
        <p:spPr/>
        <p:txBody>
          <a:bodyPr/>
          <a:lstStyle/>
          <a:p>
            <a:r>
              <a:rPr lang="en-US" sz="2600" dirty="0">
                <a:solidFill>
                  <a:schemeClr val="tx1"/>
                </a:solidFill>
              </a:rPr>
              <a:t>Nearly all vehicles use electrically-assisted power steering.</a:t>
            </a:r>
          </a:p>
          <a:p>
            <a:r>
              <a:rPr lang="en-US" sz="2600" dirty="0">
                <a:solidFill>
                  <a:schemeClr val="tx1"/>
                </a:solidFill>
              </a:rPr>
              <a:t>The EPS motor may be column mounted or in the rack and pinion.</a:t>
            </a:r>
          </a:p>
          <a:p>
            <a:r>
              <a:rPr lang="en-US" sz="2600" dirty="0">
                <a:solidFill>
                  <a:schemeClr val="tx1"/>
                </a:solidFill>
              </a:rPr>
              <a:t>Allows for features such as parking assist and active steering control.</a:t>
            </a:r>
          </a:p>
          <a:p>
            <a:r>
              <a:rPr lang="en-US" sz="2600" dirty="0">
                <a:solidFill>
                  <a:schemeClr val="tx1"/>
                </a:solidFill>
                <a:latin typeface="Work Sans" pitchFamily="2" charset="0"/>
              </a:rPr>
              <a:t>Provides power assistance even when the engine stalls, since the power source is the battery rather than the engine-driven pump.</a:t>
            </a:r>
            <a:endParaRPr lang="en-US" sz="2600" dirty="0">
              <a:solidFill>
                <a:schemeClr val="tx1"/>
              </a:solidFill>
            </a:endParaRP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7890" name="Title 1"/>
          <p:cNvSpPr>
            <a:spLocks noGrp="1"/>
          </p:cNvSpPr>
          <p:nvPr>
            <p:ph type="title"/>
          </p:nvPr>
        </p:nvSpPr>
        <p:spPr/>
        <p:txBody>
          <a:bodyPr/>
          <a:lstStyle/>
          <a:p>
            <a:r>
              <a:rPr lang="en-US" dirty="0"/>
              <a:t>Electric Rack and Pinion System</a:t>
            </a:r>
          </a:p>
        </p:txBody>
      </p:sp>
      <p:sp>
        <p:nvSpPr>
          <p:cNvPr id="37891" name="Content Placeholder 2"/>
          <p:cNvSpPr>
            <a:spLocks noGrp="1"/>
          </p:cNvSpPr>
          <p:nvPr>
            <p:ph type="body" idx="1"/>
          </p:nvPr>
        </p:nvSpPr>
        <p:spPr/>
        <p:txBody>
          <a:bodyPr/>
          <a:lstStyle/>
          <a:p>
            <a:r>
              <a:rPr lang="en-US" sz="2600" dirty="0">
                <a:solidFill>
                  <a:schemeClr val="tx1"/>
                </a:solidFill>
              </a:rPr>
              <a:t>Replaces the hydraulic pump, hoses, and fluid.</a:t>
            </a:r>
          </a:p>
          <a:p>
            <a:r>
              <a:rPr lang="en-US" sz="2600" dirty="0">
                <a:solidFill>
                  <a:schemeClr val="tx1"/>
                </a:solidFill>
              </a:rPr>
              <a:t>An electric motor located with the rack provides assist and feedback.</a:t>
            </a:r>
          </a:p>
          <a:p>
            <a:r>
              <a:rPr lang="en-US" sz="2600" dirty="0">
                <a:solidFill>
                  <a:schemeClr val="tx1"/>
                </a:solidFill>
              </a:rPr>
              <a:t>Uses a steering wheel position sensor.</a:t>
            </a:r>
          </a:p>
          <a:p>
            <a:r>
              <a:rPr lang="en-US" sz="2600" dirty="0">
                <a:solidFill>
                  <a:schemeClr val="tx1"/>
                </a:solidFill>
              </a:rPr>
              <a:t>Provides assist if the engine stalls.</a:t>
            </a: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dirty="0"/>
              <a:t>Electric Power Steering Rack and Pinion</a:t>
            </a:r>
          </a:p>
        </p:txBody>
      </p:sp>
      <p:pic>
        <p:nvPicPr>
          <p:cNvPr id="9" name="Picture Placeholder 8" descr="An electric assist applied with a ball nut to drive the rack gear steering system with the parts labeled as follows: steering sensor, E P S control unit, vehicle speed sensor, and speedometer.">
            <a:extLst>
              <a:ext uri="{FF2B5EF4-FFF2-40B4-BE49-F238E27FC236}">
                <a16:creationId xmlns:a16="http://schemas.microsoft.com/office/drawing/2014/main" id="{363615F3-DC5F-855B-77BB-4940227D5ABD}"/>
              </a:ext>
            </a:extLst>
          </p:cNvPr>
          <p:cNvPicPr>
            <a:picLocks noGrp="1" noChangeAspect="1"/>
          </p:cNvPicPr>
          <p:nvPr>
            <p:ph type="pic" sz="quarter" idx="12"/>
          </p:nvPr>
        </p:nvPicPr>
        <p:blipFill rotWithShape="1">
          <a:blip r:embed="rId2"/>
          <a:srcRect b="5317"/>
          <a:stretch/>
        </p:blipFill>
        <p:spPr>
          <a:xfrm>
            <a:off x="3306526" y="1517100"/>
            <a:ext cx="5578949" cy="4410740"/>
          </a:xfrm>
          <a:prstGeom prst="rect">
            <a:avLst/>
          </a:prstGeom>
        </p:spPr>
      </p:pic>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3882FD5-11C0-C841-CE6D-C3816874BD68}"/>
              </a:ext>
            </a:extLst>
          </p:cNvPr>
          <p:cNvSpPr>
            <a:spLocks noGrp="1"/>
          </p:cNvSpPr>
          <p:nvPr>
            <p:ph type="title"/>
          </p:nvPr>
        </p:nvSpPr>
        <p:spPr/>
        <p:txBody>
          <a:bodyPr/>
          <a:lstStyle/>
          <a:p>
            <a:r>
              <a:rPr lang="en-US" dirty="0"/>
              <a:t>Active Steering System</a:t>
            </a:r>
          </a:p>
        </p:txBody>
      </p:sp>
      <p:pic>
        <p:nvPicPr>
          <p:cNvPr id="9" name="Picture Placeholder 8" descr="The main components and circuits of an active steering system. Active steering improves vehicle stability by turning the wheels more or less sharply than commanded by the turn of the steering wheel according to the situation. Through inputs and computer programming, this system can adjust the steering to respond quickly to the threat of skidding. The system allows a variable steering ratio dependent on vehicle speed. A sensor connects to the motor angle, which is connected to the actuator. The connection from this goes upward to the E C U component. The actuator has an electromagnetic locking unit and a servotronic valve-2, with a vertically up driving direction. Another sensor is at the pinion angle with a double-headed arrow on the left side. A clockwise direction around the servotronic valve represents the direction of rotation of the valve. The connection from this goes upward to the E C U component. Wired components goes from the electromagnetic locking unit, and is connected to the pinion angle which has the steering gear. A horizontal rod goes along within this components and operates in a left right direction indicated by a double-headed arrow. A text box at the bottom right is titled, Additional vehicle sensors (e.g. E S P) which lists down three different sections as follows: Steering wheel angle, Road wheel-speed sensor, and vehicle speed, all connected vertically upward to the E C U component.">
            <a:extLst>
              <a:ext uri="{FF2B5EF4-FFF2-40B4-BE49-F238E27FC236}">
                <a16:creationId xmlns:a16="http://schemas.microsoft.com/office/drawing/2014/main" id="{0F3E72CA-B031-1EB4-49F7-AF1FC1CC16A9}"/>
              </a:ext>
            </a:extLst>
          </p:cNvPr>
          <p:cNvPicPr>
            <a:picLocks noGrp="1" noChangeAspect="1"/>
          </p:cNvPicPr>
          <p:nvPr>
            <p:ph type="pic" sz="quarter" idx="12"/>
          </p:nvPr>
        </p:nvPicPr>
        <p:blipFill rotWithShape="1">
          <a:blip r:embed="rId2"/>
          <a:srcRect b="6022"/>
          <a:stretch/>
        </p:blipFill>
        <p:spPr>
          <a:xfrm>
            <a:off x="2623896" y="1568488"/>
            <a:ext cx="6944209" cy="4209277"/>
          </a:xfrm>
          <a:prstGeom prst="rect">
            <a:avLst/>
          </a:prstGeom>
        </p:spPr>
      </p:pic>
    </p:spTree>
    <p:extLst>
      <p:ext uri="{BB962C8B-B14F-4D97-AF65-F5344CB8AC3E}">
        <p14:creationId xmlns:p14="http://schemas.microsoft.com/office/powerpoint/2010/main" val="579833982"/>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p:txBody>
          <a:bodyPr/>
          <a:lstStyle/>
          <a:p>
            <a:r>
              <a:rPr lang="en-US" dirty="0"/>
              <a:t>Knowledge Check (2 of 3)</a:t>
            </a:r>
          </a:p>
        </p:txBody>
      </p:sp>
      <p:sp>
        <p:nvSpPr>
          <p:cNvPr id="4" name="Content Placeholder 3"/>
          <p:cNvSpPr>
            <a:spLocks noGrp="1"/>
          </p:cNvSpPr>
          <p:nvPr>
            <p:ph type="body" idx="1"/>
          </p:nvPr>
        </p:nvSpPr>
        <p:spPr/>
        <p:txBody>
          <a:bodyPr/>
          <a:lstStyle/>
          <a:p>
            <a:pPr marL="85725" indent="0">
              <a:buNone/>
            </a:pPr>
            <a:r>
              <a:rPr lang="en-US" b="0" i="0" u="none" strike="noStrike" baseline="0" dirty="0">
                <a:solidFill>
                  <a:schemeClr val="tx1"/>
                </a:solidFill>
                <a:latin typeface="Work Sans" pitchFamily="2" charset="0"/>
              </a:rPr>
              <a:t>Which of the following is </a:t>
            </a:r>
            <a:r>
              <a:rPr lang="en-US" b="0" i="1" u="none" strike="noStrike" baseline="0" dirty="0">
                <a:solidFill>
                  <a:schemeClr val="tx1"/>
                </a:solidFill>
                <a:latin typeface="Work Sans" pitchFamily="2" charset="0"/>
              </a:rPr>
              <a:t>true </a:t>
            </a:r>
            <a:r>
              <a:rPr lang="en-US" b="0" i="0" u="none" strike="noStrike" baseline="0" dirty="0">
                <a:solidFill>
                  <a:schemeClr val="tx1"/>
                </a:solidFill>
                <a:latin typeface="Work Sans" pitchFamily="2" charset="0"/>
              </a:rPr>
              <a:t>of electric power steering systems?</a:t>
            </a:r>
          </a:p>
          <a:p>
            <a:pPr marL="363538" indent="-363538">
              <a:buFont typeface="+mj-lt"/>
              <a:buAutoNum type="alphaLcPeriod"/>
            </a:pPr>
            <a:r>
              <a:rPr lang="en-US" b="0" i="0" u="none" strike="noStrike" baseline="0" dirty="0">
                <a:solidFill>
                  <a:schemeClr val="tx1"/>
                </a:solidFill>
                <a:latin typeface="Work Sans" pitchFamily="2" charset="0"/>
              </a:rPr>
              <a:t>The power assist motor can be integrated with the rack gear.</a:t>
            </a:r>
          </a:p>
          <a:p>
            <a:pPr marL="363538" indent="-363538">
              <a:buFont typeface="+mj-lt"/>
              <a:buAutoNum type="alphaLcPeriod"/>
            </a:pPr>
            <a:r>
              <a:rPr lang="en-US" b="0" i="0" u="none" strike="noStrike" baseline="0" dirty="0">
                <a:solidFill>
                  <a:schemeClr val="tx1"/>
                </a:solidFill>
                <a:latin typeface="Work Sans" pitchFamily="2" charset="0"/>
              </a:rPr>
              <a:t>The assist motor may be located in the steering column.</a:t>
            </a:r>
          </a:p>
          <a:p>
            <a:pPr marL="363538" indent="-363538">
              <a:buFont typeface="+mj-lt"/>
              <a:buAutoNum type="alphaLcPeriod"/>
            </a:pPr>
            <a:r>
              <a:rPr lang="en-US" b="0" i="0" u="none" strike="noStrike" baseline="0" dirty="0">
                <a:solidFill>
                  <a:schemeClr val="tx1"/>
                </a:solidFill>
                <a:latin typeface="Work Sans" pitchFamily="2" charset="0"/>
              </a:rPr>
              <a:t>The electric power steering (EPS) is also incorporated into</a:t>
            </a:r>
            <a:r>
              <a:rPr lang="en-US" dirty="0">
                <a:solidFill>
                  <a:schemeClr val="tx1"/>
                </a:solidFill>
                <a:latin typeface="Work Sans" pitchFamily="2" charset="0"/>
              </a:rPr>
              <a:t> the self parking system.</a:t>
            </a:r>
            <a:endParaRPr lang="en-US" b="0" i="0" u="none" strike="noStrike" baseline="0" dirty="0">
              <a:solidFill>
                <a:schemeClr val="tx1"/>
              </a:solidFill>
              <a:latin typeface="Work Sans" pitchFamily="2" charset="0"/>
            </a:endParaRPr>
          </a:p>
          <a:p>
            <a:pPr marL="363538" indent="-363538">
              <a:buFont typeface="+mj-lt"/>
              <a:buAutoNum type="alphaLcPeriod"/>
            </a:pPr>
            <a:r>
              <a:rPr lang="en-US" b="0" i="0" u="none" strike="noStrike" baseline="0" dirty="0">
                <a:solidFill>
                  <a:schemeClr val="tx1"/>
                </a:solidFill>
                <a:latin typeface="Work Sans" pitchFamily="2" charset="0"/>
              </a:rPr>
              <a:t>All of the above.</a:t>
            </a:r>
            <a:endParaRPr lang="en-US" dirty="0">
              <a:solidFill>
                <a:schemeClr val="tx1"/>
              </a:solidFill>
              <a:latin typeface="Work Sans" pitchFamily="2" charset="0"/>
            </a:endParaRPr>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p:txBody>
          <a:bodyPr/>
          <a:lstStyle/>
          <a:p>
            <a:r>
              <a:rPr lang="en-US" dirty="0"/>
              <a:t>Knowledge Check Answer (2 of 3)</a:t>
            </a:r>
          </a:p>
        </p:txBody>
      </p:sp>
      <p:sp>
        <p:nvSpPr>
          <p:cNvPr id="4" name="Content Placeholder 3"/>
          <p:cNvSpPr>
            <a:spLocks noGrp="1"/>
          </p:cNvSpPr>
          <p:nvPr>
            <p:ph type="body" idx="1"/>
          </p:nvPr>
        </p:nvSpPr>
        <p:spPr/>
        <p:txBody>
          <a:bodyPr/>
          <a:lstStyle/>
          <a:p>
            <a:pPr marL="85725" indent="0">
              <a:buNone/>
            </a:pPr>
            <a:r>
              <a:rPr lang="en-US" b="0" i="0" u="none" strike="noStrike" baseline="0" dirty="0">
                <a:solidFill>
                  <a:schemeClr val="tx1"/>
                </a:solidFill>
                <a:latin typeface="Work Sans" pitchFamily="2" charset="0"/>
              </a:rPr>
              <a:t>Which of the following is </a:t>
            </a:r>
            <a:r>
              <a:rPr lang="en-US" b="0" i="1" u="none" strike="noStrike" baseline="0" dirty="0">
                <a:solidFill>
                  <a:schemeClr val="tx1"/>
                </a:solidFill>
                <a:latin typeface="Work Sans" pitchFamily="2" charset="0"/>
              </a:rPr>
              <a:t>true </a:t>
            </a:r>
            <a:r>
              <a:rPr lang="en-US" b="0" i="0" u="none" strike="noStrike" baseline="0" dirty="0">
                <a:solidFill>
                  <a:schemeClr val="tx1"/>
                </a:solidFill>
                <a:latin typeface="Work Sans" pitchFamily="2" charset="0"/>
              </a:rPr>
              <a:t>of electric power steering systems?</a:t>
            </a:r>
          </a:p>
          <a:p>
            <a:pPr marL="363538" indent="-363538">
              <a:buFont typeface="+mj-lt"/>
              <a:buAutoNum type="alphaLcPeriod"/>
            </a:pPr>
            <a:r>
              <a:rPr lang="en-US" b="0" i="0" u="none" strike="noStrike" baseline="0" dirty="0">
                <a:solidFill>
                  <a:schemeClr val="tx1"/>
                </a:solidFill>
                <a:latin typeface="Work Sans" pitchFamily="2" charset="0"/>
              </a:rPr>
              <a:t>The power assist motor can be integrated with the rack gear.</a:t>
            </a:r>
          </a:p>
          <a:p>
            <a:pPr marL="363538" indent="-363538">
              <a:buFont typeface="+mj-lt"/>
              <a:buAutoNum type="alphaLcPeriod"/>
            </a:pPr>
            <a:r>
              <a:rPr lang="en-US" b="0" i="0" u="none" strike="noStrike" baseline="0" dirty="0">
                <a:solidFill>
                  <a:schemeClr val="tx1"/>
                </a:solidFill>
                <a:latin typeface="Work Sans" pitchFamily="2" charset="0"/>
              </a:rPr>
              <a:t>The assist motor may be located in the steering column.</a:t>
            </a:r>
          </a:p>
          <a:p>
            <a:pPr marL="363538" indent="-363538">
              <a:buFont typeface="+mj-lt"/>
              <a:buAutoNum type="alphaLcPeriod"/>
            </a:pPr>
            <a:r>
              <a:rPr lang="en-US" b="0" i="0" u="none" strike="noStrike" baseline="0" dirty="0">
                <a:solidFill>
                  <a:schemeClr val="tx1"/>
                </a:solidFill>
                <a:latin typeface="Work Sans" pitchFamily="2" charset="0"/>
              </a:rPr>
              <a:t>The electric power steering (EPS) is also incorporated into</a:t>
            </a:r>
            <a:r>
              <a:rPr lang="en-US" dirty="0">
                <a:solidFill>
                  <a:schemeClr val="tx1"/>
                </a:solidFill>
                <a:latin typeface="Work Sans" pitchFamily="2" charset="0"/>
              </a:rPr>
              <a:t> the self parking system.</a:t>
            </a:r>
            <a:endParaRPr lang="en-US" b="0" i="0" u="none" strike="noStrike" baseline="0" dirty="0">
              <a:solidFill>
                <a:schemeClr val="tx1"/>
              </a:solidFill>
              <a:latin typeface="Work Sans" pitchFamily="2" charset="0"/>
            </a:endParaRPr>
          </a:p>
          <a:p>
            <a:pPr marL="363538" indent="-363538">
              <a:spcAft>
                <a:spcPts val="1800"/>
              </a:spcAft>
              <a:buFont typeface="+mj-lt"/>
              <a:buAutoNum type="alphaLcPeriod"/>
            </a:pPr>
            <a:r>
              <a:rPr lang="en-US" b="0" i="0" u="none" strike="noStrike" baseline="0" dirty="0">
                <a:solidFill>
                  <a:schemeClr val="tx1"/>
                </a:solidFill>
                <a:latin typeface="Work Sans" pitchFamily="2" charset="0"/>
              </a:rPr>
              <a:t>All of the above.</a:t>
            </a:r>
            <a:endParaRPr lang="en-US" dirty="0">
              <a:solidFill>
                <a:schemeClr val="tx1"/>
              </a:solidFill>
              <a:latin typeface="Work Sans" pitchFamily="2" charset="0"/>
            </a:endParaRPr>
          </a:p>
          <a:p>
            <a:pPr marL="723900" indent="0">
              <a:buNone/>
            </a:pPr>
            <a:r>
              <a:rPr lang="en-US" dirty="0">
                <a:solidFill>
                  <a:schemeClr val="tx1"/>
                </a:solidFill>
                <a:latin typeface="Work Sans" pitchFamily="2" charset="0"/>
              </a:rPr>
              <a:t>	</a:t>
            </a:r>
            <a:r>
              <a:rPr lang="en-US" b="1" dirty="0">
                <a:solidFill>
                  <a:schemeClr val="tx1"/>
                </a:solidFill>
                <a:latin typeface="Work Sans" pitchFamily="2" charset="0"/>
              </a:rPr>
              <a:t>Answer: </a:t>
            </a:r>
            <a:r>
              <a:rPr lang="en-US" dirty="0">
                <a:solidFill>
                  <a:schemeClr val="tx1"/>
                </a:solidFill>
                <a:latin typeface="Work Sans" pitchFamily="2" charset="0"/>
              </a:rPr>
              <a:t>D. All of the above</a:t>
            </a:r>
          </a:p>
        </p:txBody>
      </p:sp>
    </p:spTree>
    <p:extLst>
      <p:ext uri="{BB962C8B-B14F-4D97-AF65-F5344CB8AC3E}">
        <p14:creationId xmlns:p14="http://schemas.microsoft.com/office/powerpoint/2010/main" val="1343597200"/>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3010" name="Rectangle 2"/>
          <p:cNvSpPr>
            <a:spLocks noGrp="1" noChangeArrowheads="1"/>
          </p:cNvSpPr>
          <p:nvPr>
            <p:ph type="title"/>
          </p:nvPr>
        </p:nvSpPr>
        <p:spPr/>
        <p:txBody>
          <a:bodyPr/>
          <a:lstStyle/>
          <a:p>
            <a:r>
              <a:rPr lang="en-US" dirty="0"/>
              <a:t>Common Steering System Complaints</a:t>
            </a:r>
          </a:p>
        </p:txBody>
      </p:sp>
      <p:sp>
        <p:nvSpPr>
          <p:cNvPr id="43011" name="Rectangle 3"/>
          <p:cNvSpPr>
            <a:spLocks noGrp="1" noChangeArrowheads="1"/>
          </p:cNvSpPr>
          <p:nvPr>
            <p:ph type="body" idx="1"/>
          </p:nvPr>
        </p:nvSpPr>
        <p:spPr>
          <a:xfrm>
            <a:off x="680045" y="2204978"/>
            <a:ext cx="4831755" cy="2674997"/>
          </a:xfrm>
        </p:spPr>
        <p:txBody>
          <a:bodyPr/>
          <a:lstStyle/>
          <a:p>
            <a:r>
              <a:rPr lang="en-US" sz="2600" dirty="0">
                <a:solidFill>
                  <a:schemeClr val="tx1"/>
                </a:solidFill>
              </a:rPr>
              <a:t>Excessive play</a:t>
            </a:r>
          </a:p>
          <a:p>
            <a:r>
              <a:rPr lang="en-US" sz="2600" dirty="0">
                <a:solidFill>
                  <a:schemeClr val="tx1"/>
                </a:solidFill>
              </a:rPr>
              <a:t>Feedback</a:t>
            </a:r>
          </a:p>
          <a:p>
            <a:r>
              <a:rPr lang="en-US" sz="2600" dirty="0">
                <a:solidFill>
                  <a:schemeClr val="tx1"/>
                </a:solidFill>
              </a:rPr>
              <a:t>Hard steering</a:t>
            </a:r>
          </a:p>
          <a:p>
            <a:r>
              <a:rPr lang="en-US" sz="2600" dirty="0">
                <a:solidFill>
                  <a:schemeClr val="tx1"/>
                </a:solidFill>
              </a:rPr>
              <a:t>Nibble or slight shimmy</a:t>
            </a:r>
          </a:p>
        </p:txBody>
      </p:sp>
      <p:sp>
        <p:nvSpPr>
          <p:cNvPr id="43012" name="Rectangle 4"/>
          <p:cNvSpPr>
            <a:spLocks noGrp="1" noChangeArrowheads="1"/>
          </p:cNvSpPr>
          <p:nvPr>
            <p:ph sz="quarter" idx="10"/>
          </p:nvPr>
        </p:nvSpPr>
        <p:spPr>
          <a:xfrm>
            <a:off x="6096000" y="2220853"/>
            <a:ext cx="4670425" cy="2514600"/>
          </a:xfrm>
        </p:spPr>
        <p:txBody>
          <a:bodyPr/>
          <a:lstStyle/>
          <a:p>
            <a:pPr marL="355600" indent="-355600">
              <a:spcBef>
                <a:spcPts val="624"/>
              </a:spcBef>
              <a:spcAft>
                <a:spcPts val="600"/>
              </a:spcAft>
            </a:pPr>
            <a:r>
              <a:rPr lang="en-US" sz="2600" dirty="0">
                <a:solidFill>
                  <a:schemeClr val="tx1"/>
                </a:solidFill>
              </a:rPr>
              <a:t>Pulling or drifting</a:t>
            </a:r>
          </a:p>
          <a:p>
            <a:pPr marL="355600" indent="-355600">
              <a:spcBef>
                <a:spcPts val="624"/>
              </a:spcBef>
              <a:spcAft>
                <a:spcPts val="600"/>
              </a:spcAft>
            </a:pPr>
            <a:r>
              <a:rPr lang="en-US" sz="2600" dirty="0">
                <a:solidFill>
                  <a:schemeClr val="tx1"/>
                </a:solidFill>
              </a:rPr>
              <a:t>Shimmy</a:t>
            </a:r>
          </a:p>
          <a:p>
            <a:pPr marL="355600" indent="-355600">
              <a:spcBef>
                <a:spcPts val="624"/>
              </a:spcBef>
              <a:spcAft>
                <a:spcPts val="600"/>
              </a:spcAft>
            </a:pPr>
            <a:r>
              <a:rPr lang="en-US" sz="2600" dirty="0">
                <a:solidFill>
                  <a:schemeClr val="tx1"/>
                </a:solidFill>
              </a:rPr>
              <a:t>Poor return</a:t>
            </a:r>
          </a:p>
          <a:p>
            <a:pPr marL="355600" indent="-355600">
              <a:spcBef>
                <a:spcPts val="624"/>
              </a:spcBef>
              <a:spcAft>
                <a:spcPts val="600"/>
              </a:spcAft>
            </a:pPr>
            <a:r>
              <a:rPr lang="en-US" sz="2600" dirty="0">
                <a:solidFill>
                  <a:schemeClr val="tx1"/>
                </a:solidFill>
              </a:rPr>
              <a:t>Wandering</a:t>
            </a:r>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4034" name="Title 1"/>
          <p:cNvSpPr>
            <a:spLocks noGrp="1"/>
          </p:cNvSpPr>
          <p:nvPr>
            <p:ph type="title"/>
          </p:nvPr>
        </p:nvSpPr>
        <p:spPr/>
        <p:txBody>
          <a:bodyPr/>
          <a:lstStyle/>
          <a:p>
            <a:r>
              <a:rPr lang="en-US" dirty="0"/>
              <a:t>Diagnosis</a:t>
            </a:r>
          </a:p>
        </p:txBody>
      </p:sp>
      <p:sp>
        <p:nvSpPr>
          <p:cNvPr id="44035" name="Content Placeholder 2"/>
          <p:cNvSpPr>
            <a:spLocks noGrp="1"/>
          </p:cNvSpPr>
          <p:nvPr>
            <p:ph type="body" idx="1"/>
          </p:nvPr>
        </p:nvSpPr>
        <p:spPr/>
        <p:txBody>
          <a:bodyPr/>
          <a:lstStyle/>
          <a:p>
            <a:pPr marL="0" indent="0">
              <a:buNone/>
            </a:pPr>
            <a:r>
              <a:rPr lang="en-US" b="1" dirty="0">
                <a:solidFill>
                  <a:schemeClr val="tx1"/>
                </a:solidFill>
              </a:rPr>
              <a:t>47.04 Perform general power-steering system checks.</a:t>
            </a:r>
            <a:endParaRPr lang="en-US" sz="2600" b="1" dirty="0">
              <a:solidFill>
                <a:schemeClr val="tx1"/>
              </a:solidFill>
            </a:endParaRPr>
          </a:p>
          <a:p>
            <a:r>
              <a:rPr lang="en-US" sz="2600" dirty="0">
                <a:solidFill>
                  <a:schemeClr val="tx1"/>
                </a:solidFill>
              </a:rPr>
              <a:t>Begin diagnosis by verifying the customer’s concern.</a:t>
            </a:r>
          </a:p>
          <a:p>
            <a:r>
              <a:rPr lang="en-US" sz="2600" dirty="0">
                <a:solidFill>
                  <a:schemeClr val="tx1"/>
                </a:solidFill>
              </a:rPr>
              <a:t>Noise Diagnosis</a:t>
            </a:r>
          </a:p>
          <a:p>
            <a:pPr lvl="1"/>
            <a:r>
              <a:rPr lang="en-US" dirty="0">
                <a:solidFill>
                  <a:schemeClr val="tx1"/>
                </a:solidFill>
              </a:rPr>
              <a:t>Listen carefully on a road test.</a:t>
            </a:r>
          </a:p>
          <a:p>
            <a:pPr lvl="1"/>
            <a:r>
              <a:rPr lang="en-US" dirty="0">
                <a:solidFill>
                  <a:schemeClr val="tx1"/>
                </a:solidFill>
              </a:rPr>
              <a:t>Tires are common causes of noises.</a:t>
            </a:r>
          </a:p>
          <a:p>
            <a:pPr lvl="1"/>
            <a:r>
              <a:rPr lang="en-US" dirty="0">
                <a:solidFill>
                  <a:schemeClr val="tx1"/>
                </a:solidFill>
              </a:rPr>
              <a:t>Noises can be from the power steering belt, low fluid level, or a faulty pump.</a:t>
            </a:r>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itle 7"/>
          <p:cNvSpPr>
            <a:spLocks noGrp="1"/>
          </p:cNvSpPr>
          <p:nvPr>
            <p:ph type="title"/>
          </p:nvPr>
        </p:nvSpPr>
        <p:spPr/>
        <p:txBody>
          <a:bodyPr/>
          <a:lstStyle/>
          <a:p>
            <a:r>
              <a:rPr lang="en-US" dirty="0"/>
              <a:t>An Electronic Noise Detection Tool</a:t>
            </a:r>
          </a:p>
        </p:txBody>
      </p:sp>
      <p:pic>
        <p:nvPicPr>
          <p:cNvPr id="9" name="Picture Placeholder 8" descr="A Steelman ChassisEAR, an electronic noise detection tool, and its associated components are used for identifying the source of steering and suspension noises.">
            <a:extLst>
              <a:ext uri="{FF2B5EF4-FFF2-40B4-BE49-F238E27FC236}">
                <a16:creationId xmlns:a16="http://schemas.microsoft.com/office/drawing/2014/main" id="{7E1D597B-6EB2-B149-9D7B-98EDA1F44795}"/>
              </a:ext>
            </a:extLst>
          </p:cNvPr>
          <p:cNvPicPr>
            <a:picLocks noGrp="1" noChangeAspect="1"/>
          </p:cNvPicPr>
          <p:nvPr>
            <p:ph type="pic" sz="quarter" idx="12"/>
          </p:nvPr>
        </p:nvPicPr>
        <p:blipFill rotWithShape="1">
          <a:blip r:embed="rId2"/>
          <a:srcRect b="9081"/>
          <a:stretch/>
        </p:blipFill>
        <p:spPr>
          <a:xfrm>
            <a:off x="3763951" y="1774074"/>
            <a:ext cx="4664098" cy="4134514"/>
          </a:xfrm>
          <a:prstGeom prst="rect">
            <a:avLst/>
          </a:prstGeom>
        </p:spPr>
      </p:pic>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5058" name="Title 1"/>
          <p:cNvSpPr>
            <a:spLocks noGrp="1"/>
          </p:cNvSpPr>
          <p:nvPr>
            <p:ph type="title"/>
          </p:nvPr>
        </p:nvSpPr>
        <p:spPr/>
        <p:txBody>
          <a:bodyPr/>
          <a:lstStyle/>
          <a:p>
            <a:r>
              <a:rPr lang="en-US" dirty="0"/>
              <a:t>Visual Inspection</a:t>
            </a:r>
          </a:p>
        </p:txBody>
      </p:sp>
      <p:sp>
        <p:nvSpPr>
          <p:cNvPr id="45059" name="Content Placeholder 2"/>
          <p:cNvSpPr>
            <a:spLocks noGrp="1"/>
          </p:cNvSpPr>
          <p:nvPr>
            <p:ph type="body" idx="1"/>
          </p:nvPr>
        </p:nvSpPr>
        <p:spPr/>
        <p:txBody>
          <a:bodyPr/>
          <a:lstStyle/>
          <a:p>
            <a:r>
              <a:rPr lang="en-US" sz="2600" dirty="0">
                <a:solidFill>
                  <a:schemeClr val="tx1"/>
                </a:solidFill>
              </a:rPr>
              <a:t>Check the tires first</a:t>
            </a:r>
          </a:p>
          <a:p>
            <a:pPr lvl="1"/>
            <a:r>
              <a:rPr lang="en-US" dirty="0">
                <a:solidFill>
                  <a:schemeClr val="tx1"/>
                </a:solidFill>
              </a:rPr>
              <a:t>Pressure, size, construction, wear, damage,  defects, runout, and balance.</a:t>
            </a:r>
          </a:p>
          <a:p>
            <a:r>
              <a:rPr lang="en-US" sz="2600" dirty="0">
                <a:solidFill>
                  <a:schemeClr val="tx1"/>
                </a:solidFill>
              </a:rPr>
              <a:t>Power steering drive belt.</a:t>
            </a:r>
          </a:p>
          <a:p>
            <a:r>
              <a:rPr lang="en-US" sz="2600" dirty="0">
                <a:solidFill>
                  <a:schemeClr val="tx1"/>
                </a:solidFill>
              </a:rPr>
              <a:t>Power steering fluid.</a:t>
            </a:r>
          </a:p>
          <a:p>
            <a:r>
              <a:rPr lang="en-US" sz="2600" dirty="0">
                <a:solidFill>
                  <a:schemeClr val="tx1"/>
                </a:solidFill>
              </a:rPr>
              <a:t>Fluid leaks.</a:t>
            </a:r>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6082" name="Rectangle 2"/>
          <p:cNvSpPr>
            <a:spLocks noGrp="1" noChangeArrowheads="1"/>
          </p:cNvSpPr>
          <p:nvPr>
            <p:ph type="title"/>
          </p:nvPr>
        </p:nvSpPr>
        <p:spPr/>
        <p:txBody>
          <a:bodyPr/>
          <a:lstStyle/>
          <a:p>
            <a:r>
              <a:rPr lang="en-US" dirty="0"/>
              <a:t>Power Steering Leak Points</a:t>
            </a:r>
          </a:p>
        </p:txBody>
      </p:sp>
      <p:pic>
        <p:nvPicPr>
          <p:cNvPr id="8" name="Picture Placeholder 7" descr="Three illustrations depict the possible leakage points on power-steering systems. The first illustration depicts bellows leak points of the power-steering system. The parts are labeled as follows: Right bellows, Outer rack seal, Inner rack seal, Pinion seal, and Left bellows. Oil leak at bellows may originate at the following points: 1. Inner rack seal (inner diameter lip) 2. Outer rack seal (inner diameter lip) 3. Outer rack seal (outside diameter) 4. Pinion seal. A Note beside reads, If the pinion seal leaks, it will appear as a bellows leak. Since it cannot be distinguished from an inner rack seal, a complete seal kit should be installed. Another note below reads, Oil can transfer from one bellow to the other through the breather tube. The second illustration depicts Hose/fitting leak points in the power-steering system. The parts are labeled as follows: Hose or tube assembly, Tube nut, Snapring, Seal, O-ring and Housing. The leak here requires an O-ring replacement. If a leak occurs here, tighten the nut to specification. Replace the plastic seal if necessary. Do not overtighten. The third illustration depicts steering gear leak points in the power-steering system. The parts are labeled as follows: Torsion bar O-ring, Dust seal, and Input shaft seal. If the leak occurs here, replace the input shaft seal kit. If a leak occurs here, replace the valve assembly with a new input shaft seal kit.">
            <a:extLst>
              <a:ext uri="{FF2B5EF4-FFF2-40B4-BE49-F238E27FC236}">
                <a16:creationId xmlns:a16="http://schemas.microsoft.com/office/drawing/2014/main" id="{8AD05FC8-F8B9-FE6F-EB46-6343974D925C}"/>
              </a:ext>
            </a:extLst>
          </p:cNvPr>
          <p:cNvPicPr>
            <a:picLocks noGrp="1" noChangeAspect="1"/>
          </p:cNvPicPr>
          <p:nvPr>
            <p:ph type="pic" sz="quarter" idx="12"/>
          </p:nvPr>
        </p:nvPicPr>
        <p:blipFill rotWithShape="1">
          <a:blip r:embed="rId3"/>
          <a:srcRect b="3880"/>
          <a:stretch/>
        </p:blipFill>
        <p:spPr>
          <a:xfrm>
            <a:off x="4105059" y="1664249"/>
            <a:ext cx="4162028" cy="4260562"/>
          </a:xfrm>
          <a:prstGeom prst="rect">
            <a:avLst/>
          </a:prstGeom>
        </p:spPr>
      </p:pic>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7106" name="Title 1"/>
          <p:cNvSpPr>
            <a:spLocks noGrp="1"/>
          </p:cNvSpPr>
          <p:nvPr>
            <p:ph type="title"/>
          </p:nvPr>
        </p:nvSpPr>
        <p:spPr/>
        <p:txBody>
          <a:bodyPr/>
          <a:lstStyle/>
          <a:p>
            <a:r>
              <a:rPr lang="en-US" dirty="0"/>
              <a:t>Power Steering Fluid</a:t>
            </a:r>
          </a:p>
        </p:txBody>
      </p:sp>
      <p:sp>
        <p:nvSpPr>
          <p:cNvPr id="47107" name="Content Placeholder 2"/>
          <p:cNvSpPr>
            <a:spLocks noGrp="1"/>
          </p:cNvSpPr>
          <p:nvPr>
            <p:ph type="body" idx="1"/>
          </p:nvPr>
        </p:nvSpPr>
        <p:spPr>
          <a:xfrm>
            <a:off x="476846" y="1468378"/>
            <a:ext cx="6562782" cy="4018022"/>
          </a:xfrm>
        </p:spPr>
        <p:txBody>
          <a:bodyPr/>
          <a:lstStyle/>
          <a:p>
            <a:r>
              <a:rPr lang="en-US" dirty="0">
                <a:solidFill>
                  <a:schemeClr val="tx1"/>
                </a:solidFill>
                <a:latin typeface="Work Sans" pitchFamily="2" charset="0"/>
              </a:rPr>
              <a:t>Can be checked hot or cold.</a:t>
            </a:r>
          </a:p>
          <a:p>
            <a:pPr algn="l"/>
            <a:r>
              <a:rPr lang="en-US" b="0" i="0" u="none" strike="noStrike" baseline="0" dirty="0">
                <a:solidFill>
                  <a:schemeClr val="tx1"/>
                </a:solidFill>
                <a:latin typeface="Work Sans" pitchFamily="2" charset="0"/>
              </a:rPr>
              <a:t>Most systems allow the fluid to be checked by examining the reservoir.</a:t>
            </a:r>
          </a:p>
          <a:p>
            <a:pPr algn="l"/>
            <a:r>
              <a:rPr lang="en-US" dirty="0">
                <a:solidFill>
                  <a:schemeClr val="tx1"/>
                </a:solidFill>
                <a:latin typeface="Work Sans" pitchFamily="2" charset="0"/>
              </a:rPr>
              <a:t>Some manufacturers recommend specific power steering fluids.</a:t>
            </a:r>
          </a:p>
          <a:p>
            <a:r>
              <a:rPr lang="en-US" dirty="0">
                <a:solidFill>
                  <a:schemeClr val="tx1"/>
                </a:solidFill>
                <a:latin typeface="Work Sans" pitchFamily="2" charset="0"/>
              </a:rPr>
              <a:t>Check color, odor, and for signs of </a:t>
            </a:r>
            <a:r>
              <a:rPr lang="en-US" sz="2600" dirty="0">
                <a:solidFill>
                  <a:schemeClr val="tx1"/>
                </a:solidFill>
                <a:latin typeface="Work Sans" pitchFamily="2" charset="0"/>
              </a:rPr>
              <a:t>metal content.</a:t>
            </a:r>
          </a:p>
        </p:txBody>
      </p:sp>
      <p:pic>
        <p:nvPicPr>
          <p:cNvPr id="7" name="Picture Placeholder 6" descr="The power steering fluid reservoir indicates fluid levels.">
            <a:extLst>
              <a:ext uri="{FF2B5EF4-FFF2-40B4-BE49-F238E27FC236}">
                <a16:creationId xmlns:a16="http://schemas.microsoft.com/office/drawing/2014/main" id="{A0A87F0A-8DEE-D193-6E9A-DF995D2C6270}"/>
              </a:ext>
            </a:extLst>
          </p:cNvPr>
          <p:cNvPicPr>
            <a:picLocks noGrp="1" noChangeAspect="1"/>
          </p:cNvPicPr>
          <p:nvPr>
            <p:ph type="pic" sz="quarter" idx="12"/>
          </p:nvPr>
        </p:nvPicPr>
        <p:blipFill rotWithShape="1">
          <a:blip r:embed="rId3"/>
          <a:srcRect b="4863"/>
          <a:stretch/>
        </p:blipFill>
        <p:spPr>
          <a:xfrm>
            <a:off x="7182134" y="1654853"/>
            <a:ext cx="4098833" cy="4269958"/>
          </a:xfrm>
          <a:prstGeom prst="rect">
            <a:avLst/>
          </a:prstGeom>
        </p:spPr>
      </p:pic>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8130" name="Title 1"/>
          <p:cNvSpPr>
            <a:spLocks noGrp="1"/>
          </p:cNvSpPr>
          <p:nvPr>
            <p:ph type="title"/>
          </p:nvPr>
        </p:nvSpPr>
        <p:spPr/>
        <p:txBody>
          <a:bodyPr/>
          <a:lstStyle/>
          <a:p>
            <a:r>
              <a:rPr lang="en-US" dirty="0"/>
              <a:t>Power Steering Pressure Checks</a:t>
            </a:r>
          </a:p>
        </p:txBody>
      </p:sp>
      <p:sp>
        <p:nvSpPr>
          <p:cNvPr id="48131" name="Content Placeholder 2"/>
          <p:cNvSpPr>
            <a:spLocks noGrp="1"/>
          </p:cNvSpPr>
          <p:nvPr>
            <p:ph type="body" idx="1"/>
          </p:nvPr>
        </p:nvSpPr>
        <p:spPr/>
        <p:txBody>
          <a:bodyPr/>
          <a:lstStyle/>
          <a:p>
            <a:r>
              <a:rPr lang="en-US" sz="2600" dirty="0">
                <a:solidFill>
                  <a:schemeClr val="tx1"/>
                </a:solidFill>
              </a:rPr>
              <a:t>Most late model vehicles have a P/S pressure sensor that can be monitored via a scan tool.</a:t>
            </a:r>
          </a:p>
          <a:p>
            <a:r>
              <a:rPr lang="en-US" sz="2600" dirty="0">
                <a:solidFill>
                  <a:schemeClr val="tx1"/>
                </a:solidFill>
              </a:rPr>
              <a:t>A P/S pressure test gauge can be used.</a:t>
            </a:r>
          </a:p>
          <a:p>
            <a:r>
              <a:rPr lang="en-US" sz="2600" dirty="0">
                <a:solidFill>
                  <a:schemeClr val="tx1"/>
                </a:solidFill>
              </a:rPr>
              <a:t>Always follow the manufacturers testing procedures.</a:t>
            </a:r>
          </a:p>
          <a:p>
            <a:r>
              <a:rPr lang="en-US" sz="2600" dirty="0">
                <a:solidFill>
                  <a:schemeClr val="tx1"/>
                </a:solidFill>
              </a:rPr>
              <a:t>Do not hold the steering against the stops for more than 3–5 seconds.</a:t>
            </a:r>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0178" name="Title 1"/>
          <p:cNvSpPr>
            <a:spLocks noGrp="1"/>
          </p:cNvSpPr>
          <p:nvPr>
            <p:ph type="title"/>
          </p:nvPr>
        </p:nvSpPr>
        <p:spPr/>
        <p:txBody>
          <a:bodyPr/>
          <a:lstStyle/>
          <a:p>
            <a:r>
              <a:rPr lang="en-US" dirty="0"/>
              <a:t>Electric Power Steering System Testing</a:t>
            </a:r>
          </a:p>
        </p:txBody>
      </p:sp>
      <p:sp>
        <p:nvSpPr>
          <p:cNvPr id="50179" name="Content Placeholder 2"/>
          <p:cNvSpPr>
            <a:spLocks noGrp="1"/>
          </p:cNvSpPr>
          <p:nvPr>
            <p:ph type="body" idx="1"/>
          </p:nvPr>
        </p:nvSpPr>
        <p:spPr/>
        <p:txBody>
          <a:bodyPr>
            <a:normAutofit/>
          </a:bodyPr>
          <a:lstStyle/>
          <a:p>
            <a:r>
              <a:rPr lang="en-US" sz="2600" dirty="0">
                <a:solidFill>
                  <a:schemeClr val="tx1"/>
                </a:solidFill>
              </a:rPr>
              <a:t>Don’t forget to check for TSB’s and recalls.</a:t>
            </a:r>
          </a:p>
          <a:p>
            <a:r>
              <a:rPr lang="en-US" sz="2600" dirty="0">
                <a:solidFill>
                  <a:schemeClr val="tx1"/>
                </a:solidFill>
              </a:rPr>
              <a:t>Testing is performed with a scan tool.</a:t>
            </a:r>
          </a:p>
          <a:p>
            <a:r>
              <a:rPr lang="en-US" sz="2600" dirty="0">
                <a:solidFill>
                  <a:schemeClr val="tx1"/>
                </a:solidFill>
              </a:rPr>
              <a:t>In some cases, power assist will be disabled, but manual steering will still work.</a:t>
            </a:r>
          </a:p>
          <a:p>
            <a:r>
              <a:rPr lang="en-US" sz="2600" dirty="0">
                <a:solidFill>
                  <a:schemeClr val="tx1"/>
                </a:solidFill>
              </a:rPr>
              <a:t>Problems can arise from the steering motor, speed sensor, or control unit.</a:t>
            </a:r>
          </a:p>
          <a:p>
            <a:r>
              <a:rPr lang="en-US" sz="2600" dirty="0">
                <a:solidFill>
                  <a:schemeClr val="tx1"/>
                </a:solidFill>
              </a:rPr>
              <a:t>If the motor gets too hot, the control module may reduce current flow which increases effort.</a:t>
            </a:r>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DC278743-D76F-D4DC-A283-A0A67846F857}"/>
              </a:ext>
            </a:extLst>
          </p:cNvPr>
          <p:cNvSpPr>
            <a:spLocks noGrp="1"/>
          </p:cNvSpPr>
          <p:nvPr>
            <p:ph type="title"/>
          </p:nvPr>
        </p:nvSpPr>
        <p:spPr/>
        <p:txBody>
          <a:bodyPr/>
          <a:lstStyle/>
          <a:p>
            <a:r>
              <a:rPr lang="en-US" dirty="0"/>
              <a:t>Electric Power Steering (EPS) Fault Light</a:t>
            </a:r>
            <a:endParaRPr lang="en-IN" dirty="0"/>
          </a:p>
        </p:txBody>
      </p:sp>
      <p:pic>
        <p:nvPicPr>
          <p:cNvPr id="10" name="Picture Placeholder 9" descr="An indicator with a needle depicts a typical electric power steering fault light.">
            <a:extLst>
              <a:ext uri="{FF2B5EF4-FFF2-40B4-BE49-F238E27FC236}">
                <a16:creationId xmlns:a16="http://schemas.microsoft.com/office/drawing/2014/main" id="{67D7B473-9461-C7AF-2383-78441BBF4B66}"/>
              </a:ext>
            </a:extLst>
          </p:cNvPr>
          <p:cNvPicPr>
            <a:picLocks noGrp="1" noChangeAspect="1"/>
          </p:cNvPicPr>
          <p:nvPr>
            <p:ph type="pic" sz="quarter" idx="12"/>
          </p:nvPr>
        </p:nvPicPr>
        <p:blipFill rotWithShape="1">
          <a:blip r:embed="rId2"/>
          <a:srcRect b="6618"/>
          <a:stretch/>
        </p:blipFill>
        <p:spPr>
          <a:xfrm>
            <a:off x="1251532" y="1647331"/>
            <a:ext cx="3440537" cy="3635870"/>
          </a:xfrm>
          <a:prstGeom prst="rect">
            <a:avLst/>
          </a:prstGeom>
        </p:spPr>
      </p:pic>
      <p:sp>
        <p:nvSpPr>
          <p:cNvPr id="5" name="Content Placeholder 4"/>
          <p:cNvSpPr>
            <a:spLocks noGrp="1"/>
          </p:cNvSpPr>
          <p:nvPr>
            <p:ph type="body" idx="1"/>
          </p:nvPr>
        </p:nvSpPr>
        <p:spPr>
          <a:xfrm>
            <a:off x="5384800" y="1696978"/>
            <a:ext cx="5295900" cy="4030722"/>
          </a:xfrm>
        </p:spPr>
        <p:txBody>
          <a:bodyPr>
            <a:normAutofit/>
          </a:bodyPr>
          <a:lstStyle/>
          <a:p>
            <a:r>
              <a:rPr lang="en-US" dirty="0">
                <a:solidFill>
                  <a:schemeClr val="tx1"/>
                </a:solidFill>
              </a:rPr>
              <a:t>Comes on when a problem is detected.</a:t>
            </a:r>
          </a:p>
          <a:p>
            <a:r>
              <a:rPr lang="en-US" dirty="0">
                <a:solidFill>
                  <a:schemeClr val="tx1"/>
                </a:solidFill>
              </a:rPr>
              <a:t>A DTC is set when light is on.</a:t>
            </a:r>
          </a:p>
          <a:p>
            <a:r>
              <a:rPr lang="en-US" dirty="0">
                <a:solidFill>
                  <a:schemeClr val="tx1"/>
                </a:solidFill>
              </a:rPr>
              <a:t>In most cases, no power steering is available.</a:t>
            </a:r>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EPS Scan Testing</a:t>
            </a:r>
          </a:p>
        </p:txBody>
      </p:sp>
      <p:pic>
        <p:nvPicPr>
          <p:cNvPr id="9" name="Picture Placeholder 8" descr="A screenshot depicts an example of E P S data in a table with eight rows and two columns. The control module will decrease the current flow to the power-steering motor leading to an increased steering effort. The header reads, Electronic Controlled Power Steering Data- Current Overheat Protection (complete). The row-wise data are as follows: row 1. Current Overheat Protection (complete), No (highlighted). row 2. Current overheat protection (middle), No. row 3. History of overheat protection (complete), No. row 4. History of overheat protection (middle), No. row 5. I G ON Counter after overheat protection (complete), 0. row 6. I G ON Counter after overheat protection (middle), 0. row 7. E C U internal Temperature (degree Fahrenheit), 111.20. row 8. Engine speed (R P M), 602. 00.">
            <a:extLst>
              <a:ext uri="{FF2B5EF4-FFF2-40B4-BE49-F238E27FC236}">
                <a16:creationId xmlns:a16="http://schemas.microsoft.com/office/drawing/2014/main" id="{9993C4EB-9481-92BB-8714-09CB1543EFD2}"/>
              </a:ext>
            </a:extLst>
          </p:cNvPr>
          <p:cNvPicPr>
            <a:picLocks noGrp="1" noChangeAspect="1"/>
          </p:cNvPicPr>
          <p:nvPr>
            <p:ph type="pic" sz="quarter" idx="12"/>
          </p:nvPr>
        </p:nvPicPr>
        <p:blipFill rotWithShape="1">
          <a:blip r:embed="rId2"/>
          <a:srcRect b="10220"/>
          <a:stretch/>
        </p:blipFill>
        <p:spPr>
          <a:xfrm>
            <a:off x="2446784" y="1713582"/>
            <a:ext cx="7298432" cy="3909645"/>
          </a:xfrm>
          <a:prstGeom prst="rect">
            <a:avLst/>
          </a:prstGeom>
        </p:spPr>
      </p:pic>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2226" name="Title 1"/>
          <p:cNvSpPr>
            <a:spLocks noGrp="1"/>
          </p:cNvSpPr>
          <p:nvPr>
            <p:ph type="title"/>
          </p:nvPr>
        </p:nvSpPr>
        <p:spPr/>
        <p:txBody>
          <a:bodyPr/>
          <a:lstStyle/>
          <a:p>
            <a:r>
              <a:rPr lang="en-US" dirty="0"/>
              <a:t>Recirculating Ball System Checks (1 of 2)</a:t>
            </a:r>
          </a:p>
        </p:txBody>
      </p:sp>
      <p:sp>
        <p:nvSpPr>
          <p:cNvPr id="52227" name="Content Placeholder 2"/>
          <p:cNvSpPr>
            <a:spLocks noGrp="1"/>
          </p:cNvSpPr>
          <p:nvPr>
            <p:ph type="body" idx="1"/>
          </p:nvPr>
        </p:nvSpPr>
        <p:spPr/>
        <p:txBody>
          <a:bodyPr/>
          <a:lstStyle/>
          <a:p>
            <a:pPr marL="0" indent="0">
              <a:buNone/>
            </a:pPr>
            <a:r>
              <a:rPr lang="en-US" b="1" dirty="0">
                <a:solidFill>
                  <a:schemeClr val="tx1"/>
                </a:solidFill>
              </a:rPr>
              <a:t>47.05 Inspect and service steering linkage components.</a:t>
            </a:r>
            <a:endParaRPr lang="en-US" sz="2600" b="1" dirty="0">
              <a:solidFill>
                <a:schemeClr val="tx1"/>
              </a:solidFill>
            </a:endParaRPr>
          </a:p>
          <a:p>
            <a:r>
              <a:rPr lang="en-US" sz="2600" dirty="0">
                <a:solidFill>
                  <a:schemeClr val="tx1"/>
                </a:solidFill>
              </a:rPr>
              <a:t>A worn or damaged idler arm can cause steering instability, uneven tire wear, front-end shimmy, hard steering, and excessive play.</a:t>
            </a:r>
          </a:p>
          <a:p>
            <a:r>
              <a:rPr lang="en-US" sz="2600" dirty="0">
                <a:solidFill>
                  <a:schemeClr val="tx1"/>
                </a:solidFill>
              </a:rPr>
              <a:t>A worn or damaged center link can cause front-end shimmy, pull, changes in toe, and tire wear.</a:t>
            </a:r>
          </a:p>
          <a:p>
            <a:r>
              <a:rPr lang="en-US" sz="2600" dirty="0">
                <a:solidFill>
                  <a:schemeClr val="tx1"/>
                </a:solidFill>
              </a:rPr>
              <a:t>Worn tie-rods result in incorrect toe, scalloped and scuffed tires, wheel shimmy, understeering, noise, and tire squeal on turns.</a:t>
            </a:r>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6322" name="Title 1"/>
          <p:cNvSpPr>
            <a:spLocks noGrp="1"/>
          </p:cNvSpPr>
          <p:nvPr>
            <p:ph type="title"/>
          </p:nvPr>
        </p:nvSpPr>
        <p:spPr/>
        <p:txBody>
          <a:bodyPr/>
          <a:lstStyle/>
          <a:p>
            <a:r>
              <a:rPr lang="en-US" dirty="0"/>
              <a:t>Recirculating Ball System Checks (2 of 2) </a:t>
            </a:r>
          </a:p>
        </p:txBody>
      </p:sp>
      <p:sp>
        <p:nvSpPr>
          <p:cNvPr id="56323" name="Content Placeholder 2"/>
          <p:cNvSpPr>
            <a:spLocks noGrp="1"/>
          </p:cNvSpPr>
          <p:nvPr>
            <p:ph type="body" idx="1"/>
          </p:nvPr>
        </p:nvSpPr>
        <p:spPr>
          <a:xfrm>
            <a:off x="476845" y="1798578"/>
            <a:ext cx="5619155" cy="2674997"/>
          </a:xfrm>
        </p:spPr>
        <p:txBody>
          <a:bodyPr/>
          <a:lstStyle/>
          <a:p>
            <a:r>
              <a:rPr lang="en-US" sz="2600" dirty="0">
                <a:solidFill>
                  <a:schemeClr val="tx1"/>
                </a:solidFill>
              </a:rPr>
              <a:t>Dry park check.</a:t>
            </a:r>
          </a:p>
          <a:p>
            <a:r>
              <a:rPr lang="en-US" sz="2600" dirty="0">
                <a:solidFill>
                  <a:schemeClr val="tx1"/>
                </a:solidFill>
              </a:rPr>
              <a:t>Turning effort.</a:t>
            </a:r>
          </a:p>
          <a:p>
            <a:r>
              <a:rPr lang="en-US" sz="2600" dirty="0">
                <a:solidFill>
                  <a:schemeClr val="tx1"/>
                </a:solidFill>
              </a:rPr>
              <a:t>Tie rod articulation effort.</a:t>
            </a:r>
          </a:p>
        </p:txBody>
      </p:sp>
      <p:pic>
        <p:nvPicPr>
          <p:cNvPr id="7" name="Picture Placeholder 6" descr="A pull scale used to measure the steering effort. A pull scale should be used to read the actual force required to turn the wheel in case of excessive Turning effort. The test results should be compared to the specifications in the service information.">
            <a:extLst>
              <a:ext uri="{FF2B5EF4-FFF2-40B4-BE49-F238E27FC236}">
                <a16:creationId xmlns:a16="http://schemas.microsoft.com/office/drawing/2014/main" id="{BEE8D27A-EAF1-709B-EEEC-A86B7C617039}"/>
              </a:ext>
            </a:extLst>
          </p:cNvPr>
          <p:cNvPicPr>
            <a:picLocks noGrp="1" noChangeAspect="1"/>
          </p:cNvPicPr>
          <p:nvPr>
            <p:ph type="pic" sz="quarter" idx="12"/>
          </p:nvPr>
        </p:nvPicPr>
        <p:blipFill rotWithShape="1">
          <a:blip r:embed="rId3"/>
          <a:srcRect b="11967"/>
          <a:stretch/>
        </p:blipFill>
        <p:spPr>
          <a:xfrm>
            <a:off x="6251395" y="1592437"/>
            <a:ext cx="4591410" cy="3233563"/>
          </a:xfrm>
          <a:prstGeom prst="rect">
            <a:avLst/>
          </a:prstGeom>
        </p:spPr>
      </p:pic>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Knowledge Check (3 of 3)</a:t>
            </a:r>
          </a:p>
        </p:txBody>
      </p:sp>
      <p:sp>
        <p:nvSpPr>
          <p:cNvPr id="3" name="Content Placeholder 2"/>
          <p:cNvSpPr>
            <a:spLocks noGrp="1"/>
          </p:cNvSpPr>
          <p:nvPr>
            <p:ph type="body" idx="1"/>
          </p:nvPr>
        </p:nvSpPr>
        <p:spPr/>
        <p:txBody>
          <a:bodyPr/>
          <a:lstStyle/>
          <a:p>
            <a:pPr marL="85725" indent="0">
              <a:buNone/>
            </a:pPr>
            <a:r>
              <a:rPr lang="en-US" dirty="0">
                <a:solidFill>
                  <a:schemeClr val="tx1"/>
                </a:solidFill>
              </a:rPr>
              <a:t>Which of the following can cause hard steering?</a:t>
            </a:r>
          </a:p>
          <a:p>
            <a:pPr lvl="1" indent="-350838">
              <a:buFont typeface="+mj-lt"/>
              <a:buAutoNum type="alphaUcPeriod"/>
            </a:pPr>
            <a:r>
              <a:rPr lang="en-US" sz="2600" dirty="0">
                <a:solidFill>
                  <a:schemeClr val="tx1"/>
                </a:solidFill>
              </a:rPr>
              <a:t>Low power steering fluid level</a:t>
            </a:r>
          </a:p>
          <a:p>
            <a:pPr lvl="1" indent="-350838">
              <a:buFont typeface="+mj-lt"/>
              <a:buAutoNum type="alphaUcPeriod"/>
            </a:pPr>
            <a:r>
              <a:rPr lang="en-US" sz="2600" dirty="0">
                <a:solidFill>
                  <a:schemeClr val="tx1"/>
                </a:solidFill>
              </a:rPr>
              <a:t>Loose power steering belt</a:t>
            </a:r>
          </a:p>
          <a:p>
            <a:pPr lvl="1" indent="-350838">
              <a:buFont typeface="+mj-lt"/>
              <a:buAutoNum type="alphaUcPeriod"/>
            </a:pPr>
            <a:r>
              <a:rPr lang="en-US" sz="2600" dirty="0">
                <a:solidFill>
                  <a:schemeClr val="tx1"/>
                </a:solidFill>
              </a:rPr>
              <a:t>Worn tie rod</a:t>
            </a:r>
          </a:p>
          <a:p>
            <a:pPr lvl="1" indent="-350838">
              <a:buFont typeface="+mj-lt"/>
              <a:buAutoNum type="alphaUcPeriod"/>
            </a:pPr>
            <a:r>
              <a:rPr lang="en-US" sz="2600" dirty="0">
                <a:solidFill>
                  <a:schemeClr val="tx1"/>
                </a:solidFill>
              </a:rPr>
              <a:t>All of the above</a:t>
            </a:r>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Knowledge Check Answer (3 of 3)</a:t>
            </a:r>
          </a:p>
        </p:txBody>
      </p:sp>
      <p:sp>
        <p:nvSpPr>
          <p:cNvPr id="3" name="Content Placeholder 2"/>
          <p:cNvSpPr>
            <a:spLocks noGrp="1"/>
          </p:cNvSpPr>
          <p:nvPr>
            <p:ph type="body" idx="1"/>
          </p:nvPr>
        </p:nvSpPr>
        <p:spPr/>
        <p:txBody>
          <a:bodyPr/>
          <a:lstStyle/>
          <a:p>
            <a:pPr marL="85725" indent="0">
              <a:buNone/>
            </a:pPr>
            <a:r>
              <a:rPr lang="en-US" sz="2600" dirty="0">
                <a:solidFill>
                  <a:schemeClr val="tx1"/>
                </a:solidFill>
              </a:rPr>
              <a:t>Which of the following can cause hard steering?</a:t>
            </a:r>
          </a:p>
          <a:p>
            <a:pPr lvl="1" indent="-350838">
              <a:buFont typeface="+mj-lt"/>
              <a:buAutoNum type="alphaUcPeriod"/>
            </a:pPr>
            <a:r>
              <a:rPr lang="en-US" sz="2600" dirty="0">
                <a:solidFill>
                  <a:schemeClr val="tx1"/>
                </a:solidFill>
              </a:rPr>
              <a:t>Low power steering fluid level</a:t>
            </a:r>
          </a:p>
          <a:p>
            <a:pPr lvl="1" indent="-350838">
              <a:buFont typeface="+mj-lt"/>
              <a:buAutoNum type="alphaUcPeriod"/>
            </a:pPr>
            <a:r>
              <a:rPr lang="en-US" sz="2600" dirty="0">
                <a:solidFill>
                  <a:schemeClr val="tx1"/>
                </a:solidFill>
              </a:rPr>
              <a:t>Loose power steering belt</a:t>
            </a:r>
          </a:p>
          <a:p>
            <a:pPr lvl="1" indent="-350838">
              <a:buFont typeface="+mj-lt"/>
              <a:buAutoNum type="alphaUcPeriod"/>
            </a:pPr>
            <a:r>
              <a:rPr lang="en-US" sz="2600" dirty="0">
                <a:solidFill>
                  <a:schemeClr val="tx1"/>
                </a:solidFill>
              </a:rPr>
              <a:t>Worn tie rod</a:t>
            </a:r>
          </a:p>
          <a:p>
            <a:pPr lvl="1" indent="-350838">
              <a:spcAft>
                <a:spcPts val="2400"/>
              </a:spcAft>
              <a:buFont typeface="+mj-lt"/>
              <a:buAutoNum type="alphaUcPeriod"/>
            </a:pPr>
            <a:r>
              <a:rPr lang="en-US" sz="2600" dirty="0">
                <a:solidFill>
                  <a:schemeClr val="tx1"/>
                </a:solidFill>
              </a:rPr>
              <a:t>All of the above</a:t>
            </a:r>
          </a:p>
          <a:p>
            <a:pPr marL="428625" lvl="1" indent="0">
              <a:buNone/>
            </a:pPr>
            <a:r>
              <a:rPr lang="en-US" sz="2600" b="1" dirty="0">
                <a:solidFill>
                  <a:schemeClr val="tx1"/>
                </a:solidFill>
              </a:rPr>
              <a:t>Answer: </a:t>
            </a:r>
            <a:r>
              <a:rPr lang="en-US" sz="2600" dirty="0">
                <a:solidFill>
                  <a:schemeClr val="tx1"/>
                </a:solidFill>
              </a:rPr>
              <a:t>B. Loose power steering belt</a:t>
            </a:r>
          </a:p>
        </p:txBody>
      </p:sp>
    </p:spTree>
    <p:extLst>
      <p:ext uri="{BB962C8B-B14F-4D97-AF65-F5344CB8AC3E}">
        <p14:creationId xmlns:p14="http://schemas.microsoft.com/office/powerpoint/2010/main" val="3681583647"/>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9394" name="Title 1"/>
          <p:cNvSpPr>
            <a:spLocks noGrp="1"/>
          </p:cNvSpPr>
          <p:nvPr>
            <p:ph type="title"/>
          </p:nvPr>
        </p:nvSpPr>
        <p:spPr/>
        <p:txBody>
          <a:bodyPr/>
          <a:lstStyle/>
          <a:p>
            <a:r>
              <a:rPr lang="en-US" dirty="0"/>
              <a:t>Rack and Pinion Steering Checks</a:t>
            </a:r>
          </a:p>
        </p:txBody>
      </p:sp>
      <p:sp>
        <p:nvSpPr>
          <p:cNvPr id="3" name="Text Placeholder 2">
            <a:extLst>
              <a:ext uri="{FF2B5EF4-FFF2-40B4-BE49-F238E27FC236}">
                <a16:creationId xmlns:a16="http://schemas.microsoft.com/office/drawing/2014/main" id="{2E566B61-8A7A-8F50-7F4F-693FB2F19C1B}"/>
              </a:ext>
            </a:extLst>
          </p:cNvPr>
          <p:cNvSpPr>
            <a:spLocks noGrp="1"/>
          </p:cNvSpPr>
          <p:nvPr>
            <p:ph type="body" idx="1"/>
          </p:nvPr>
        </p:nvSpPr>
        <p:spPr>
          <a:xfrm>
            <a:off x="476845" y="1747778"/>
            <a:ext cx="6228755" cy="4068822"/>
          </a:xfrm>
        </p:spPr>
        <p:txBody>
          <a:bodyPr/>
          <a:lstStyle/>
          <a:p>
            <a:pPr algn="l"/>
            <a:r>
              <a:rPr lang="en-US" b="0" i="0" u="none" strike="noStrike" baseline="0" dirty="0">
                <a:solidFill>
                  <a:schemeClr val="tx1"/>
                </a:solidFill>
                <a:latin typeface="Work Sans" pitchFamily="2" charset="0"/>
              </a:rPr>
              <a:t>Power rack and pinion assemblies should be carefully checked for leaks.</a:t>
            </a:r>
          </a:p>
          <a:p>
            <a:pPr algn="l"/>
            <a:r>
              <a:rPr lang="en-US" dirty="0">
                <a:solidFill>
                  <a:schemeClr val="tx1"/>
                </a:solidFill>
                <a:latin typeface="Work Sans" pitchFamily="2" charset="0"/>
              </a:rPr>
              <a:t>Check for torn or damaged rack boots.</a:t>
            </a:r>
            <a:endParaRPr lang="en-US" b="0" i="0" u="none" strike="noStrike" baseline="0" dirty="0">
              <a:solidFill>
                <a:schemeClr val="tx1"/>
              </a:solidFill>
              <a:latin typeface="Work Sans" pitchFamily="2" charset="0"/>
            </a:endParaRPr>
          </a:p>
          <a:p>
            <a:r>
              <a:rPr lang="en-US" b="0" i="0" u="none" strike="noStrike" baseline="0" dirty="0">
                <a:solidFill>
                  <a:schemeClr val="tx1"/>
                </a:solidFill>
                <a:latin typeface="Work Sans" pitchFamily="2" charset="0"/>
              </a:rPr>
              <a:t>Rack and pinion steering inspection must be very thorough because of the system’s sensitivity.</a:t>
            </a:r>
            <a:endParaRPr lang="en-US" dirty="0">
              <a:solidFill>
                <a:schemeClr val="tx1"/>
              </a:solidFill>
              <a:latin typeface="Work Sans" pitchFamily="2" charset="0"/>
            </a:endParaRPr>
          </a:p>
        </p:txBody>
      </p:sp>
      <p:pic>
        <p:nvPicPr>
          <p:cNvPr id="8" name="Picture Placeholder 7" descr="A power rack and pinion assembly with a leakage in the rack seal.">
            <a:extLst>
              <a:ext uri="{FF2B5EF4-FFF2-40B4-BE49-F238E27FC236}">
                <a16:creationId xmlns:a16="http://schemas.microsoft.com/office/drawing/2014/main" id="{A02C3277-55A6-0C26-5276-772E6C81D83E}"/>
              </a:ext>
            </a:extLst>
          </p:cNvPr>
          <p:cNvPicPr>
            <a:picLocks noGrp="1" noChangeAspect="1"/>
          </p:cNvPicPr>
          <p:nvPr>
            <p:ph type="pic" sz="quarter" idx="12"/>
          </p:nvPr>
        </p:nvPicPr>
        <p:blipFill rotWithShape="1">
          <a:blip r:embed="rId3"/>
          <a:srcRect b="6367"/>
          <a:stretch/>
        </p:blipFill>
        <p:spPr>
          <a:xfrm>
            <a:off x="7059063" y="1842159"/>
            <a:ext cx="4635606" cy="3819605"/>
          </a:xfrm>
          <a:prstGeom prst="rect">
            <a:avLst/>
          </a:prstGeom>
        </p:spPr>
      </p:pic>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Steering System Servicing</a:t>
            </a:r>
          </a:p>
        </p:txBody>
      </p:sp>
      <p:sp>
        <p:nvSpPr>
          <p:cNvPr id="3" name="Content Placeholder 2"/>
          <p:cNvSpPr>
            <a:spLocks noGrp="1"/>
          </p:cNvSpPr>
          <p:nvPr>
            <p:ph type="body" idx="1"/>
          </p:nvPr>
        </p:nvSpPr>
        <p:spPr/>
        <p:txBody>
          <a:bodyPr/>
          <a:lstStyle/>
          <a:p>
            <a:pPr marL="0" indent="0">
              <a:buNone/>
            </a:pPr>
            <a:r>
              <a:rPr lang="en-US" b="1" dirty="0">
                <a:solidFill>
                  <a:schemeClr val="tx1"/>
                </a:solidFill>
              </a:rPr>
              <a:t>47.06 Inspect and service power steering components.</a:t>
            </a:r>
            <a:endParaRPr lang="en-US" sz="2600" b="1" dirty="0">
              <a:solidFill>
                <a:schemeClr val="tx1"/>
              </a:solidFill>
            </a:endParaRPr>
          </a:p>
          <a:p>
            <a:r>
              <a:rPr lang="en-US" sz="2600" dirty="0">
                <a:solidFill>
                  <a:schemeClr val="tx1"/>
                </a:solidFill>
              </a:rPr>
              <a:t>Tie rod replacement is a common service.</a:t>
            </a:r>
          </a:p>
          <a:p>
            <a:r>
              <a:rPr lang="en-US" sz="2600" dirty="0">
                <a:solidFill>
                  <a:schemeClr val="tx1"/>
                </a:solidFill>
              </a:rPr>
              <a:t>Inner tie rods require a special tool to remove and install.</a:t>
            </a:r>
          </a:p>
          <a:p>
            <a:r>
              <a:rPr lang="en-US" sz="2600" dirty="0">
                <a:solidFill>
                  <a:schemeClr val="tx1"/>
                </a:solidFill>
              </a:rPr>
              <a:t>Do not reuse nylon lock nuts.</a:t>
            </a:r>
          </a:p>
          <a:p>
            <a:r>
              <a:rPr lang="en-US" sz="2600" dirty="0">
                <a:solidFill>
                  <a:schemeClr val="tx1"/>
                </a:solidFill>
              </a:rPr>
              <a:t>Do not reuse cotter pins.</a:t>
            </a:r>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4514" name="Title 1"/>
          <p:cNvSpPr>
            <a:spLocks noGrp="1"/>
          </p:cNvSpPr>
          <p:nvPr>
            <p:ph type="title"/>
          </p:nvPr>
        </p:nvSpPr>
        <p:spPr/>
        <p:txBody>
          <a:bodyPr/>
          <a:lstStyle/>
          <a:p>
            <a:r>
              <a:rPr lang="en-US" dirty="0"/>
              <a:t>Electrically Assisted Rack and Pinion Service</a:t>
            </a:r>
          </a:p>
        </p:txBody>
      </p:sp>
      <p:sp>
        <p:nvSpPr>
          <p:cNvPr id="64515" name="Content Placeholder 2"/>
          <p:cNvSpPr>
            <a:spLocks noGrp="1"/>
          </p:cNvSpPr>
          <p:nvPr>
            <p:ph type="body" idx="1"/>
          </p:nvPr>
        </p:nvSpPr>
        <p:spPr/>
        <p:txBody>
          <a:bodyPr/>
          <a:lstStyle/>
          <a:p>
            <a:pPr algn="l"/>
            <a:r>
              <a:rPr lang="en-US" sz="2600" dirty="0">
                <a:solidFill>
                  <a:schemeClr val="tx1"/>
                </a:solidFill>
                <a:latin typeface="Work Sans" pitchFamily="2" charset="0"/>
              </a:rPr>
              <a:t>Replacing an electrically assisted rack is similar to replacing a hydraulic unit.</a:t>
            </a:r>
          </a:p>
          <a:p>
            <a:pPr algn="l"/>
            <a:r>
              <a:rPr lang="en-US" sz="2600" dirty="0">
                <a:solidFill>
                  <a:schemeClr val="tx1"/>
                </a:solidFill>
                <a:latin typeface="Work Sans" pitchFamily="2" charset="0"/>
              </a:rPr>
              <a:t>Check all electrical connections</a:t>
            </a:r>
          </a:p>
          <a:p>
            <a:pPr lvl="1"/>
            <a:r>
              <a:rPr lang="en-US" dirty="0">
                <a:solidFill>
                  <a:schemeClr val="tx1"/>
                </a:solidFill>
                <a:latin typeface="Work Sans" pitchFamily="2" charset="0"/>
              </a:rPr>
              <a:t>A </a:t>
            </a:r>
            <a:r>
              <a:rPr lang="en-US" b="0" i="0" u="none" strike="noStrike" baseline="0" dirty="0">
                <a:solidFill>
                  <a:schemeClr val="tx1"/>
                </a:solidFill>
                <a:latin typeface="Work Sans" pitchFamily="2" charset="0"/>
              </a:rPr>
              <a:t>loose terminal or connection can lead to overheating and damage to the unit.</a:t>
            </a:r>
            <a:endParaRPr lang="en-US" dirty="0">
              <a:solidFill>
                <a:schemeClr val="tx1"/>
              </a:solidFill>
              <a:latin typeface="Work Sans" pitchFamily="2" charset="0"/>
            </a:endParaRPr>
          </a:p>
          <a:p>
            <a:pPr algn="l"/>
            <a:r>
              <a:rPr lang="en-US" sz="2600" dirty="0">
                <a:solidFill>
                  <a:schemeClr val="tx1"/>
                </a:solidFill>
                <a:latin typeface="Work Sans" pitchFamily="2" charset="0"/>
              </a:rPr>
              <a:t>In most cases in the aftermarket, a complete rack will be installed. </a:t>
            </a:r>
          </a:p>
          <a:p>
            <a:pPr lvl="1"/>
            <a:r>
              <a:rPr lang="en-US" b="0" i="0" u="none" strike="noStrike" baseline="0" dirty="0">
                <a:solidFill>
                  <a:schemeClr val="tx1"/>
                </a:solidFill>
                <a:latin typeface="Work Sans" pitchFamily="2" charset="0"/>
              </a:rPr>
              <a:t>At the dealership when handling warranty concerns, individual components may be replaced.</a:t>
            </a:r>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p:cNvSpPr>
            <a:spLocks noGrp="1"/>
          </p:cNvSpPr>
          <p:nvPr>
            <p:ph type="title"/>
          </p:nvPr>
        </p:nvSpPr>
        <p:spPr/>
        <p:txBody>
          <a:bodyPr/>
          <a:lstStyle/>
          <a:p>
            <a:r>
              <a:rPr lang="en-US" dirty="0"/>
              <a:t>Steering Columns</a:t>
            </a:r>
          </a:p>
        </p:txBody>
      </p:sp>
      <p:sp>
        <p:nvSpPr>
          <p:cNvPr id="65539" name="Content Placeholder 2"/>
          <p:cNvSpPr>
            <a:spLocks noGrp="1"/>
          </p:cNvSpPr>
          <p:nvPr>
            <p:ph type="body" idx="1"/>
          </p:nvPr>
        </p:nvSpPr>
        <p:spPr/>
        <p:txBody>
          <a:bodyPr/>
          <a:lstStyle/>
          <a:p>
            <a:r>
              <a:rPr lang="en-US" sz="2600" dirty="0">
                <a:solidFill>
                  <a:schemeClr val="tx1"/>
                </a:solidFill>
              </a:rPr>
              <a:t>Most services are performed with the column installed in the vehicle.</a:t>
            </a:r>
          </a:p>
          <a:p>
            <a:r>
              <a:rPr lang="en-US" sz="2600" dirty="0">
                <a:solidFill>
                  <a:schemeClr val="tx1"/>
                </a:solidFill>
              </a:rPr>
              <a:t>Closely inspect the energy absorbing sections of the column.</a:t>
            </a:r>
          </a:p>
          <a:p>
            <a:r>
              <a:rPr lang="en-US" sz="2600" dirty="0">
                <a:solidFill>
                  <a:schemeClr val="tx1"/>
                </a:solidFill>
              </a:rPr>
              <a:t>Inspect couplers and steering shaft.</a:t>
            </a:r>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6562" name="Title 1"/>
          <p:cNvSpPr>
            <a:spLocks noGrp="1"/>
          </p:cNvSpPr>
          <p:nvPr>
            <p:ph type="title"/>
          </p:nvPr>
        </p:nvSpPr>
        <p:spPr/>
        <p:txBody>
          <a:bodyPr/>
          <a:lstStyle/>
          <a:p>
            <a:r>
              <a:rPr lang="en-US" dirty="0"/>
              <a:t>Steering Wheels</a:t>
            </a:r>
          </a:p>
        </p:txBody>
      </p:sp>
      <p:sp>
        <p:nvSpPr>
          <p:cNvPr id="66563" name="Content Placeholder 2"/>
          <p:cNvSpPr>
            <a:spLocks noGrp="1"/>
          </p:cNvSpPr>
          <p:nvPr>
            <p:ph type="body" idx="1"/>
          </p:nvPr>
        </p:nvSpPr>
        <p:spPr/>
        <p:txBody>
          <a:bodyPr/>
          <a:lstStyle/>
          <a:p>
            <a:r>
              <a:rPr lang="en-US" sz="2600" dirty="0">
                <a:solidFill>
                  <a:schemeClr val="tx1"/>
                </a:solidFill>
              </a:rPr>
              <a:t>Place front wheels straight ahead.</a:t>
            </a:r>
          </a:p>
          <a:p>
            <a:r>
              <a:rPr lang="en-US" sz="2600" dirty="0">
                <a:solidFill>
                  <a:schemeClr val="tx1"/>
                </a:solidFill>
              </a:rPr>
              <a:t>Disconnect battery negative cable.</a:t>
            </a:r>
          </a:p>
          <a:p>
            <a:r>
              <a:rPr lang="en-US" sz="2600" dirty="0">
                <a:solidFill>
                  <a:schemeClr val="tx1"/>
                </a:solidFill>
              </a:rPr>
              <a:t>Remove steering pad (Air Bag) and retaining nut</a:t>
            </a:r>
          </a:p>
          <a:p>
            <a:pPr lvl="1"/>
            <a:r>
              <a:rPr lang="en-US" dirty="0">
                <a:solidFill>
                  <a:schemeClr val="tx1"/>
                </a:solidFill>
              </a:rPr>
              <a:t>WARNING: </a:t>
            </a:r>
            <a:r>
              <a:rPr lang="en-US" b="0" i="0" u="none" strike="noStrike" baseline="0" dirty="0">
                <a:solidFill>
                  <a:schemeClr val="tx1"/>
                </a:solidFill>
                <a:latin typeface="Work Sans" pitchFamily="2" charset="0"/>
              </a:rPr>
              <a:t>The center of the steering wheel contains the driver side air bag. Failure to disarm it can cause serious personal injury.</a:t>
            </a:r>
            <a:endParaRPr lang="en-US" dirty="0">
              <a:solidFill>
                <a:schemeClr val="tx1"/>
              </a:solidFill>
              <a:latin typeface="Work Sans" pitchFamily="2" charset="0"/>
            </a:endParaRPr>
          </a:p>
          <a:p>
            <a:r>
              <a:rPr lang="en-US" sz="2600" dirty="0">
                <a:solidFill>
                  <a:schemeClr val="tx1"/>
                </a:solidFill>
              </a:rPr>
              <a:t>Place alignment marks on shaft and wheel.</a:t>
            </a:r>
          </a:p>
          <a:p>
            <a:r>
              <a:rPr lang="en-US" sz="2600" dirty="0">
                <a:solidFill>
                  <a:schemeClr val="tx1"/>
                </a:solidFill>
              </a:rPr>
              <a:t>Disconnect electrical connectors.</a:t>
            </a:r>
          </a:p>
          <a:p>
            <a:r>
              <a:rPr lang="en-US" sz="2600" dirty="0">
                <a:solidFill>
                  <a:schemeClr val="tx1"/>
                </a:solidFill>
              </a:rPr>
              <a:t>Use correct puller and remove wheel.</a:t>
            </a:r>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descr="A photo shows a human hand holding a steering wheel puller."/>
          <p:cNvSpPr>
            <a:spLocks noGrp="1"/>
          </p:cNvSpPr>
          <p:nvPr>
            <p:ph type="title"/>
          </p:nvPr>
        </p:nvSpPr>
        <p:spPr/>
        <p:txBody>
          <a:bodyPr/>
          <a:lstStyle/>
          <a:p>
            <a:r>
              <a:rPr lang="en-US" dirty="0"/>
              <a:t>Steering Wheel Puller</a:t>
            </a:r>
          </a:p>
        </p:txBody>
      </p:sp>
      <p:pic>
        <p:nvPicPr>
          <p:cNvPr id="8" name="Picture 2" descr="A technician pulls the steering wheel with the help of a steering wheel puller."/>
          <p:cNvPicPr>
            <a:picLocks noGrp="1" noChangeAspect="1" noChangeArrowheads="1"/>
          </p:cNvPicPr>
          <p:nvPr>
            <p:ph type="pic" sz="quarter" idx="12"/>
          </p:nvPr>
        </p:nvPicPr>
        <p:blipFill>
          <a:blip r:embed="rId2" cstate="print"/>
          <a:stretch>
            <a:fillRect/>
          </a:stretch>
        </p:blipFill>
        <p:spPr bwMode="auto">
          <a:xfrm>
            <a:off x="2864050" y="1518854"/>
            <a:ext cx="6463901" cy="4302893"/>
          </a:xfrm>
          <a:prstGeom prst="rect">
            <a:avLst/>
          </a:prstGeom>
          <a:noFill/>
          <a:ln w="9525">
            <a:noFill/>
            <a:miter lim="800000"/>
            <a:headEnd/>
            <a:tailEnd/>
          </a:ln>
        </p:spPr>
      </p:pic>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7586" name="Title 1"/>
          <p:cNvSpPr>
            <a:spLocks noGrp="1"/>
          </p:cNvSpPr>
          <p:nvPr>
            <p:ph type="title"/>
          </p:nvPr>
        </p:nvSpPr>
        <p:spPr/>
        <p:txBody>
          <a:bodyPr/>
          <a:lstStyle/>
          <a:p>
            <a:r>
              <a:rPr lang="en-US" dirty="0"/>
              <a:t>Bleeding the System</a:t>
            </a:r>
          </a:p>
        </p:txBody>
      </p:sp>
      <p:sp>
        <p:nvSpPr>
          <p:cNvPr id="67587" name="Content Placeholder 2"/>
          <p:cNvSpPr>
            <a:spLocks noGrp="1"/>
          </p:cNvSpPr>
          <p:nvPr>
            <p:ph type="body" idx="1"/>
          </p:nvPr>
        </p:nvSpPr>
        <p:spPr/>
        <p:txBody>
          <a:bodyPr/>
          <a:lstStyle/>
          <a:p>
            <a:r>
              <a:rPr lang="en-US" sz="2600" dirty="0">
                <a:solidFill>
                  <a:schemeClr val="tx1"/>
                </a:solidFill>
              </a:rPr>
              <a:t>Performed after replacing any system hydraulic part.</a:t>
            </a:r>
          </a:p>
          <a:p>
            <a:r>
              <a:rPr lang="en-US" sz="2600" dirty="0">
                <a:solidFill>
                  <a:schemeClr val="tx1"/>
                </a:solidFill>
              </a:rPr>
              <a:t>Follow service manual procedures.</a:t>
            </a:r>
          </a:p>
          <a:p>
            <a:r>
              <a:rPr lang="en-US" sz="2600" dirty="0">
                <a:solidFill>
                  <a:schemeClr val="tx1"/>
                </a:solidFill>
              </a:rPr>
              <a:t>A vacuum pump can be used to purge air.</a:t>
            </a:r>
          </a:p>
          <a:p>
            <a:r>
              <a:rPr lang="en-US" sz="2600" dirty="0">
                <a:solidFill>
                  <a:schemeClr val="tx1"/>
                </a:solidFill>
              </a:rPr>
              <a:t>Often running the engine and turning the steering from stop to stop will remove the air.</a:t>
            </a:r>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8610" name="Title 1"/>
          <p:cNvSpPr>
            <a:spLocks noGrp="1"/>
          </p:cNvSpPr>
          <p:nvPr>
            <p:ph type="title"/>
          </p:nvPr>
        </p:nvSpPr>
        <p:spPr/>
        <p:txBody>
          <a:bodyPr/>
          <a:lstStyle/>
          <a:p>
            <a:r>
              <a:rPr lang="en-US" dirty="0"/>
              <a:t>Electric Power Steering Systems</a:t>
            </a:r>
          </a:p>
        </p:txBody>
      </p:sp>
      <p:sp>
        <p:nvSpPr>
          <p:cNvPr id="68611" name="Content Placeholder 2"/>
          <p:cNvSpPr>
            <a:spLocks noGrp="1"/>
          </p:cNvSpPr>
          <p:nvPr>
            <p:ph type="body" idx="1"/>
          </p:nvPr>
        </p:nvSpPr>
        <p:spPr/>
        <p:txBody>
          <a:bodyPr/>
          <a:lstStyle/>
          <a:p>
            <a:r>
              <a:rPr lang="en-US" sz="2600" dirty="0">
                <a:solidFill>
                  <a:schemeClr val="tx1"/>
                </a:solidFill>
              </a:rPr>
              <a:t>The motor must be positioned properly to provide assist.</a:t>
            </a:r>
          </a:p>
          <a:p>
            <a:r>
              <a:rPr lang="en-US" sz="2600" dirty="0">
                <a:solidFill>
                  <a:schemeClr val="tx1"/>
                </a:solidFill>
              </a:rPr>
              <a:t>Mark steering shaft before removing.</a:t>
            </a:r>
          </a:p>
          <a:p>
            <a:r>
              <a:rPr lang="en-US" sz="2600" dirty="0">
                <a:solidFill>
                  <a:schemeClr val="tx1"/>
                </a:solidFill>
              </a:rPr>
              <a:t>Systems with a torque sensor must be recalibrated to zero after some component replacement or there is a difference in steering effort.</a:t>
            </a:r>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EPS Calibration</a:t>
            </a:r>
          </a:p>
        </p:txBody>
      </p:sp>
      <p:pic>
        <p:nvPicPr>
          <p:cNvPr id="9" name="Picture Placeholder 8" descr="A screenshot of electric power steering calibrations on a G M vehicle. The header reads as follows: G M 1980 – 2009. The text reads as follows; Line 1. Select test: Line 2. Steering position sensor calibration (highlighted). Line 3. Steering tuning selection. Line 4. Torque sensor calibration. Line 5. End of list.">
            <a:extLst>
              <a:ext uri="{FF2B5EF4-FFF2-40B4-BE49-F238E27FC236}">
                <a16:creationId xmlns:a16="http://schemas.microsoft.com/office/drawing/2014/main" id="{BDB5882A-5D7A-412F-CCC4-25DDFE93CBF4}"/>
              </a:ext>
            </a:extLst>
          </p:cNvPr>
          <p:cNvPicPr>
            <a:picLocks noGrp="1" noChangeAspect="1"/>
          </p:cNvPicPr>
          <p:nvPr>
            <p:ph type="pic" sz="quarter" idx="12"/>
          </p:nvPr>
        </p:nvPicPr>
        <p:blipFill rotWithShape="1">
          <a:blip r:embed="rId2"/>
          <a:srcRect b="14920"/>
          <a:stretch/>
        </p:blipFill>
        <p:spPr>
          <a:xfrm>
            <a:off x="1844704" y="1514430"/>
            <a:ext cx="8502592" cy="3913333"/>
          </a:xfrm>
          <a:prstGeom prst="rect">
            <a:avLst/>
          </a:prstGeom>
        </p:spPr>
      </p:pic>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9634" name="Title 1"/>
          <p:cNvSpPr>
            <a:spLocks noGrp="1"/>
          </p:cNvSpPr>
          <p:nvPr>
            <p:ph type="title"/>
          </p:nvPr>
        </p:nvSpPr>
        <p:spPr/>
        <p:txBody>
          <a:bodyPr/>
          <a:lstStyle/>
          <a:p>
            <a:r>
              <a:rPr lang="en-US" dirty="0"/>
              <a:t>Hoses and Lines</a:t>
            </a:r>
          </a:p>
        </p:txBody>
      </p:sp>
      <p:sp>
        <p:nvSpPr>
          <p:cNvPr id="69635" name="Content Placeholder 2"/>
          <p:cNvSpPr>
            <a:spLocks noGrp="1"/>
          </p:cNvSpPr>
          <p:nvPr>
            <p:ph type="body" idx="1"/>
          </p:nvPr>
        </p:nvSpPr>
        <p:spPr/>
        <p:txBody>
          <a:bodyPr/>
          <a:lstStyle/>
          <a:p>
            <a:r>
              <a:rPr lang="en-US" sz="2600" dirty="0">
                <a:solidFill>
                  <a:schemeClr val="tx1"/>
                </a:solidFill>
              </a:rPr>
              <a:t>Inspect for leaks, dents, sharp bends, cracks, and swelling.</a:t>
            </a:r>
          </a:p>
          <a:p>
            <a:r>
              <a:rPr lang="en-US" sz="2600" dirty="0">
                <a:solidFill>
                  <a:schemeClr val="tx1"/>
                </a:solidFill>
              </a:rPr>
              <a:t>Use exact replacements.</a:t>
            </a:r>
          </a:p>
          <a:p>
            <a:r>
              <a:rPr lang="en-US" sz="2600" dirty="0">
                <a:solidFill>
                  <a:schemeClr val="tx1"/>
                </a:solidFill>
              </a:rPr>
              <a:t>Do not attempt to patch or repair.</a:t>
            </a:r>
          </a:p>
          <a:p>
            <a:r>
              <a:rPr lang="en-US" sz="2600" dirty="0">
                <a:solidFill>
                  <a:schemeClr val="tx1"/>
                </a:solidFill>
              </a:rPr>
              <a:t>Ensure lines and hoses do not rub against other components.</a:t>
            </a:r>
          </a:p>
        </p:txBody>
      </p:sp>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0658" name="Title 1"/>
          <p:cNvSpPr>
            <a:spLocks noGrp="1"/>
          </p:cNvSpPr>
          <p:nvPr>
            <p:ph type="title"/>
          </p:nvPr>
        </p:nvSpPr>
        <p:spPr/>
        <p:txBody>
          <a:bodyPr/>
          <a:lstStyle/>
          <a:p>
            <a:r>
              <a:rPr lang="en-US" dirty="0"/>
              <a:t>Power Steering Pump</a:t>
            </a:r>
          </a:p>
        </p:txBody>
      </p:sp>
      <p:sp>
        <p:nvSpPr>
          <p:cNvPr id="70659" name="Content Placeholder 2"/>
          <p:cNvSpPr>
            <a:spLocks noGrp="1"/>
          </p:cNvSpPr>
          <p:nvPr>
            <p:ph type="body" idx="1"/>
          </p:nvPr>
        </p:nvSpPr>
        <p:spPr>
          <a:xfrm>
            <a:off x="476845" y="1775589"/>
            <a:ext cx="6368455" cy="3306822"/>
          </a:xfrm>
        </p:spPr>
        <p:txBody>
          <a:bodyPr/>
          <a:lstStyle/>
          <a:p>
            <a:r>
              <a:rPr lang="en-US" dirty="0"/>
              <a:t>Pulleys may be replaced if bent, cracked, or worn.</a:t>
            </a:r>
          </a:p>
          <a:p>
            <a:r>
              <a:rPr lang="en-US" dirty="0"/>
              <a:t>Some require special pullers and installation tools.</a:t>
            </a:r>
          </a:p>
          <a:p>
            <a:r>
              <a:rPr lang="en-US" dirty="0"/>
              <a:t>Flow control valves and pressure relief valves may be replaceable.</a:t>
            </a:r>
          </a:p>
        </p:txBody>
      </p:sp>
      <p:pic>
        <p:nvPicPr>
          <p:cNvPr id="7" name="Picture Placeholder 6" descr="Two set ups (A) and (B) depict a press-fit pulley being removed and then installed.">
            <a:extLst>
              <a:ext uri="{FF2B5EF4-FFF2-40B4-BE49-F238E27FC236}">
                <a16:creationId xmlns:a16="http://schemas.microsoft.com/office/drawing/2014/main" id="{B4438478-EAE7-6398-CF95-6A1BD67B97F5}"/>
              </a:ext>
            </a:extLst>
          </p:cNvPr>
          <p:cNvPicPr>
            <a:picLocks noGrp="1" noChangeAspect="1"/>
          </p:cNvPicPr>
          <p:nvPr>
            <p:ph type="pic" sz="quarter" idx="12"/>
          </p:nvPr>
        </p:nvPicPr>
        <p:blipFill rotWithShape="1">
          <a:blip r:embed="rId3"/>
          <a:srcRect t="1" b="3383"/>
          <a:stretch/>
        </p:blipFill>
        <p:spPr>
          <a:xfrm>
            <a:off x="7634062" y="1454102"/>
            <a:ext cx="2386760" cy="4658599"/>
          </a:xfrm>
          <a:prstGeom prst="rect">
            <a:avLst/>
          </a:prstGeom>
        </p:spPr>
      </p:pic>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682" name="Title 1"/>
          <p:cNvSpPr>
            <a:spLocks noGrp="1"/>
          </p:cNvSpPr>
          <p:nvPr>
            <p:ph type="title"/>
          </p:nvPr>
        </p:nvSpPr>
        <p:spPr/>
        <p:txBody>
          <a:bodyPr/>
          <a:lstStyle/>
          <a:p>
            <a:r>
              <a:rPr lang="en-US" dirty="0"/>
              <a:t>Four-Wheel Steering Systems</a:t>
            </a:r>
          </a:p>
        </p:txBody>
      </p:sp>
      <p:sp>
        <p:nvSpPr>
          <p:cNvPr id="71683" name="Content Placeholder 2"/>
          <p:cNvSpPr>
            <a:spLocks noGrp="1"/>
          </p:cNvSpPr>
          <p:nvPr>
            <p:ph type="body" idx="1"/>
          </p:nvPr>
        </p:nvSpPr>
        <p:spPr/>
        <p:txBody>
          <a:bodyPr/>
          <a:lstStyle/>
          <a:p>
            <a:pPr marL="0" indent="0">
              <a:buNone/>
            </a:pPr>
            <a:r>
              <a:rPr lang="en-US" b="1" dirty="0">
                <a:solidFill>
                  <a:schemeClr val="tx1"/>
                </a:solidFill>
              </a:rPr>
              <a:t>47.07 Describe the components and operation of  four-wheel steering systems.</a:t>
            </a:r>
            <a:endParaRPr lang="en-US" sz="2600" b="1" dirty="0">
              <a:solidFill>
                <a:schemeClr val="tx1"/>
              </a:solidFill>
            </a:endParaRPr>
          </a:p>
          <a:p>
            <a:r>
              <a:rPr lang="en-US" sz="2600" dirty="0">
                <a:solidFill>
                  <a:schemeClr val="tx1"/>
                </a:solidFill>
              </a:rPr>
              <a:t>Are not very common.</a:t>
            </a:r>
          </a:p>
          <a:p>
            <a:r>
              <a:rPr lang="en-US" sz="2600" dirty="0">
                <a:solidFill>
                  <a:schemeClr val="tx1"/>
                </a:solidFill>
              </a:rPr>
              <a:t>Hydraulic 4WS</a:t>
            </a:r>
          </a:p>
          <a:p>
            <a:pPr lvl="1"/>
            <a:r>
              <a:rPr lang="en-US" dirty="0">
                <a:solidFill>
                  <a:schemeClr val="tx1"/>
                </a:solidFill>
              </a:rPr>
              <a:t>Rear wheels turn in same direction as the front.</a:t>
            </a:r>
          </a:p>
          <a:p>
            <a:r>
              <a:rPr lang="en-US" sz="2600" dirty="0">
                <a:solidFill>
                  <a:schemeClr val="tx1"/>
                </a:solidFill>
              </a:rPr>
              <a:t>Electro/Hydraulic 4WS</a:t>
            </a:r>
          </a:p>
          <a:p>
            <a:pPr lvl="1"/>
            <a:r>
              <a:rPr lang="en-US" dirty="0">
                <a:solidFill>
                  <a:schemeClr val="tx1"/>
                </a:solidFill>
              </a:rPr>
              <a:t>Rear wheels can turn with or opposite front.</a:t>
            </a:r>
          </a:p>
          <a:p>
            <a:pPr lvl="1"/>
            <a:r>
              <a:rPr lang="en-US" dirty="0">
                <a:solidFill>
                  <a:schemeClr val="tx1"/>
                </a:solidFill>
              </a:rPr>
              <a:t>Uses computer monitoring and control.</a:t>
            </a:r>
          </a:p>
        </p:txBody>
      </p:sp>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Four-Wheel Steering Advantages</a:t>
            </a:r>
          </a:p>
        </p:txBody>
      </p:sp>
      <p:sp>
        <p:nvSpPr>
          <p:cNvPr id="3" name="Content Placeholder 2"/>
          <p:cNvSpPr>
            <a:spLocks noGrp="1"/>
          </p:cNvSpPr>
          <p:nvPr>
            <p:ph type="body" idx="1"/>
          </p:nvPr>
        </p:nvSpPr>
        <p:spPr/>
        <p:txBody>
          <a:bodyPr>
            <a:normAutofit/>
          </a:bodyPr>
          <a:lstStyle/>
          <a:p>
            <a:r>
              <a:rPr lang="en-US" dirty="0">
                <a:solidFill>
                  <a:schemeClr val="tx1"/>
                </a:solidFill>
              </a:rPr>
              <a:t>The vehicle’s cornering behavior becomes more stable and controllable at high speeds.</a:t>
            </a:r>
          </a:p>
          <a:p>
            <a:r>
              <a:rPr lang="en-US" dirty="0">
                <a:solidFill>
                  <a:schemeClr val="tx1"/>
                </a:solidFill>
              </a:rPr>
              <a:t>The vehicle’s response to steering input becomes quicker and more precise.</a:t>
            </a:r>
          </a:p>
          <a:p>
            <a:r>
              <a:rPr lang="en-US" dirty="0">
                <a:solidFill>
                  <a:schemeClr val="tx1"/>
                </a:solidFill>
              </a:rPr>
              <a:t>The vehicle’s straight-line stability at high speeds is improved.</a:t>
            </a:r>
          </a:p>
          <a:p>
            <a:r>
              <a:rPr lang="en-US" dirty="0">
                <a:solidFill>
                  <a:schemeClr val="tx1"/>
                </a:solidFill>
              </a:rPr>
              <a:t>Stability in lane changing at high speeds is improved.</a:t>
            </a:r>
          </a:p>
          <a:p>
            <a:r>
              <a:rPr lang="en-US" dirty="0">
                <a:solidFill>
                  <a:schemeClr val="tx1"/>
                </a:solidFill>
              </a:rPr>
              <a:t>By steering the rear wheels in the direction opposite the front wheels at low speeds, the vehicle’s turning circle is greatly reduced.</a:t>
            </a:r>
          </a:p>
        </p:txBody>
      </p:sp>
    </p:spTree>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0A245E1-792F-BE6F-7AE9-15F73190794B}"/>
              </a:ext>
            </a:extLst>
          </p:cNvPr>
          <p:cNvSpPr>
            <a:spLocks noGrp="1"/>
          </p:cNvSpPr>
          <p:nvPr>
            <p:ph type="title"/>
          </p:nvPr>
        </p:nvSpPr>
        <p:spPr/>
        <p:txBody>
          <a:bodyPr/>
          <a:lstStyle/>
          <a:p>
            <a:r>
              <a:rPr lang="en-IN" dirty="0"/>
              <a:t>Electronically and Hydraulically Controlled 4WS system</a:t>
            </a:r>
          </a:p>
        </p:txBody>
      </p:sp>
      <p:pic>
        <p:nvPicPr>
          <p:cNvPr id="6" name="Picture 2" descr="Two illustrations depict an electronically and hydraulically controlled 4 W S system using a stepper motor and control yoke. The top and bottom views of a car with labeled parts are depicted. The first illustration depicts a top view of a car. The parts are labeled as follows: Oil pump, Front power steering, Speed sensors, Control unit, Rear steering shaft, Rear power steering, and Steering wheel. The second illustration depicts the bottom view of a car. The parts are labeled as follows: Power cylinder, Oil pump, Speed sensors, Control unit, Rear-to-front steering ratio sensor, Stepper motor, Phase control unit, Control valve Solenoid valve, and rear steering shaft.">
            <a:extLst>
              <a:ext uri="{FF2B5EF4-FFF2-40B4-BE49-F238E27FC236}">
                <a16:creationId xmlns:a16="http://schemas.microsoft.com/office/drawing/2014/main" id="{262B4BEC-7AE6-5B23-7937-DB22DEEFF12F}"/>
              </a:ext>
            </a:extLst>
          </p:cNvPr>
          <p:cNvPicPr>
            <a:picLocks noGrp="1" noChangeAspect="1" noChangeArrowheads="1"/>
          </p:cNvPicPr>
          <p:nvPr>
            <p:ph type="pic" sz="quarter" idx="10"/>
          </p:nvPr>
        </p:nvPicPr>
        <p:blipFill rotWithShape="1">
          <a:blip r:embed="rId2">
            <a:extLst>
              <a:ext uri="{28A0092B-C50C-407E-A947-70E740481C1C}">
                <a14:useLocalDpi xmlns:a14="http://schemas.microsoft.com/office/drawing/2010/main" val="0"/>
              </a:ext>
            </a:extLst>
          </a:blip>
          <a:srcRect b="3478"/>
          <a:stretch/>
        </p:blipFill>
        <p:spPr bwMode="auto">
          <a:xfrm>
            <a:off x="3661867" y="1767131"/>
            <a:ext cx="4868266" cy="419773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773367861"/>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BF6BB30-AE78-C4E3-4F80-BABFF60887DC}"/>
              </a:ext>
            </a:extLst>
          </p:cNvPr>
          <p:cNvSpPr>
            <a:spLocks noGrp="1"/>
          </p:cNvSpPr>
          <p:nvPr>
            <p:ph type="title"/>
          </p:nvPr>
        </p:nvSpPr>
        <p:spPr/>
        <p:txBody>
          <a:bodyPr/>
          <a:lstStyle/>
          <a:p>
            <a:r>
              <a:rPr lang="en-US" dirty="0"/>
              <a:t>Chapter Reflection</a:t>
            </a:r>
          </a:p>
        </p:txBody>
      </p:sp>
      <p:sp>
        <p:nvSpPr>
          <p:cNvPr id="3" name="Text Placeholder 2">
            <a:extLst>
              <a:ext uri="{FF2B5EF4-FFF2-40B4-BE49-F238E27FC236}">
                <a16:creationId xmlns:a16="http://schemas.microsoft.com/office/drawing/2014/main" id="{0BE51107-0DC8-2444-E34F-83523A6449DA}"/>
              </a:ext>
            </a:extLst>
          </p:cNvPr>
          <p:cNvSpPr>
            <a:spLocks noGrp="1"/>
          </p:cNvSpPr>
          <p:nvPr>
            <p:ph type="body" idx="1"/>
          </p:nvPr>
        </p:nvSpPr>
        <p:spPr/>
        <p:txBody>
          <a:bodyPr/>
          <a:lstStyle/>
          <a:p>
            <a:pPr marL="355600" indent="-355600"/>
            <a:r>
              <a:rPr lang="en-US" sz="2600" dirty="0">
                <a:solidFill>
                  <a:schemeClr val="tx1"/>
                </a:solidFill>
                <a:latin typeface="Work Sans" pitchFamily="2" charset="0"/>
              </a:rPr>
              <a:t>Describe the concept or system from this chapter that challenged you the most.</a:t>
            </a:r>
          </a:p>
          <a:p>
            <a:pPr marL="355600" indent="-355600"/>
            <a:r>
              <a:rPr lang="en-US" sz="2600" dirty="0">
                <a:solidFill>
                  <a:schemeClr val="tx1"/>
                </a:solidFill>
                <a:latin typeface="Work Sans" pitchFamily="2" charset="0"/>
              </a:rPr>
              <a:t>Describe what made the concept difficult for you and the steps you took to improve your understanding.</a:t>
            </a:r>
          </a:p>
          <a:p>
            <a:pPr marL="355600" indent="-355600">
              <a:spcAft>
                <a:spcPts val="2400"/>
              </a:spcAft>
            </a:pPr>
            <a:r>
              <a:rPr lang="en-US" sz="2600" dirty="0">
                <a:solidFill>
                  <a:schemeClr val="tx1"/>
                </a:solidFill>
                <a:latin typeface="Work Sans" pitchFamily="2" charset="0"/>
              </a:rPr>
              <a:t>How could you help another learner who was struggling with the same concept.</a:t>
            </a:r>
          </a:p>
          <a:p>
            <a:pPr marL="152400" indent="0">
              <a:buNone/>
            </a:pPr>
            <a:r>
              <a:rPr lang="en-US" sz="2600" dirty="0">
                <a:solidFill>
                  <a:schemeClr val="tx1"/>
                </a:solidFill>
                <a:latin typeface="Work Sans" pitchFamily="2" charset="0"/>
              </a:rPr>
              <a:t>Use 100–150 words in your answer.</a:t>
            </a:r>
          </a:p>
        </p:txBody>
      </p:sp>
    </p:spTree>
    <p:extLst>
      <p:ext uri="{BB962C8B-B14F-4D97-AF65-F5344CB8AC3E}">
        <p14:creationId xmlns:p14="http://schemas.microsoft.com/office/powerpoint/2010/main" val="946391503"/>
      </p:ext>
    </p:extLst>
  </p:cSld>
  <p:clrMapOvr>
    <a:masterClrMapping/>
  </p:clrMapOvr>
</p:sld>
</file>

<file path=ppt/theme/theme1.xml><?xml version="1.0" encoding="utf-8"?>
<a:theme xmlns:a="http://schemas.openxmlformats.org/drawingml/2006/main" name="Custom Design">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Theme2">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Lst>
    <a:ext uri="{05A4C25C-085E-4340-85A3-A5531E510DB2}">
      <thm15:themeFamily xmlns:thm15="http://schemas.microsoft.com/office/thememl/2012/main" name="Theme2" id="{3D131005-E0D0-4CE1-A589-094C50A290C7}" vid="{F2384AB8-E206-4835-9F32-18C2B45E4BC4}"/>
    </a:ext>
  </a:extLst>
</a:theme>
</file>

<file path=ppt/theme/theme3.xml><?xml version="1.0" encoding="utf-8"?>
<a:theme xmlns:a="http://schemas.openxmlformats.org/drawingml/2006/main" name="Theme3">
  <a:themeElements>
    <a:clrScheme name="Cengage New">
      <a:dk1>
        <a:srgbClr val="282F7C"/>
      </a:dk1>
      <a:lt1>
        <a:srgbClr val="FFFFFF"/>
      </a:lt1>
      <a:dk2>
        <a:srgbClr val="3841B0"/>
      </a:dk2>
      <a:lt2>
        <a:srgbClr val="F5F5F5"/>
      </a:lt2>
      <a:accent1>
        <a:srgbClr val="282F7C"/>
      </a:accent1>
      <a:accent2>
        <a:srgbClr val="FEE349"/>
      </a:accent2>
      <a:accent3>
        <a:srgbClr val="CDDEFF"/>
      </a:accent3>
      <a:accent4>
        <a:srgbClr val="F5F5F5"/>
      </a:accent4>
      <a:accent5>
        <a:srgbClr val="A3A1A3"/>
      </a:accent5>
      <a:accent6>
        <a:srgbClr val="454545"/>
      </a:accent6>
      <a:hlink>
        <a:srgbClr val="3841B0"/>
      </a:hlink>
      <a:folHlink>
        <a:srgbClr val="6900B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Lst>
    <a:ext uri="{05A4C25C-085E-4340-85A3-A5531E510DB2}">
      <thm15:themeFamily xmlns:thm15="http://schemas.microsoft.com/office/thememl/2012/main" name="Theme3" id="{31071DBD-571E-4430-8335-9DE43A012D14}" vid="{B3E8A73A-56E9-4C0C-A516-70CEC8C81554}"/>
    </a:ext>
  </a:extLst>
</a:theme>
</file>

<file path=ppt/theme/theme4.xml><?xml version="1.0" encoding="utf-8"?>
<a:theme xmlns:a="http://schemas.openxmlformats.org/drawingml/2006/main" name="1_Theme3">
  <a:themeElements>
    <a:clrScheme name="Cengage New">
      <a:dk1>
        <a:srgbClr val="282F7C"/>
      </a:dk1>
      <a:lt1>
        <a:srgbClr val="FFFFFF"/>
      </a:lt1>
      <a:dk2>
        <a:srgbClr val="3841B0"/>
      </a:dk2>
      <a:lt2>
        <a:srgbClr val="F5F5F5"/>
      </a:lt2>
      <a:accent1>
        <a:srgbClr val="282F7C"/>
      </a:accent1>
      <a:accent2>
        <a:srgbClr val="FEE349"/>
      </a:accent2>
      <a:accent3>
        <a:srgbClr val="CDDEFF"/>
      </a:accent3>
      <a:accent4>
        <a:srgbClr val="F5F5F5"/>
      </a:accent4>
      <a:accent5>
        <a:srgbClr val="A3A1A3"/>
      </a:accent5>
      <a:accent6>
        <a:srgbClr val="454545"/>
      </a:accent6>
      <a:hlink>
        <a:srgbClr val="3841B0"/>
      </a:hlink>
      <a:folHlink>
        <a:srgbClr val="6900B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Lst>
    <a:ext uri="{05A4C25C-085E-4340-85A3-A5531E510DB2}">
      <thm15:themeFamily xmlns:thm15="http://schemas.microsoft.com/office/thememl/2012/main" name="Theme3" id="{D9E01E5A-49F8-4B50-8D93-9ECCB43EC13E}" vid="{30B6B27D-277C-4F37-A5BA-236F8C07DB04}"/>
    </a:ext>
  </a:extLst>
</a:theme>
</file>

<file path=ppt/theme/theme5.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emplate/>
  <TotalTime>1566</TotalTime>
  <Words>1981</Words>
  <Application>Microsoft Office PowerPoint</Application>
  <PresentationFormat>Widescreen</PresentationFormat>
  <Paragraphs>248</Paragraphs>
  <Slides>52</Slides>
  <Notes>39</Notes>
  <HiddenSlides>0</HiddenSlides>
  <MMClips>0</MMClips>
  <ScaleCrop>false</ScaleCrop>
  <HeadingPairs>
    <vt:vector size="6" baseType="variant">
      <vt:variant>
        <vt:lpstr>Fonts Used</vt:lpstr>
      </vt:variant>
      <vt:variant>
        <vt:i4>5</vt:i4>
      </vt:variant>
      <vt:variant>
        <vt:lpstr>Theme</vt:lpstr>
      </vt:variant>
      <vt:variant>
        <vt:i4>4</vt:i4>
      </vt:variant>
      <vt:variant>
        <vt:lpstr>Slide Titles</vt:lpstr>
      </vt:variant>
      <vt:variant>
        <vt:i4>52</vt:i4>
      </vt:variant>
    </vt:vector>
  </HeadingPairs>
  <TitlesOfParts>
    <vt:vector size="61" baseType="lpstr">
      <vt:lpstr>Arial</vt:lpstr>
      <vt:lpstr>Calibri</vt:lpstr>
      <vt:lpstr>Times New Roman</vt:lpstr>
      <vt:lpstr>Wingdings</vt:lpstr>
      <vt:lpstr>Work Sans</vt:lpstr>
      <vt:lpstr>Custom Design</vt:lpstr>
      <vt:lpstr>Theme2</vt:lpstr>
      <vt:lpstr>Theme3</vt:lpstr>
      <vt:lpstr>1_Theme3</vt:lpstr>
      <vt:lpstr>Automotive Technology: A Systems Approach, 8e</vt:lpstr>
      <vt:lpstr>Chapter Objectives (1 of 2)</vt:lpstr>
      <vt:lpstr>Chapter Objectives (2 of 2)</vt:lpstr>
      <vt:lpstr>Mechanical Steering Systems</vt:lpstr>
      <vt:lpstr>Parallelogram Steering Linkage</vt:lpstr>
      <vt:lpstr>Rack-and-Pinion Steering Linkage</vt:lpstr>
      <vt:lpstr>Rack-and-Pinion Steering (1 of 2)</vt:lpstr>
      <vt:lpstr>Rack-and-Pinion Steering (2 of 2) </vt:lpstr>
      <vt:lpstr>Knowledge Check (1 of 3)</vt:lpstr>
      <vt:lpstr>Knowledge Check Answer (1 of 3)</vt:lpstr>
      <vt:lpstr>Rack and Pinion Advantages</vt:lpstr>
      <vt:lpstr>Steering Wheel and Column</vt:lpstr>
      <vt:lpstr>Steering Column Components</vt:lpstr>
      <vt:lpstr>Power Steering Systems</vt:lpstr>
      <vt:lpstr>Power Steering Pump Types</vt:lpstr>
      <vt:lpstr>Power Steering Hoses</vt:lpstr>
      <vt:lpstr>Electronically Controlled Power-Steering Systems</vt:lpstr>
      <vt:lpstr>Electric Power Steering (EPS)</vt:lpstr>
      <vt:lpstr>Electric Rack and Pinion System</vt:lpstr>
      <vt:lpstr>Electric Power Steering Rack and Pinion</vt:lpstr>
      <vt:lpstr>Active Steering System</vt:lpstr>
      <vt:lpstr>Knowledge Check (2 of 3)</vt:lpstr>
      <vt:lpstr>Knowledge Check Answer (2 of 3)</vt:lpstr>
      <vt:lpstr>Common Steering System Complaints</vt:lpstr>
      <vt:lpstr>Diagnosis</vt:lpstr>
      <vt:lpstr>An Electronic Noise Detection Tool</vt:lpstr>
      <vt:lpstr>Visual Inspection</vt:lpstr>
      <vt:lpstr>Power Steering Leak Points</vt:lpstr>
      <vt:lpstr>Power Steering Fluid</vt:lpstr>
      <vt:lpstr>Power Steering Pressure Checks</vt:lpstr>
      <vt:lpstr>Electric Power Steering System Testing</vt:lpstr>
      <vt:lpstr>Electric Power Steering (EPS) Fault Light</vt:lpstr>
      <vt:lpstr>EPS Scan Testing</vt:lpstr>
      <vt:lpstr>Recirculating Ball System Checks (1 of 2)</vt:lpstr>
      <vt:lpstr>Recirculating Ball System Checks (2 of 2) </vt:lpstr>
      <vt:lpstr>Knowledge Check (3 of 3)</vt:lpstr>
      <vt:lpstr>Knowledge Check Answer (3 of 3)</vt:lpstr>
      <vt:lpstr>Rack and Pinion Steering Checks</vt:lpstr>
      <vt:lpstr>Steering System Servicing</vt:lpstr>
      <vt:lpstr>Electrically Assisted Rack and Pinion Service</vt:lpstr>
      <vt:lpstr>Steering Columns</vt:lpstr>
      <vt:lpstr>Steering Wheels</vt:lpstr>
      <vt:lpstr>Steering Wheel Puller</vt:lpstr>
      <vt:lpstr>Bleeding the System</vt:lpstr>
      <vt:lpstr>Electric Power Steering Systems</vt:lpstr>
      <vt:lpstr>EPS Calibration</vt:lpstr>
      <vt:lpstr>Hoses and Lines</vt:lpstr>
      <vt:lpstr>Power Steering Pump</vt:lpstr>
      <vt:lpstr>Four-Wheel Steering Systems</vt:lpstr>
      <vt:lpstr>Four-Wheel Steering Advantages</vt:lpstr>
      <vt:lpstr>Electronically and Hydraulically Controlled 4WS system</vt:lpstr>
      <vt:lpstr>Chapter Reflection</vt:lpstr>
    </vt:vector>
  </TitlesOfParts>
  <Company>GEX Inc.</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Admin Admin</dc:creator>
  <cp:lastModifiedBy>DiCaterino, Kara</cp:lastModifiedBy>
  <cp:revision>126</cp:revision>
  <dcterms:created xsi:type="dcterms:W3CDTF">2012-09-04T13:49:02Z</dcterms:created>
  <dcterms:modified xsi:type="dcterms:W3CDTF">2024-12-04T16:32:59Z</dcterms:modified>
</cp:coreProperties>
</file>