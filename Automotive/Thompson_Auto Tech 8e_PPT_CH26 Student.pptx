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4"/>
  </p:notesMasterIdLst>
  <p:sldIdLst>
    <p:sldId id="350" r:id="rId2"/>
    <p:sldId id="257" r:id="rId3"/>
    <p:sldId id="461" r:id="rId4"/>
    <p:sldId id="462" r:id="rId5"/>
    <p:sldId id="463" r:id="rId6"/>
    <p:sldId id="464" r:id="rId7"/>
    <p:sldId id="486" r:id="rId8"/>
    <p:sldId id="467" r:id="rId9"/>
    <p:sldId id="468" r:id="rId10"/>
    <p:sldId id="469" r:id="rId11"/>
    <p:sldId id="470" r:id="rId12"/>
    <p:sldId id="471" r:id="rId13"/>
    <p:sldId id="472" r:id="rId14"/>
    <p:sldId id="473" r:id="rId15"/>
    <p:sldId id="474" r:id="rId16"/>
    <p:sldId id="284" r:id="rId17"/>
    <p:sldId id="285" r:id="rId18"/>
    <p:sldId id="476" r:id="rId19"/>
    <p:sldId id="487" r:id="rId20"/>
    <p:sldId id="488" r:id="rId21"/>
    <p:sldId id="478" r:id="rId22"/>
    <p:sldId id="479" r:id="rId23"/>
    <p:sldId id="480" r:id="rId24"/>
    <p:sldId id="481" r:id="rId25"/>
    <p:sldId id="276" r:id="rId26"/>
    <p:sldId id="482" r:id="rId27"/>
    <p:sldId id="483" r:id="rId28"/>
    <p:sldId id="484" r:id="rId29"/>
    <p:sldId id="485" r:id="rId30"/>
    <p:sldId id="293" r:id="rId31"/>
    <p:sldId id="294" r:id="rId32"/>
    <p:sldId id="301" r:id="rId33"/>
  </p:sldIdLst>
  <p:sldSz cx="12192000" cy="6858000"/>
  <p:notesSz cx="6858000" cy="9144000"/>
  <p:embeddedFontLst>
    <p:embeddedFont>
      <p:font typeface="Work Sans" pitchFamily="2" charset="0"/>
      <p:regular r:id="rId35"/>
      <p:bold r:id="rId36"/>
      <p:italic r:id="rId37"/>
      <p:boldItalic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6" roundtripDataSignature="AMtx7mj3xgFaiDJKW1tPvMRhpjjHehVoOw=="/>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Paul Kelley" initials="" lastIdx="1" clrIdx="0"/>
  <p:cmAuthor id="1" name="Paul Kelley" initials="PK" lastIdx="31" clrIdx="1">
    <p:extLst>
      <p:ext uri="{19B8F6BF-5375-455C-9EA6-DF929625EA0E}">
        <p15:presenceInfo xmlns:p15="http://schemas.microsoft.com/office/powerpoint/2012/main" userId="6637e9e8b0383d0f" providerId="Windows Live"/>
      </p:ext>
    </p:extLst>
  </p:cmAuthor>
  <p:cmAuthor id="2" name="Paul Kelley" initials="PK [2]" lastIdx="1" clrIdx="2">
    <p:extLst>
      <p:ext uri="{19B8F6BF-5375-455C-9EA6-DF929625EA0E}">
        <p15:presenceInfo xmlns:p15="http://schemas.microsoft.com/office/powerpoint/2012/main" userId="S::pkelley@cypresscollege.edu::777b1eff-b158-40c1-ad7d-9b6a685db862" providerId="AD"/>
      </p:ext>
    </p:extLst>
  </p:cmAuthor>
  <p:cmAuthor id="3" name="CE" initials="CE" lastIdx="1" clrIdx="3">
    <p:extLst>
      <p:ext uri="{19B8F6BF-5375-455C-9EA6-DF929625EA0E}">
        <p15:presenceInfo xmlns:p15="http://schemas.microsoft.com/office/powerpoint/2012/main" userId="CE"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013" autoAdjust="0"/>
    <p:restoredTop sz="87860" autoAdjust="0"/>
  </p:normalViewPr>
  <p:slideViewPr>
    <p:cSldViewPr snapToGrid="0">
      <p:cViewPr varScale="1">
        <p:scale>
          <a:sx n="65" d="100"/>
          <a:sy n="65" d="100"/>
        </p:scale>
        <p:origin x="532" y="48"/>
      </p:cViewPr>
      <p:guideLst>
        <p:guide orient="horz" pos="2160"/>
        <p:guide pos="3840"/>
      </p:guideLst>
    </p:cSldViewPr>
  </p:slideViewPr>
  <p:outlineViewPr>
    <p:cViewPr>
      <p:scale>
        <a:sx n="33" d="100"/>
        <a:sy n="33" d="100"/>
      </p:scale>
      <p:origin x="0" y="-25176"/>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3.fntdata"/><Relationship Id="rId58"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2.fntdata"/><Relationship Id="rId57" Type="http://schemas.openxmlformats.org/officeDocument/2006/relationships/commentAuthors" Target="commentAuthors.xml"/><Relationship Id="rId61"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1.fntdata"/><Relationship Id="rId56"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font" Target="fonts/font4.fntdata"/><Relationship Id="rId59"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685800" y="630237"/>
            <a:ext cx="3778647" cy="2125489"/>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 name="Google Shape;4;n"/>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360"/>
              </a:spcBef>
              <a:spcAft>
                <a:spcPts val="0"/>
              </a:spcAft>
              <a:buSzPts val="1400"/>
              <a:buNone/>
              <a:defRPr sz="1200" b="0" i="0" u="none" strike="noStrike" cap="none">
                <a:solidFill>
                  <a:schemeClr val="dk1"/>
                </a:solidFill>
                <a:latin typeface="Arial"/>
                <a:ea typeface="Arial"/>
                <a:cs typeface="Arial"/>
                <a:sym typeface="Arial"/>
              </a:defRPr>
            </a:lvl1pPr>
            <a:lvl2pPr marL="914400" marR="0" lvl="1"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2pPr>
            <a:lvl3pPr marL="1371600" marR="0" lvl="2" indent="-304800" algn="l" rtl="0">
              <a:spcBef>
                <a:spcPts val="36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3pPr>
            <a:lvl4pPr marL="1828800" marR="0" lvl="3" indent="-304800" algn="l" rtl="0">
              <a:spcBef>
                <a:spcPts val="360"/>
              </a:spcBef>
              <a:spcAft>
                <a:spcPts val="0"/>
              </a:spcAft>
              <a:buClr>
                <a:schemeClr val="dk1"/>
              </a:buClr>
              <a:buSzPts val="1200"/>
              <a:buFont typeface="Noto Sans Symbols"/>
              <a:buChar char="▪"/>
              <a:defRPr sz="1200" b="0" i="0" u="none" strike="noStrike" cap="none">
                <a:solidFill>
                  <a:schemeClr val="dk1"/>
                </a:solidFill>
                <a:latin typeface="Arial"/>
                <a:ea typeface="Arial"/>
                <a:cs typeface="Arial"/>
                <a:sym typeface="Arial"/>
              </a:defRPr>
            </a:lvl4pPr>
            <a:lvl5pPr marL="2286000" marR="0" lvl="4" indent="-304800" algn="l" rtl="0">
              <a:spcBef>
                <a:spcPts val="360"/>
              </a:spcBef>
              <a:spcAft>
                <a:spcPts val="0"/>
              </a:spcAft>
              <a:buClr>
                <a:schemeClr val="dk1"/>
              </a:buClr>
              <a:buSzPts val="1200"/>
              <a:buFont typeface="Courier New"/>
              <a:buChar char="o"/>
              <a:defRPr sz="12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SzPts val="1400"/>
              <a:buNone/>
              <a:defRPr sz="1200" b="0" i="0" u="none" strike="noStrike" cap="none">
                <a:solidFill>
                  <a:schemeClr val="dk1"/>
                </a:solidFill>
                <a:latin typeface="Arial"/>
                <a:ea typeface="Arial"/>
                <a:cs typeface="Arial"/>
                <a:sym typeface="Arial"/>
              </a:defRPr>
            </a:lvl9pPr>
          </a:lstStyle>
          <a:p>
            <a:endParaRPr/>
          </a:p>
        </p:txBody>
      </p:sp>
      <p:sp>
        <p:nvSpPr>
          <p:cNvPr id="5" name="Google Shape;5;n"/>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000" b="0" i="0" u="none" strike="noStrike" cap="none">
                <a:solidFill>
                  <a:srgbClr val="7F7F7F"/>
                </a:solidFill>
                <a:latin typeface="Arial"/>
                <a:ea typeface="Arial"/>
                <a:cs typeface="Arial"/>
                <a:sym typeface="Arial"/>
              </a:rPr>
              <a:t>‹#›</a:t>
            </a:fld>
            <a:endParaRPr sz="1000" b="0" i="0" u="none" strike="noStrike" cap="none">
              <a:solidFill>
                <a:srgbClr val="7F7F7F"/>
              </a:solidFill>
              <a:latin typeface="Arial"/>
              <a:ea typeface="Arial"/>
              <a:cs typeface="Arial"/>
              <a:sym typeface="Arial"/>
            </a:endParaRPr>
          </a:p>
        </p:txBody>
      </p:sp>
      <p:pic>
        <p:nvPicPr>
          <p:cNvPr id="6" name="Google Shape;6;n"/>
          <p:cNvPicPr preferRelativeResize="0"/>
          <p:nvPr/>
        </p:nvPicPr>
        <p:blipFill rotWithShape="1">
          <a:blip r:embed="rId2">
            <a:alphaModFix/>
          </a:blip>
          <a:srcRect/>
          <a:stretch/>
        </p:blipFill>
        <p:spPr>
          <a:xfrm>
            <a:off x="5274311" y="155512"/>
            <a:ext cx="1262321" cy="282913"/>
          </a:xfrm>
          <a:prstGeom prst="rect">
            <a:avLst/>
          </a:prstGeom>
          <a:noFill/>
          <a:ln>
            <a:noFill/>
          </a:ln>
        </p:spPr>
      </p:pic>
      <p:sp>
        <p:nvSpPr>
          <p:cNvPr id="7" name="Google Shape;7;n"/>
          <p:cNvSpPr txBox="1"/>
          <p:nvPr/>
        </p:nvSpPr>
        <p:spPr>
          <a:xfrm>
            <a:off x="135896" y="8922557"/>
            <a:ext cx="6262949" cy="200055"/>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700" b="0" i="0" u="none" strike="noStrike" cap="none">
                <a:solidFill>
                  <a:srgbClr val="7F7F7F"/>
                </a:solidFill>
                <a:latin typeface="Arial"/>
                <a:ea typeface="Arial"/>
                <a:cs typeface="Arial"/>
                <a:sym typeface="Arial"/>
              </a:rPr>
              <a:t>©2019 Cengage Learning. All Rights Reserved. May not be scanned, copied or duplicated, or posted to a publicly accessible website, in whole or in part.</a:t>
            </a:r>
            <a:endParaRPr/>
          </a:p>
        </p:txBody>
      </p:sp>
    </p:spTree>
    <p:extLst>
      <p:ext uri="{BB962C8B-B14F-4D97-AF65-F5344CB8AC3E}">
        <p14:creationId xmlns:p14="http://schemas.microsoft.com/office/powerpoint/2010/main" val="242662307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0" name="Google Shape;120;p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1" name="Google Shape;121;p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fld id="{00000000-1234-1234-1234-123412341234}" type="slidenum">
              <a:rPr kumimoji="0" lang="en-US" sz="1400" b="0" i="0" u="none" strike="noStrike" kern="0" cap="none" spc="0" normalizeH="0" baseline="0" noProof="0">
                <a:ln>
                  <a:noFill/>
                </a:ln>
                <a:solidFill>
                  <a:srgbClr val="000000"/>
                </a:solidFill>
                <a:effectLst/>
                <a:uLnTx/>
                <a:uFillTx/>
                <a:latin typeface="Arial"/>
                <a:cs typeface="Arial"/>
                <a:sym typeface="Arial"/>
              </a:rPr>
              <a:pPr marL="0" marR="0" lvl="0" indent="0" algn="r" defTabSz="914400" rtl="0" eaLnBrk="1" fontAlgn="auto" latinLnBrk="0" hangingPunct="1">
                <a:lnSpc>
                  <a:spcPct val="100000"/>
                </a:lnSpc>
                <a:spcBef>
                  <a:spcPts val="0"/>
                </a:spcBef>
                <a:spcAft>
                  <a:spcPts val="0"/>
                </a:spcAft>
                <a:buClr>
                  <a:srgbClr val="000000"/>
                </a:buClr>
                <a:buSzTx/>
                <a:buFont typeface="Arial"/>
                <a:buNone/>
                <a:tabLst/>
                <a:defRPr/>
              </a:pPr>
              <a:t>1</a:t>
            </a:fld>
            <a:endParaRPr kumimoji="0" lang="en-US" sz="1400" b="0" i="0" u="none" strike="noStrike" kern="0" cap="none" spc="0" normalizeH="0" baseline="0" noProof="0" dirty="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32782945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6"/>
        <p:cNvGrpSpPr/>
        <p:nvPr/>
      </p:nvGrpSpPr>
      <p:grpSpPr>
        <a:xfrm>
          <a:off x="0" y="0"/>
          <a:ext cx="0" cy="0"/>
          <a:chOff x="0" y="0"/>
          <a:chExt cx="0" cy="0"/>
        </a:xfrm>
      </p:grpSpPr>
      <p:sp>
        <p:nvSpPr>
          <p:cNvPr id="127" name="Google Shape;127;p2: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128" name="Google Shape;128;p2: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129" name="Google Shape;129;p2: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a:t>
            </a:fld>
            <a:endParaRPr dirty="0"/>
          </a:p>
        </p:txBody>
      </p:sp>
    </p:spTree>
    <p:extLst>
      <p:ext uri="{BB962C8B-B14F-4D97-AF65-F5344CB8AC3E}">
        <p14:creationId xmlns:p14="http://schemas.microsoft.com/office/powerpoint/2010/main" val="45879432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7082644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780256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612153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2299676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360174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184789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210885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61750739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0721015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8578096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49502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64621594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39253337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p2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06" name="Google Shape;306;p2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07" name="Google Shape;307;p2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dirty="0"/>
          </a:p>
        </p:txBody>
      </p:sp>
    </p:spTree>
    <p:extLst>
      <p:ext uri="{BB962C8B-B14F-4D97-AF65-F5344CB8AC3E}">
        <p14:creationId xmlns:p14="http://schemas.microsoft.com/office/powerpoint/2010/main" val="22492434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p30: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13" name="Google Shape;313;p30: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14" name="Google Shape;314;p30: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17</a:t>
            </a:fld>
            <a:endParaRPr dirty="0"/>
          </a:p>
        </p:txBody>
      </p:sp>
    </p:spTree>
    <p:extLst>
      <p:ext uri="{BB962C8B-B14F-4D97-AF65-F5344CB8AC3E}">
        <p14:creationId xmlns:p14="http://schemas.microsoft.com/office/powerpoint/2010/main" val="13535965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48757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29917138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806922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8022328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2366276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83103888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99518539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253" name="Google Shape;253;p21: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254" name="Google Shape;254;p21: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dirty="0"/>
          </a:p>
        </p:txBody>
      </p:sp>
    </p:spTree>
    <p:extLst>
      <p:ext uri="{BB962C8B-B14F-4D97-AF65-F5344CB8AC3E}">
        <p14:creationId xmlns:p14="http://schemas.microsoft.com/office/powerpoint/2010/main" val="11631094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43228290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347638842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11096314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2" name="Google Shape;142;p4: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069856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8: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73" name="Google Shape;373;p38: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74" name="Google Shape;374;p38: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30</a:t>
            </a:fld>
            <a:endParaRPr dirty="0"/>
          </a:p>
        </p:txBody>
      </p:sp>
    </p:spTree>
    <p:extLst>
      <p:ext uri="{BB962C8B-B14F-4D97-AF65-F5344CB8AC3E}">
        <p14:creationId xmlns:p14="http://schemas.microsoft.com/office/powerpoint/2010/main" val="42445343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8"/>
        <p:cNvGrpSpPr/>
        <p:nvPr/>
      </p:nvGrpSpPr>
      <p:grpSpPr>
        <a:xfrm>
          <a:off x="0" y="0"/>
          <a:ext cx="0" cy="0"/>
          <a:chOff x="0" y="0"/>
          <a:chExt cx="0" cy="0"/>
        </a:xfrm>
      </p:grpSpPr>
      <p:sp>
        <p:nvSpPr>
          <p:cNvPr id="379" name="Google Shape;379;p39: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380" name="Google Shape;380;p39: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None/>
            </a:pPr>
            <a:endParaRPr dirty="0"/>
          </a:p>
        </p:txBody>
      </p:sp>
      <p:sp>
        <p:nvSpPr>
          <p:cNvPr id="381" name="Google Shape;381;p39: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31</a:t>
            </a:fld>
            <a:endParaRPr dirty="0"/>
          </a:p>
        </p:txBody>
      </p:sp>
    </p:spTree>
    <p:extLst>
      <p:ext uri="{BB962C8B-B14F-4D97-AF65-F5344CB8AC3E}">
        <p14:creationId xmlns:p14="http://schemas.microsoft.com/office/powerpoint/2010/main" val="360364784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6:notes"/>
          <p:cNvSpPr>
            <a:spLocks noGrp="1" noRot="1" noChangeAspect="1"/>
          </p:cNvSpPr>
          <p:nvPr>
            <p:ph type="sldImg" idx="2"/>
          </p:nvPr>
        </p:nvSpPr>
        <p:spPr>
          <a:xfrm>
            <a:off x="685800" y="630238"/>
            <a:ext cx="3778250" cy="2125662"/>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A5A5A5"/>
            </a:solidFill>
            <a:prstDash val="solid"/>
            <a:round/>
            <a:headEnd type="none" w="sm" len="sm"/>
            <a:tailEnd type="none" w="sm" len="sm"/>
          </a:ln>
        </p:spPr>
      </p:sp>
      <p:sp>
        <p:nvSpPr>
          <p:cNvPr id="443" name="Google Shape;443;p46:notes"/>
          <p:cNvSpPr txBox="1">
            <a:spLocks noGrp="1"/>
          </p:cNvSpPr>
          <p:nvPr>
            <p:ph type="body" idx="1"/>
          </p:nvPr>
        </p:nvSpPr>
        <p:spPr>
          <a:xfrm>
            <a:off x="685800" y="2993721"/>
            <a:ext cx="5486400" cy="5520042"/>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444" name="Google Shape;444;p46:notes"/>
          <p:cNvSpPr txBox="1">
            <a:spLocks noGrp="1"/>
          </p:cNvSpPr>
          <p:nvPr>
            <p:ph type="sldNum" idx="12"/>
          </p:nvPr>
        </p:nvSpPr>
        <p:spPr>
          <a:xfrm>
            <a:off x="6063017" y="8685213"/>
            <a:ext cx="684212"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32</a:t>
            </a:fld>
            <a:endParaRPr dirty="0"/>
          </a:p>
        </p:txBody>
      </p:sp>
    </p:spTree>
    <p:extLst>
      <p:ext uri="{BB962C8B-B14F-4D97-AF65-F5344CB8AC3E}">
        <p14:creationId xmlns:p14="http://schemas.microsoft.com/office/powerpoint/2010/main" val="4516967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Content">
  <p:cSld name="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4"/>
            <a:ext cx="11241915" cy="4613339"/>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Clr>
                <a:schemeClr val="tx1"/>
              </a:buClr>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preserve="1" userDrawn="1">
  <p:cSld name="2_Title Content">
    <p:spTree>
      <p:nvGrpSpPr>
        <p:cNvPr id="1" name="Shape 23"/>
        <p:cNvGrpSpPr/>
        <p:nvPr/>
      </p:nvGrpSpPr>
      <p:grpSpPr>
        <a:xfrm>
          <a:off x="0" y="0"/>
          <a:ext cx="0" cy="0"/>
          <a:chOff x="0" y="0"/>
          <a:chExt cx="0" cy="0"/>
        </a:xfrm>
      </p:grpSpPr>
      <p:sp>
        <p:nvSpPr>
          <p:cNvPr id="24" name="Google Shape;24;p49"/>
          <p:cNvSpPr txBox="1">
            <a:spLocks noGrp="1"/>
          </p:cNvSpPr>
          <p:nvPr>
            <p:ph type="title"/>
          </p:nvPr>
        </p:nvSpPr>
        <p:spPr>
          <a:xfrm>
            <a:off x="476843" y="473245"/>
            <a:ext cx="11241915" cy="907879"/>
          </a:xfrm>
          <a:prstGeom prst="rect">
            <a:avLst/>
          </a:prstGeom>
          <a:noFill/>
          <a:ln>
            <a:noFill/>
          </a:ln>
        </p:spPr>
        <p:txBody>
          <a:bodyPr spcFirstLastPara="1" wrap="square" lIns="91425" tIns="45700" rIns="91425" bIns="45700" anchor="ctr"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dirty="0"/>
          </a:p>
        </p:txBody>
      </p:sp>
      <p:sp>
        <p:nvSpPr>
          <p:cNvPr id="25" name="Google Shape;25;p49"/>
          <p:cNvSpPr txBox="1">
            <a:spLocks noGrp="1"/>
          </p:cNvSpPr>
          <p:nvPr>
            <p:ph type="body" idx="1"/>
          </p:nvPr>
        </p:nvSpPr>
        <p:spPr>
          <a:xfrm>
            <a:off x="476843" y="1506475"/>
            <a:ext cx="11241915" cy="1922526"/>
          </a:xfrm>
          <a:prstGeom prst="rect">
            <a:avLst/>
          </a:prstGeom>
          <a:noFill/>
          <a:ln>
            <a:noFill/>
          </a:ln>
        </p:spPr>
        <p:txBody>
          <a:bodyPr spcFirstLastPara="1" wrap="square" lIns="91425" tIns="45700" rIns="91425" bIns="45700" anchor="t" anchorCtr="0">
            <a:noAutofit/>
          </a:bodyPr>
          <a:lstStyle>
            <a:lvl1pPr marL="361950" lvl="0" indent="-361950" algn="l">
              <a:lnSpc>
                <a:spcPct val="100000"/>
              </a:lnSpc>
              <a:spcBef>
                <a:spcPts val="624"/>
              </a:spcBef>
              <a:spcAft>
                <a:spcPts val="600"/>
              </a:spcAft>
              <a:buClr>
                <a:schemeClr val="tx1"/>
              </a:buClr>
              <a:buSzPct val="100000"/>
              <a:buChar char="•"/>
              <a:defRPr sz="2600"/>
            </a:lvl1pPr>
            <a:lvl2pPr marL="714375" lvl="1" indent="-352425" algn="l">
              <a:lnSpc>
                <a:spcPct val="100000"/>
              </a:lnSpc>
              <a:spcBef>
                <a:spcPts val="624"/>
              </a:spcBef>
              <a:spcAft>
                <a:spcPts val="600"/>
              </a:spcAft>
              <a:buSzPct val="100000"/>
              <a:buFont typeface="Arial" panose="020B0604020202020204" pitchFamily="34" charset="0"/>
              <a:buChar char="–"/>
              <a:defRPr sz="2400" b="0"/>
            </a:lvl2pPr>
            <a:lvl3pPr marL="1076325" lvl="2" indent="-361950" algn="l">
              <a:lnSpc>
                <a:spcPct val="100000"/>
              </a:lnSpc>
              <a:spcBef>
                <a:spcPts val="624"/>
              </a:spcBef>
              <a:spcAft>
                <a:spcPts val="600"/>
              </a:spcAft>
              <a:buSzPct val="80000"/>
              <a:buChar char="▪"/>
              <a:defRPr sz="22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lang="en-IN" sz="2600" dirty="0"/>
          </a:p>
          <a:p>
            <a:pPr lvl="1"/>
            <a:endParaRPr lang="en-IN" dirty="0"/>
          </a:p>
          <a:p>
            <a:pPr lvl="2"/>
            <a:endParaRPr dirty="0"/>
          </a:p>
        </p:txBody>
      </p:sp>
      <p:sp>
        <p:nvSpPr>
          <p:cNvPr id="3" name="Content Placeholder 2">
            <a:extLst>
              <a:ext uri="{FF2B5EF4-FFF2-40B4-BE49-F238E27FC236}">
                <a16:creationId xmlns:a16="http://schemas.microsoft.com/office/drawing/2014/main" id="{9C202D5B-FFE6-AF9E-A320-0F2873F6C709}"/>
              </a:ext>
            </a:extLst>
          </p:cNvPr>
          <p:cNvSpPr>
            <a:spLocks noGrp="1"/>
          </p:cNvSpPr>
          <p:nvPr>
            <p:ph sz="quarter" idx="10"/>
          </p:nvPr>
        </p:nvSpPr>
        <p:spPr>
          <a:xfrm>
            <a:off x="600075" y="370522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Content Placeholder 4">
            <a:extLst>
              <a:ext uri="{FF2B5EF4-FFF2-40B4-BE49-F238E27FC236}">
                <a16:creationId xmlns:a16="http://schemas.microsoft.com/office/drawing/2014/main" id="{F602E009-1791-E61C-3EEA-4B0F85B725D3}"/>
              </a:ext>
            </a:extLst>
          </p:cNvPr>
          <p:cNvSpPr>
            <a:spLocks noGrp="1"/>
          </p:cNvSpPr>
          <p:nvPr>
            <p:ph sz="quarter" idx="11"/>
          </p:nvPr>
        </p:nvSpPr>
        <p:spPr>
          <a:xfrm>
            <a:off x="2057400" y="3686175"/>
            <a:ext cx="914400" cy="914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Picture Placeholder 6">
            <a:extLst>
              <a:ext uri="{FF2B5EF4-FFF2-40B4-BE49-F238E27FC236}">
                <a16:creationId xmlns:a16="http://schemas.microsoft.com/office/drawing/2014/main" id="{9750F8C2-AF91-E891-8752-2AC9828EAB40}"/>
              </a:ext>
            </a:extLst>
          </p:cNvPr>
          <p:cNvSpPr>
            <a:spLocks noGrp="1"/>
          </p:cNvSpPr>
          <p:nvPr>
            <p:ph type="pic" sz="quarter" idx="12"/>
          </p:nvPr>
        </p:nvSpPr>
        <p:spPr>
          <a:xfrm>
            <a:off x="3524250" y="3705225"/>
            <a:ext cx="914400" cy="914400"/>
          </a:xfrm>
        </p:spPr>
        <p:txBody>
          <a:bodyPr/>
          <a:lstStyle/>
          <a:p>
            <a:endParaRPr lang="en-IN"/>
          </a:p>
        </p:txBody>
      </p:sp>
      <p:sp>
        <p:nvSpPr>
          <p:cNvPr id="9" name="Picture Placeholder 8">
            <a:extLst>
              <a:ext uri="{FF2B5EF4-FFF2-40B4-BE49-F238E27FC236}">
                <a16:creationId xmlns:a16="http://schemas.microsoft.com/office/drawing/2014/main" id="{55A2582C-3984-EDBE-AE54-79E28CC11DA7}"/>
              </a:ext>
            </a:extLst>
          </p:cNvPr>
          <p:cNvSpPr>
            <a:spLocks noGrp="1"/>
          </p:cNvSpPr>
          <p:nvPr>
            <p:ph type="pic" sz="quarter" idx="13"/>
          </p:nvPr>
        </p:nvSpPr>
        <p:spPr>
          <a:xfrm>
            <a:off x="5219700" y="3695700"/>
            <a:ext cx="914400" cy="914400"/>
          </a:xfrm>
        </p:spPr>
        <p:txBody>
          <a:bodyPr/>
          <a:lstStyle/>
          <a:p>
            <a:endParaRPr lang="en-IN"/>
          </a:p>
        </p:txBody>
      </p:sp>
      <p:sp>
        <p:nvSpPr>
          <p:cNvPr id="11" name="Table Placeholder 10">
            <a:extLst>
              <a:ext uri="{FF2B5EF4-FFF2-40B4-BE49-F238E27FC236}">
                <a16:creationId xmlns:a16="http://schemas.microsoft.com/office/drawing/2014/main" id="{EFBE5C92-1E75-9215-799E-263F94D5D435}"/>
              </a:ext>
            </a:extLst>
          </p:cNvPr>
          <p:cNvSpPr>
            <a:spLocks noGrp="1"/>
          </p:cNvSpPr>
          <p:nvPr>
            <p:ph type="tbl" sz="quarter" idx="14"/>
          </p:nvPr>
        </p:nvSpPr>
        <p:spPr>
          <a:xfrm>
            <a:off x="7067550" y="3705225"/>
            <a:ext cx="914400" cy="914400"/>
          </a:xfrm>
        </p:spPr>
        <p:txBody>
          <a:bodyPr/>
          <a:lstStyle/>
          <a:p>
            <a:endParaRPr lang="en-IN"/>
          </a:p>
        </p:txBody>
      </p:sp>
    </p:spTree>
    <p:extLst>
      <p:ext uri="{BB962C8B-B14F-4D97-AF65-F5344CB8AC3E}">
        <p14:creationId xmlns:p14="http://schemas.microsoft.com/office/powerpoint/2010/main" val="702761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6"/>
        <p:cNvGrpSpPr/>
        <p:nvPr/>
      </p:nvGrpSpPr>
      <p:grpSpPr>
        <a:xfrm>
          <a:off x="0" y="0"/>
          <a:ext cx="0" cy="0"/>
          <a:chOff x="0" y="0"/>
          <a:chExt cx="0" cy="0"/>
        </a:xfrm>
      </p:grpSpPr>
      <p:sp>
        <p:nvSpPr>
          <p:cNvPr id="27" name="Google Shape;27;p5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8" name="Google Shape;28;p50"/>
          <p:cNvSpPr txBox="1">
            <a:spLocks noGrp="1"/>
          </p:cNvSpPr>
          <p:nvPr>
            <p:ph type="body" idx="1"/>
          </p:nvPr>
        </p:nvSpPr>
        <p:spPr>
          <a:xfrm>
            <a:off x="476843" y="1825625"/>
            <a:ext cx="5542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9" name="Google Shape;29;p50"/>
          <p:cNvSpPr txBox="1">
            <a:spLocks noGrp="1"/>
          </p:cNvSpPr>
          <p:nvPr>
            <p:ph type="body" idx="2"/>
          </p:nvPr>
        </p:nvSpPr>
        <p:spPr>
          <a:xfrm>
            <a:off x="6172200" y="1825625"/>
            <a:ext cx="5542956"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30"/>
        <p:cNvGrpSpPr/>
        <p:nvPr/>
      </p:nvGrpSpPr>
      <p:grpSpPr>
        <a:xfrm>
          <a:off x="0" y="0"/>
          <a:ext cx="0" cy="0"/>
          <a:chOff x="0" y="0"/>
          <a:chExt cx="0" cy="0"/>
        </a:xfrm>
      </p:grpSpPr>
      <p:sp>
        <p:nvSpPr>
          <p:cNvPr id="31" name="Google Shape;31;p5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2" name="Google Shape;32;p51"/>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51"/>
          <p:cNvSpPr txBox="1">
            <a:spLocks noGrp="1"/>
          </p:cNvSpPr>
          <p:nvPr>
            <p:ph type="dt" idx="10"/>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1"/>
          <p:cNvSpPr txBox="1">
            <a:spLocks noGrp="1"/>
          </p:cNvSpPr>
          <p:nvPr>
            <p:ph type="ftr" idx="11"/>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800">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1"/>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lvl1pPr marL="0" marR="0" lvl="0" indent="0" algn="l" rtl="0">
              <a:spcBef>
                <a:spcPts val="0"/>
              </a:spcBef>
              <a:spcAft>
                <a:spcPts val="0"/>
              </a:spcAft>
              <a:buNone/>
              <a:defRPr sz="1800">
                <a:solidFill>
                  <a:schemeClr val="dk1"/>
                </a:solidFill>
                <a:latin typeface="Calibri"/>
                <a:ea typeface="Calibri"/>
                <a:cs typeface="Calibri"/>
                <a:sym typeface="Calibri"/>
              </a:defRPr>
            </a:lvl1pPr>
            <a:lvl2pPr marL="0" marR="0" lvl="1" indent="0" algn="l" rtl="0">
              <a:spcBef>
                <a:spcPts val="0"/>
              </a:spcBef>
              <a:spcAft>
                <a:spcPts val="0"/>
              </a:spcAft>
              <a:buNone/>
              <a:defRPr sz="1800">
                <a:solidFill>
                  <a:schemeClr val="dk1"/>
                </a:solidFill>
                <a:latin typeface="Calibri"/>
                <a:ea typeface="Calibri"/>
                <a:cs typeface="Calibri"/>
                <a:sym typeface="Calibri"/>
              </a:defRPr>
            </a:lvl2pPr>
            <a:lvl3pPr marL="0" marR="0" lvl="2" indent="0" algn="l" rtl="0">
              <a:spcBef>
                <a:spcPts val="0"/>
              </a:spcBef>
              <a:spcAft>
                <a:spcPts val="0"/>
              </a:spcAft>
              <a:buNone/>
              <a:defRPr sz="1800">
                <a:solidFill>
                  <a:schemeClr val="dk1"/>
                </a:solidFill>
                <a:latin typeface="Calibri"/>
                <a:ea typeface="Calibri"/>
                <a:cs typeface="Calibri"/>
                <a:sym typeface="Calibri"/>
              </a:defRPr>
            </a:lvl3pPr>
            <a:lvl4pPr marL="0" marR="0" lvl="3" indent="0" algn="l" rtl="0">
              <a:spcBef>
                <a:spcPts val="0"/>
              </a:spcBef>
              <a:spcAft>
                <a:spcPts val="0"/>
              </a:spcAft>
              <a:buNone/>
              <a:defRPr sz="1800">
                <a:solidFill>
                  <a:schemeClr val="dk1"/>
                </a:solidFill>
                <a:latin typeface="Calibri"/>
                <a:ea typeface="Calibri"/>
                <a:cs typeface="Calibri"/>
                <a:sym typeface="Calibri"/>
              </a:defRPr>
            </a:lvl4pPr>
            <a:lvl5pPr marL="0" marR="0" lvl="4" indent="0" algn="l" rtl="0">
              <a:spcBef>
                <a:spcPts val="0"/>
              </a:spcBef>
              <a:spcAft>
                <a:spcPts val="0"/>
              </a:spcAft>
              <a:buNone/>
              <a:defRPr sz="1800">
                <a:solidFill>
                  <a:schemeClr val="dk1"/>
                </a:solidFill>
                <a:latin typeface="Calibri"/>
                <a:ea typeface="Calibri"/>
                <a:cs typeface="Calibri"/>
                <a:sym typeface="Calibri"/>
              </a:defRPr>
            </a:lvl5pPr>
            <a:lvl6pPr marL="0" marR="0" lvl="5" indent="0" algn="l" rtl="0">
              <a:spcBef>
                <a:spcPts val="0"/>
              </a:spcBef>
              <a:spcAft>
                <a:spcPts val="0"/>
              </a:spcAft>
              <a:buNone/>
              <a:defRPr sz="1800">
                <a:solidFill>
                  <a:schemeClr val="dk1"/>
                </a:solidFill>
                <a:latin typeface="Calibri"/>
                <a:ea typeface="Calibri"/>
                <a:cs typeface="Calibri"/>
                <a:sym typeface="Calibri"/>
              </a:defRPr>
            </a:lvl6pPr>
            <a:lvl7pPr marL="0" marR="0" lvl="6" indent="0" algn="l" rtl="0">
              <a:spcBef>
                <a:spcPts val="0"/>
              </a:spcBef>
              <a:spcAft>
                <a:spcPts val="0"/>
              </a:spcAft>
              <a:buNone/>
              <a:defRPr sz="1800">
                <a:solidFill>
                  <a:schemeClr val="dk1"/>
                </a:solidFill>
                <a:latin typeface="Calibri"/>
                <a:ea typeface="Calibri"/>
                <a:cs typeface="Calibri"/>
                <a:sym typeface="Calibri"/>
              </a:defRPr>
            </a:lvl7pPr>
            <a:lvl8pPr marL="0" marR="0" lvl="7" indent="0" algn="l" rtl="0">
              <a:spcBef>
                <a:spcPts val="0"/>
              </a:spcBef>
              <a:spcAft>
                <a:spcPts val="0"/>
              </a:spcAft>
              <a:buNone/>
              <a:defRPr sz="1800">
                <a:solidFill>
                  <a:schemeClr val="dk1"/>
                </a:solidFill>
                <a:latin typeface="Calibri"/>
                <a:ea typeface="Calibri"/>
                <a:cs typeface="Calibri"/>
                <a:sym typeface="Calibri"/>
              </a:defRPr>
            </a:lvl8pPr>
            <a:lvl9pPr marL="0" marR="0" lvl="8" indent="0" algn="l" rtl="0">
              <a:spcBef>
                <a:spcPts val="0"/>
              </a:spcBef>
              <a:spcAft>
                <a:spcPts val="0"/>
              </a:spcAft>
              <a:buNone/>
              <a:defRPr sz="1800">
                <a:solidFill>
                  <a:schemeClr val="dk1"/>
                </a:solidFill>
                <a:latin typeface="Calibri"/>
                <a:ea typeface="Calibri"/>
                <a:cs typeface="Calibri"/>
                <a:sym typeface="Calibri"/>
              </a:defRPr>
            </a:lvl9pPr>
          </a:lstStyle>
          <a:p>
            <a:pPr marL="0" lvl="0" indent="0" algn="l"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Divider">
  <p:cSld name="Section Divider">
    <p:spTree>
      <p:nvGrpSpPr>
        <p:cNvPr id="1" name="Shape 36"/>
        <p:cNvGrpSpPr/>
        <p:nvPr/>
      </p:nvGrpSpPr>
      <p:grpSpPr>
        <a:xfrm>
          <a:off x="0" y="0"/>
          <a:ext cx="0" cy="0"/>
          <a:chOff x="0" y="0"/>
          <a:chExt cx="0" cy="0"/>
        </a:xfrm>
      </p:grpSpPr>
      <p:pic>
        <p:nvPicPr>
          <p:cNvPr id="37" name="Google Shape;37;p52"/>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38" name="Google Shape;38;p52"/>
          <p:cNvSpPr txBox="1">
            <a:spLocks noGrp="1"/>
          </p:cNvSpPr>
          <p:nvPr>
            <p:ph type="ctrTitle"/>
          </p:nvPr>
        </p:nvSpPr>
        <p:spPr>
          <a:xfrm>
            <a:off x="914400" y="1153123"/>
            <a:ext cx="10424160" cy="23876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lt1"/>
              </a:buClr>
              <a:buSzPts val="5400"/>
              <a:buFont typeface="Work Sans"/>
              <a:buNone/>
              <a:defRPr sz="54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52"/>
          <p:cNvSpPr txBox="1">
            <a:spLocks noGrp="1"/>
          </p:cNvSpPr>
          <p:nvPr>
            <p:ph type="subTitle" idx="1"/>
          </p:nvPr>
        </p:nvSpPr>
        <p:spPr>
          <a:xfrm>
            <a:off x="914400" y="3809720"/>
            <a:ext cx="10424160" cy="1424930"/>
          </a:xfrm>
          <a:prstGeom prst="rect">
            <a:avLst/>
          </a:prstGeom>
          <a:noFill/>
          <a:ln>
            <a:noFill/>
          </a:ln>
        </p:spPr>
        <p:txBody>
          <a:bodyPr spcFirstLastPara="1" wrap="square" lIns="91425" tIns="45700" rIns="91425" bIns="45700" anchor="t" anchorCtr="0">
            <a:noAutofit/>
          </a:bodyPr>
          <a:lstStyle>
            <a:lvl1pPr lvl="0" algn="ctr">
              <a:lnSpc>
                <a:spcPct val="100000"/>
              </a:lnSpc>
              <a:spcBef>
                <a:spcPts val="1000"/>
              </a:spcBef>
              <a:spcAft>
                <a:spcPts val="0"/>
              </a:spcAft>
              <a:buSzPts val="3600"/>
              <a:buNone/>
              <a:defRPr sz="3600">
                <a:solidFill>
                  <a:schemeClr val="lt1"/>
                </a:solidFill>
              </a:defRPr>
            </a:lvl1pPr>
            <a:lvl2pPr lvl="1" algn="ctr">
              <a:lnSpc>
                <a:spcPct val="100000"/>
              </a:lnSpc>
              <a:spcBef>
                <a:spcPts val="800"/>
              </a:spcBef>
              <a:spcAft>
                <a:spcPts val="0"/>
              </a:spcAft>
              <a:buSzPts val="2000"/>
              <a:buNone/>
              <a:defRPr sz="2000"/>
            </a:lvl2pPr>
            <a:lvl3pPr lvl="2" algn="ctr">
              <a:lnSpc>
                <a:spcPct val="100000"/>
              </a:lnSpc>
              <a:spcBef>
                <a:spcPts val="800"/>
              </a:spcBef>
              <a:spcAft>
                <a:spcPts val="0"/>
              </a:spcAft>
              <a:buSzPts val="1440"/>
              <a:buNone/>
              <a:defRPr sz="1800"/>
            </a:lvl3pPr>
            <a:lvl4pPr lvl="3" algn="ctr">
              <a:lnSpc>
                <a:spcPct val="90000"/>
              </a:lnSpc>
              <a:spcBef>
                <a:spcPts val="800"/>
              </a:spcBef>
              <a:spcAft>
                <a:spcPts val="0"/>
              </a:spcAft>
              <a:buSzPts val="1600"/>
              <a:buNone/>
              <a:defRPr sz="1600"/>
            </a:lvl4pPr>
            <a:lvl5pPr lvl="4" algn="ctr">
              <a:lnSpc>
                <a:spcPct val="90000"/>
              </a:lnSpc>
              <a:spcBef>
                <a:spcPts val="500"/>
              </a:spcBef>
              <a:spcAft>
                <a:spcPts val="0"/>
              </a:spcAft>
              <a:buClr>
                <a:schemeClr val="accent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40" name="Google Shape;40;p52"/>
          <p:cNvPicPr preferRelativeResize="0"/>
          <p:nvPr/>
        </p:nvPicPr>
        <p:blipFill rotWithShape="1">
          <a:blip r:embed="rId3">
            <a:alphaModFix/>
          </a:blip>
          <a:srcRect/>
          <a:stretch/>
        </p:blipFill>
        <p:spPr>
          <a:xfrm>
            <a:off x="183087" y="6223885"/>
            <a:ext cx="1820281" cy="610675"/>
          </a:xfrm>
          <a:prstGeom prst="rect">
            <a:avLst/>
          </a:prstGeom>
          <a:noFill/>
          <a:ln>
            <a:noFill/>
          </a:ln>
        </p:spPr>
      </p:pic>
      <p:sp>
        <p:nvSpPr>
          <p:cNvPr id="41" name="Google Shape;41;p52"/>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a:solidFill>
                  <a:schemeClr val="lt1"/>
                </a:solidFill>
                <a:latin typeface="Work Sans"/>
                <a:ea typeface="Work Sans"/>
                <a:cs typeface="Work Sans"/>
                <a:sym typeface="Work Sans"/>
              </a:rPr>
              <a:t>‹#›</a:t>
            </a:fld>
            <a:endParaRPr sz="1100">
              <a:solidFill>
                <a:schemeClr val="lt1"/>
              </a:solidFill>
              <a:latin typeface="Work Sans"/>
              <a:ea typeface="Work Sans"/>
              <a:cs typeface="Work Sans"/>
              <a:sym typeface="Work Sans"/>
            </a:endParaRPr>
          </a:p>
        </p:txBody>
      </p:sp>
      <p:sp>
        <p:nvSpPr>
          <p:cNvPr id="42" name="Google Shape;42;p52"/>
          <p:cNvSpPr txBox="1"/>
          <p:nvPr/>
        </p:nvSpPr>
        <p:spPr>
          <a:xfrm>
            <a:off x="2322513" y="6393561"/>
            <a:ext cx="8677275"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200"/>
              <a:buFont typeface="Arial"/>
              <a:buNone/>
            </a:pPr>
            <a:r>
              <a:rPr lang="en-US" sz="1200">
                <a:solidFill>
                  <a:schemeClr val="lt1"/>
                </a:solidFill>
                <a:latin typeface="Arial"/>
                <a:ea typeface="Arial"/>
                <a:cs typeface="Arial"/>
                <a:sym typeface="Arial"/>
              </a:rPr>
              <a:t>Rob Thompson and Jack Erjavec, Automotive Technology: A Systems Approach, 8</a:t>
            </a:r>
            <a:r>
              <a:rPr lang="en-US" sz="1200" baseline="30000">
                <a:solidFill>
                  <a:schemeClr val="lt1"/>
                </a:solidFill>
                <a:latin typeface="Arial"/>
                <a:ea typeface="Arial"/>
                <a:cs typeface="Arial"/>
                <a:sym typeface="Arial"/>
              </a:rPr>
              <a:t>th</a:t>
            </a:r>
            <a:r>
              <a:rPr lang="en-US" sz="1200">
                <a:solidFill>
                  <a:schemeClr val="lt1"/>
                </a:solidFill>
                <a:latin typeface="Arial"/>
                <a:ea typeface="Arial"/>
                <a:cs typeface="Arial"/>
                <a:sym typeface="Arial"/>
              </a:rPr>
              <a:t> Edition. © 2025 Cengage. All Rights Reserved. May not be scanned, copied or duplicated, or posted to a publicly accessible website, in whole or in part.</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1_Title Content">
  <p:cSld name="1_Title Content">
    <p:spTree>
      <p:nvGrpSpPr>
        <p:cNvPr id="1" name="Shape 43"/>
        <p:cNvGrpSpPr/>
        <p:nvPr/>
      </p:nvGrpSpPr>
      <p:grpSpPr>
        <a:xfrm>
          <a:off x="0" y="0"/>
          <a:ext cx="0" cy="0"/>
          <a:chOff x="0" y="0"/>
          <a:chExt cx="0" cy="0"/>
        </a:xfrm>
      </p:grpSpPr>
      <p:sp>
        <p:nvSpPr>
          <p:cNvPr id="44" name="Google Shape;44;p53"/>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5" name="Google Shape;45;p53"/>
          <p:cNvSpPr txBox="1">
            <a:spLocks noGrp="1"/>
          </p:cNvSpPr>
          <p:nvPr>
            <p:ph type="body" idx="1"/>
          </p:nvPr>
        </p:nvSpPr>
        <p:spPr>
          <a:xfrm>
            <a:off x="476843" y="1508125"/>
            <a:ext cx="8429413" cy="1920876"/>
          </a:xfrm>
          <a:prstGeom prst="rect">
            <a:avLst/>
          </a:prstGeom>
          <a:noFill/>
          <a:ln>
            <a:noFill/>
          </a:ln>
        </p:spPr>
        <p:txBody>
          <a:bodyPr spcFirstLastPara="1" wrap="square" lIns="91425" tIns="45700" rIns="91425" bIns="45700" anchor="t" anchorCtr="0">
            <a:noAutofit/>
          </a:bodyPr>
          <a:lstStyle>
            <a:lvl1pPr marL="457200" lvl="0" indent="-406400" algn="l">
              <a:lnSpc>
                <a:spcPct val="100000"/>
              </a:lnSpc>
              <a:spcBef>
                <a:spcPts val="624"/>
              </a:spcBef>
              <a:spcAft>
                <a:spcPts val="0"/>
              </a:spcAft>
              <a:buSzPts val="2800"/>
              <a:buChar char="•"/>
              <a:defRPr sz="2800"/>
            </a:lvl1pPr>
            <a:lvl2pPr marL="914400" lvl="1" indent="-393700" algn="l">
              <a:lnSpc>
                <a:spcPct val="100000"/>
              </a:lnSpc>
              <a:spcBef>
                <a:spcPts val="624"/>
              </a:spcBef>
              <a:spcAft>
                <a:spcPts val="0"/>
              </a:spcAft>
              <a:buSzPts val="2600"/>
              <a:buChar char="−"/>
              <a:defRPr sz="2600" b="0"/>
            </a:lvl2pPr>
            <a:lvl3pPr marL="1371600" lvl="2" indent="-350519" algn="l">
              <a:lnSpc>
                <a:spcPct val="100000"/>
              </a:lnSpc>
              <a:spcBef>
                <a:spcPts val="624"/>
              </a:spcBef>
              <a:spcAft>
                <a:spcPts val="0"/>
              </a:spcAft>
              <a:buSzPts val="1920"/>
              <a:buChar char="▪"/>
              <a:defRPr sz="2400" b="0"/>
            </a:lvl3pPr>
            <a:lvl4pPr marL="1828800" marR="0" lvl="3" indent="-228600" algn="l">
              <a:lnSpc>
                <a:spcPct val="100000"/>
              </a:lnSpc>
              <a:spcBef>
                <a:spcPts val="624"/>
              </a:spcBef>
              <a:spcAft>
                <a:spcPts val="0"/>
              </a:spcAft>
              <a:buClr>
                <a:schemeClr val="dk1"/>
              </a:buClr>
              <a:buSzPts val="2400"/>
              <a:buFont typeface="Arial"/>
              <a:buNone/>
              <a:defRPr/>
            </a:lvl4pPr>
            <a:lvl5pPr marL="2286000" lvl="4" indent="-342900" algn="l">
              <a:lnSpc>
                <a:spcPct val="90000"/>
              </a:lnSpc>
              <a:spcBef>
                <a:spcPts val="6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6" name="Google Shape;46;p53"/>
          <p:cNvSpPr>
            <a:spLocks noGrp="1"/>
          </p:cNvSpPr>
          <p:nvPr>
            <p:ph type="pic" idx="2"/>
          </p:nvPr>
        </p:nvSpPr>
        <p:spPr>
          <a:xfrm>
            <a:off x="712788" y="3713163"/>
            <a:ext cx="3640137" cy="1636712"/>
          </a:xfrm>
          <a:prstGeom prst="rect">
            <a:avLst/>
          </a:prstGeom>
          <a:noFill/>
          <a:ln>
            <a:noFill/>
          </a:ln>
        </p:spPr>
      </p:sp>
      <p:sp>
        <p:nvSpPr>
          <p:cNvPr id="47" name="Google Shape;47;p53"/>
          <p:cNvSpPr>
            <a:spLocks noGrp="1"/>
          </p:cNvSpPr>
          <p:nvPr>
            <p:ph type="pic" idx="3"/>
          </p:nvPr>
        </p:nvSpPr>
        <p:spPr>
          <a:xfrm>
            <a:off x="5157788" y="3713163"/>
            <a:ext cx="3062287" cy="1343025"/>
          </a:xfrm>
          <a:prstGeom prst="rect">
            <a:avLst/>
          </a:prstGeom>
          <a:noFill/>
          <a:ln>
            <a:noFill/>
          </a:ln>
        </p:spPr>
      </p:sp>
      <p:sp>
        <p:nvSpPr>
          <p:cNvPr id="48" name="Google Shape;48;p53"/>
          <p:cNvSpPr txBox="1">
            <a:spLocks noGrp="1"/>
          </p:cNvSpPr>
          <p:nvPr>
            <p:ph type="body" idx="4"/>
          </p:nvPr>
        </p:nvSpPr>
        <p:spPr>
          <a:xfrm>
            <a:off x="7839075" y="2259013"/>
            <a:ext cx="3408363" cy="14541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9" name="Google Shape;49;p53"/>
          <p:cNvSpPr txBox="1">
            <a:spLocks noGrp="1"/>
          </p:cNvSpPr>
          <p:nvPr>
            <p:ph type="body" idx="5"/>
          </p:nvPr>
        </p:nvSpPr>
        <p:spPr>
          <a:xfrm>
            <a:off x="8494713" y="4856163"/>
            <a:ext cx="914400" cy="91440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1_Title Content and image caption">
  <p:cSld name="1_Title Content and image caption">
    <p:spTree>
      <p:nvGrpSpPr>
        <p:cNvPr id="1" name="Shape 50"/>
        <p:cNvGrpSpPr/>
        <p:nvPr/>
      </p:nvGrpSpPr>
      <p:grpSpPr>
        <a:xfrm>
          <a:off x="0" y="0"/>
          <a:ext cx="0" cy="0"/>
          <a:chOff x="0" y="0"/>
          <a:chExt cx="0" cy="0"/>
        </a:xfrm>
      </p:grpSpPr>
      <p:sp>
        <p:nvSpPr>
          <p:cNvPr id="51" name="Google Shape;51;p54"/>
          <p:cNvSpPr txBox="1">
            <a:spLocks noGrp="1"/>
          </p:cNvSpPr>
          <p:nvPr>
            <p:ph type="title"/>
          </p:nvPr>
        </p:nvSpPr>
        <p:spPr>
          <a:xfrm>
            <a:off x="476843" y="473246"/>
            <a:ext cx="11241915" cy="710096"/>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54"/>
          <p:cNvSpPr txBox="1">
            <a:spLocks noGrp="1"/>
          </p:cNvSpPr>
          <p:nvPr>
            <p:ph type="body" idx="1"/>
          </p:nvPr>
        </p:nvSpPr>
        <p:spPr>
          <a:xfrm>
            <a:off x="476843" y="1280161"/>
            <a:ext cx="11241915" cy="177501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3" name="Google Shape;53;p54"/>
          <p:cNvSpPr txBox="1">
            <a:spLocks noGrp="1"/>
          </p:cNvSpPr>
          <p:nvPr>
            <p:ph type="body" idx="2"/>
          </p:nvPr>
        </p:nvSpPr>
        <p:spPr>
          <a:xfrm>
            <a:off x="476250" y="3184525"/>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4" name="Google Shape;54;p54"/>
          <p:cNvSpPr txBox="1">
            <a:spLocks noGrp="1"/>
          </p:cNvSpPr>
          <p:nvPr>
            <p:ph type="body" idx="3"/>
          </p:nvPr>
        </p:nvSpPr>
        <p:spPr>
          <a:xfrm>
            <a:off x="476250" y="3925888"/>
            <a:ext cx="4525963" cy="61277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5" name="Google Shape;55;p54"/>
          <p:cNvSpPr>
            <a:spLocks noGrp="1"/>
          </p:cNvSpPr>
          <p:nvPr>
            <p:ph type="pic" idx="4"/>
          </p:nvPr>
        </p:nvSpPr>
        <p:spPr>
          <a:xfrm>
            <a:off x="5745163" y="3313113"/>
            <a:ext cx="2484437" cy="1054100"/>
          </a:xfrm>
          <a:prstGeom prst="rect">
            <a:avLst/>
          </a:prstGeom>
          <a:noFill/>
          <a:ln>
            <a:noFill/>
          </a:ln>
        </p:spPr>
      </p:sp>
      <p:sp>
        <p:nvSpPr>
          <p:cNvPr id="56" name="Google Shape;56;p54"/>
          <p:cNvSpPr>
            <a:spLocks noGrp="1"/>
          </p:cNvSpPr>
          <p:nvPr>
            <p:ph type="pic" idx="5"/>
          </p:nvPr>
        </p:nvSpPr>
        <p:spPr>
          <a:xfrm>
            <a:off x="5948363" y="4538663"/>
            <a:ext cx="2033587" cy="754062"/>
          </a:xfrm>
          <a:prstGeom prst="rect">
            <a:avLst/>
          </a:prstGeom>
          <a:noFill/>
          <a:ln>
            <a:no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hree Content">
  <p:cSld name="Three Content">
    <p:spTree>
      <p:nvGrpSpPr>
        <p:cNvPr id="1" name="Shape 57"/>
        <p:cNvGrpSpPr/>
        <p:nvPr/>
      </p:nvGrpSpPr>
      <p:grpSpPr>
        <a:xfrm>
          <a:off x="0" y="0"/>
          <a:ext cx="0" cy="0"/>
          <a:chOff x="0" y="0"/>
          <a:chExt cx="0" cy="0"/>
        </a:xfrm>
      </p:grpSpPr>
      <p:sp>
        <p:nvSpPr>
          <p:cNvPr id="58" name="Google Shape;58;p55"/>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9" name="Google Shape;59;p55"/>
          <p:cNvSpPr txBox="1">
            <a:spLocks noGrp="1"/>
          </p:cNvSpPr>
          <p:nvPr>
            <p:ph type="body" idx="1"/>
          </p:nvPr>
        </p:nvSpPr>
        <p:spPr>
          <a:xfrm>
            <a:off x="476844"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0" name="Google Shape;60;p55"/>
          <p:cNvSpPr txBox="1">
            <a:spLocks noGrp="1"/>
          </p:cNvSpPr>
          <p:nvPr>
            <p:ph type="body" idx="2"/>
          </p:nvPr>
        </p:nvSpPr>
        <p:spPr>
          <a:xfrm>
            <a:off x="4423735" y="1829037"/>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1" name="Google Shape;61;p55"/>
          <p:cNvSpPr txBox="1">
            <a:spLocks noGrp="1"/>
          </p:cNvSpPr>
          <p:nvPr>
            <p:ph type="body" idx="3"/>
          </p:nvPr>
        </p:nvSpPr>
        <p:spPr>
          <a:xfrm>
            <a:off x="8370626" y="1825625"/>
            <a:ext cx="3344530"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381000" algn="l">
              <a:lnSpc>
                <a:spcPct val="90000"/>
              </a:lnSpc>
              <a:spcBef>
                <a:spcPts val="800"/>
              </a:spcBef>
              <a:spcAft>
                <a:spcPts val="0"/>
              </a:spcAft>
              <a:buClr>
                <a:schemeClr val="dk1"/>
              </a:buClr>
              <a:buSzPts val="2400"/>
              <a:buFont typeface="Arial"/>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Subtitle">
  <p:cSld name="Title/Subtitle">
    <p:spTree>
      <p:nvGrpSpPr>
        <p:cNvPr id="1" name="Shape 62"/>
        <p:cNvGrpSpPr/>
        <p:nvPr/>
      </p:nvGrpSpPr>
      <p:grpSpPr>
        <a:xfrm>
          <a:off x="0" y="0"/>
          <a:ext cx="0" cy="0"/>
          <a:chOff x="0" y="0"/>
          <a:chExt cx="0" cy="0"/>
        </a:xfrm>
      </p:grpSpPr>
      <p:sp>
        <p:nvSpPr>
          <p:cNvPr id="63" name="Google Shape;63;p56"/>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56"/>
          <p:cNvSpPr txBox="1">
            <a:spLocks noGrp="1"/>
          </p:cNvSpPr>
          <p:nvPr>
            <p:ph type="body" idx="1"/>
          </p:nvPr>
        </p:nvSpPr>
        <p:spPr>
          <a:xfrm>
            <a:off x="476843" y="188767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5" name="Google Shape;65;p56"/>
          <p:cNvSpPr txBox="1">
            <a:spLocks noGrp="1"/>
          </p:cNvSpPr>
          <p:nvPr>
            <p:ph type="body" idx="2"/>
          </p:nvPr>
        </p:nvSpPr>
        <p:spPr>
          <a:xfrm>
            <a:off x="476843" y="2677888"/>
            <a:ext cx="11241915" cy="2621900"/>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6" name="Google Shape;66;p56"/>
          <p:cNvSpPr txBox="1">
            <a:spLocks noGrp="1"/>
          </p:cNvSpPr>
          <p:nvPr>
            <p:ph type="body" idx="3"/>
          </p:nvPr>
        </p:nvSpPr>
        <p:spPr>
          <a:xfrm>
            <a:off x="476844" y="5395327"/>
            <a:ext cx="11241914" cy="951787"/>
          </a:xfrm>
          <a:prstGeom prst="rect">
            <a:avLst/>
          </a:prstGeom>
          <a:noFill/>
          <a:ln>
            <a:noFill/>
          </a:ln>
        </p:spPr>
        <p:txBody>
          <a:bodyPr spcFirstLastPara="1" wrap="square" lIns="91425" tIns="45700" rIns="91425" bIns="45700" anchor="t" anchorCtr="0">
            <a:noAutofit/>
          </a:bodyPr>
          <a:lstStyle>
            <a:lvl1pPr marL="457200" lvl="0" indent="-285750" algn="l">
              <a:lnSpc>
                <a:spcPct val="100000"/>
              </a:lnSpc>
              <a:spcBef>
                <a:spcPts val="1000"/>
              </a:spcBef>
              <a:spcAft>
                <a:spcPts val="0"/>
              </a:spcAft>
              <a:buSzPts val="900"/>
              <a:buChar char="•"/>
              <a:defRPr sz="900" b="0"/>
            </a:lvl1pPr>
            <a:lvl2pPr marL="914400" lvl="1" indent="-285750" algn="l">
              <a:lnSpc>
                <a:spcPct val="100000"/>
              </a:lnSpc>
              <a:spcBef>
                <a:spcPts val="800"/>
              </a:spcBef>
              <a:spcAft>
                <a:spcPts val="0"/>
              </a:spcAft>
              <a:buSzPts val="900"/>
              <a:buChar char="−"/>
              <a:defRPr sz="900" b="0"/>
            </a:lvl2pPr>
            <a:lvl3pPr marL="1371600" lvl="2" indent="-274319" algn="l">
              <a:lnSpc>
                <a:spcPct val="100000"/>
              </a:lnSpc>
              <a:spcBef>
                <a:spcPts val="800"/>
              </a:spcBef>
              <a:spcAft>
                <a:spcPts val="0"/>
              </a:spcAft>
              <a:buSzPts val="720"/>
              <a:buChar char="▪"/>
              <a:defRPr sz="900" b="0"/>
            </a:lvl3pPr>
            <a:lvl4pPr marL="1828800" lvl="3" indent="-285750" algn="l">
              <a:lnSpc>
                <a:spcPct val="90000"/>
              </a:lnSpc>
              <a:spcBef>
                <a:spcPts val="800"/>
              </a:spcBef>
              <a:spcAft>
                <a:spcPts val="0"/>
              </a:spcAft>
              <a:buSzPts val="900"/>
              <a:buChar char="•"/>
              <a:defRPr sz="900" b="0"/>
            </a:lvl4pPr>
            <a:lvl5pPr marL="2286000" lvl="4" indent="-285750" algn="l">
              <a:lnSpc>
                <a:spcPct val="90000"/>
              </a:lnSpc>
              <a:spcBef>
                <a:spcPts val="500"/>
              </a:spcBef>
              <a:spcAft>
                <a:spcPts val="0"/>
              </a:spcAft>
              <a:buClr>
                <a:schemeClr val="accent1"/>
              </a:buClr>
              <a:buSzPts val="900"/>
              <a:buChar char="•"/>
              <a:defRPr sz="900" b="0"/>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Subtitle/Images">
  <p:cSld name="Title/Subtitle/Images">
    <p:spTree>
      <p:nvGrpSpPr>
        <p:cNvPr id="1" name="Shape 67"/>
        <p:cNvGrpSpPr/>
        <p:nvPr/>
      </p:nvGrpSpPr>
      <p:grpSpPr>
        <a:xfrm>
          <a:off x="0" y="0"/>
          <a:ext cx="0" cy="0"/>
          <a:chOff x="0" y="0"/>
          <a:chExt cx="0" cy="0"/>
        </a:xfrm>
      </p:grpSpPr>
      <p:sp>
        <p:nvSpPr>
          <p:cNvPr id="68" name="Google Shape;68;p57"/>
          <p:cNvSpPr txBox="1">
            <a:spLocks noGrp="1"/>
          </p:cNvSpPr>
          <p:nvPr>
            <p:ph type="title"/>
          </p:nvPr>
        </p:nvSpPr>
        <p:spPr>
          <a:xfrm>
            <a:off x="476843" y="475488"/>
            <a:ext cx="11241915" cy="1071533"/>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9" name="Google Shape;69;p57"/>
          <p:cNvSpPr txBox="1">
            <a:spLocks noGrp="1"/>
          </p:cNvSpPr>
          <p:nvPr>
            <p:ph type="body" idx="1"/>
          </p:nvPr>
        </p:nvSpPr>
        <p:spPr>
          <a:xfrm>
            <a:off x="476843" y="1857694"/>
            <a:ext cx="11241915" cy="69114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800"/>
              <a:buNone/>
              <a:defRPr sz="2800" b="1"/>
            </a:lvl1pPr>
            <a:lvl2pPr marL="914400" lvl="1" indent="-406400" algn="l">
              <a:lnSpc>
                <a:spcPct val="100000"/>
              </a:lnSpc>
              <a:spcBef>
                <a:spcPts val="800"/>
              </a:spcBef>
              <a:spcAft>
                <a:spcPts val="0"/>
              </a:spcAft>
              <a:buSzPts val="2800"/>
              <a:buChar char="−"/>
              <a:defRPr sz="28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0" name="Google Shape;70;p57"/>
          <p:cNvSpPr txBox="1">
            <a:spLocks noGrp="1"/>
          </p:cNvSpPr>
          <p:nvPr>
            <p:ph type="body" idx="2"/>
          </p:nvPr>
        </p:nvSpPr>
        <p:spPr>
          <a:xfrm>
            <a:off x="476843" y="2677888"/>
            <a:ext cx="11241915" cy="1505492"/>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57"/>
          <p:cNvSpPr txBox="1">
            <a:spLocks noGrp="1"/>
          </p:cNvSpPr>
          <p:nvPr>
            <p:ph type="body" idx="3"/>
          </p:nvPr>
        </p:nvSpPr>
        <p:spPr>
          <a:xfrm>
            <a:off x="476844"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2" name="Google Shape;72;p57"/>
          <p:cNvSpPr txBox="1">
            <a:spLocks noGrp="1"/>
          </p:cNvSpPr>
          <p:nvPr>
            <p:ph type="body" idx="4"/>
          </p:nvPr>
        </p:nvSpPr>
        <p:spPr>
          <a:xfrm>
            <a:off x="3382488" y="43103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57"/>
          <p:cNvSpPr txBox="1">
            <a:spLocks noGrp="1"/>
          </p:cNvSpPr>
          <p:nvPr>
            <p:ph type="body" idx="5"/>
          </p:nvPr>
        </p:nvSpPr>
        <p:spPr>
          <a:xfrm>
            <a:off x="628189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57"/>
          <p:cNvSpPr txBox="1">
            <a:spLocks noGrp="1"/>
          </p:cNvSpPr>
          <p:nvPr>
            <p:ph type="body" idx="6"/>
          </p:nvPr>
        </p:nvSpPr>
        <p:spPr>
          <a:xfrm>
            <a:off x="9151916" y="4319291"/>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Multi Image/Content">
  <p:cSld name="Multi Image/Content">
    <p:spTree>
      <p:nvGrpSpPr>
        <p:cNvPr id="1" name="Shape 75"/>
        <p:cNvGrpSpPr/>
        <p:nvPr/>
      </p:nvGrpSpPr>
      <p:grpSpPr>
        <a:xfrm>
          <a:off x="0" y="0"/>
          <a:ext cx="0" cy="0"/>
          <a:chOff x="0" y="0"/>
          <a:chExt cx="0" cy="0"/>
        </a:xfrm>
      </p:grpSpPr>
      <p:sp>
        <p:nvSpPr>
          <p:cNvPr id="76" name="Google Shape;76;p58"/>
          <p:cNvSpPr txBox="1">
            <a:spLocks noGrp="1"/>
          </p:cNvSpPr>
          <p:nvPr>
            <p:ph type="title"/>
          </p:nvPr>
        </p:nvSpPr>
        <p:spPr>
          <a:xfrm>
            <a:off x="476843" y="473245"/>
            <a:ext cx="11241915" cy="51430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7" name="Google Shape;77;p58"/>
          <p:cNvSpPr txBox="1">
            <a:spLocks noGrp="1"/>
          </p:cNvSpPr>
          <p:nvPr>
            <p:ph type="body" idx="1"/>
          </p:nvPr>
        </p:nvSpPr>
        <p:spPr>
          <a:xfrm>
            <a:off x="480446"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8" name="Google Shape;78;p58"/>
          <p:cNvSpPr txBox="1">
            <a:spLocks noGrp="1"/>
          </p:cNvSpPr>
          <p:nvPr>
            <p:ph type="body" idx="2"/>
          </p:nvPr>
        </p:nvSpPr>
        <p:spPr>
          <a:xfrm>
            <a:off x="3386090" y="1176279"/>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9" name="Google Shape;79;p58"/>
          <p:cNvSpPr txBox="1">
            <a:spLocks noGrp="1"/>
          </p:cNvSpPr>
          <p:nvPr>
            <p:ph type="body" idx="3"/>
          </p:nvPr>
        </p:nvSpPr>
        <p:spPr>
          <a:xfrm>
            <a:off x="628549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58"/>
          <p:cNvSpPr txBox="1">
            <a:spLocks noGrp="1"/>
          </p:cNvSpPr>
          <p:nvPr>
            <p:ph type="body" idx="4"/>
          </p:nvPr>
        </p:nvSpPr>
        <p:spPr>
          <a:xfrm>
            <a:off x="9155518" y="1185185"/>
            <a:ext cx="2563240"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58"/>
          <p:cNvSpPr txBox="1">
            <a:spLocks noGrp="1"/>
          </p:cNvSpPr>
          <p:nvPr>
            <p:ph type="body" idx="5"/>
          </p:nvPr>
        </p:nvSpPr>
        <p:spPr>
          <a:xfrm>
            <a:off x="480445"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58"/>
          <p:cNvSpPr txBox="1">
            <a:spLocks noGrp="1"/>
          </p:cNvSpPr>
          <p:nvPr>
            <p:ph type="body" idx="6"/>
          </p:nvPr>
        </p:nvSpPr>
        <p:spPr>
          <a:xfrm>
            <a:off x="3386089" y="3359963"/>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58"/>
          <p:cNvSpPr txBox="1">
            <a:spLocks noGrp="1"/>
          </p:cNvSpPr>
          <p:nvPr>
            <p:ph type="body" idx="7"/>
          </p:nvPr>
        </p:nvSpPr>
        <p:spPr>
          <a:xfrm>
            <a:off x="628549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58"/>
          <p:cNvSpPr txBox="1">
            <a:spLocks noGrp="1"/>
          </p:cNvSpPr>
          <p:nvPr>
            <p:ph type="body" idx="8"/>
          </p:nvPr>
        </p:nvSpPr>
        <p:spPr>
          <a:xfrm>
            <a:off x="9155517" y="3368869"/>
            <a:ext cx="2563241" cy="2024480"/>
          </a:xfrm>
          <a:prstGeom prst="rect">
            <a:avLst/>
          </a:prstGeom>
          <a:noFill/>
          <a:ln>
            <a:noFill/>
          </a:ln>
        </p:spPr>
        <p:txBody>
          <a:bodyPr spcFirstLastPara="1" wrap="square" lIns="91425" tIns="45700" rIns="91425" bIns="45700" anchor="t" anchorCtr="0">
            <a:noAutofit/>
          </a:bodyPr>
          <a:lstStyle>
            <a:lvl1pPr marL="457200" lvl="0" indent="-228600" algn="ctr">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58"/>
          <p:cNvSpPr txBox="1">
            <a:spLocks noGrp="1"/>
          </p:cNvSpPr>
          <p:nvPr>
            <p:ph type="body" idx="9"/>
          </p:nvPr>
        </p:nvSpPr>
        <p:spPr>
          <a:xfrm>
            <a:off x="741363" y="5549900"/>
            <a:ext cx="1909762"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6" name="Google Shape;86;p58"/>
          <p:cNvSpPr txBox="1">
            <a:spLocks noGrp="1"/>
          </p:cNvSpPr>
          <p:nvPr>
            <p:ph type="body" idx="13"/>
          </p:nvPr>
        </p:nvSpPr>
        <p:spPr>
          <a:xfrm>
            <a:off x="3305175" y="5549900"/>
            <a:ext cx="2562225" cy="430213"/>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7" name="Google Shape;87;p58"/>
          <p:cNvSpPr txBox="1">
            <a:spLocks noGrp="1"/>
          </p:cNvSpPr>
          <p:nvPr>
            <p:ph type="body" idx="14"/>
          </p:nvPr>
        </p:nvSpPr>
        <p:spPr>
          <a:xfrm>
            <a:off x="6181725" y="554355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8" name="Google Shape;88;p58"/>
          <p:cNvSpPr txBox="1">
            <a:spLocks noGrp="1"/>
          </p:cNvSpPr>
          <p:nvPr>
            <p:ph type="body" idx="15"/>
          </p:nvPr>
        </p:nvSpPr>
        <p:spPr>
          <a:xfrm>
            <a:off x="9156533" y="5549900"/>
            <a:ext cx="2562225" cy="514350"/>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342900" algn="l">
              <a:lnSpc>
                <a:spcPct val="100000"/>
              </a:lnSpc>
              <a:spcBef>
                <a:spcPts val="800"/>
              </a:spcBef>
              <a:spcAft>
                <a:spcPts val="0"/>
              </a:spcAft>
              <a:buSzPts val="1800"/>
              <a:buChar char="−"/>
              <a:defRPr/>
            </a:lvl2pPr>
            <a:lvl3pPr marL="1371600" lvl="2" indent="-320039" algn="l">
              <a:lnSpc>
                <a:spcPct val="100000"/>
              </a:lnSpc>
              <a:spcBef>
                <a:spcPts val="800"/>
              </a:spcBef>
              <a:spcAft>
                <a:spcPts val="0"/>
              </a:spcAft>
              <a:buSzPts val="1440"/>
              <a:buChar char="▪"/>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wo Image/One Content">
  <p:cSld name="Two Image/One Content">
    <p:spTree>
      <p:nvGrpSpPr>
        <p:cNvPr id="1" name="Shape 89"/>
        <p:cNvGrpSpPr/>
        <p:nvPr/>
      </p:nvGrpSpPr>
      <p:grpSpPr>
        <a:xfrm>
          <a:off x="0" y="0"/>
          <a:ext cx="0" cy="0"/>
          <a:chOff x="0" y="0"/>
          <a:chExt cx="0" cy="0"/>
        </a:xfrm>
      </p:grpSpPr>
      <p:sp>
        <p:nvSpPr>
          <p:cNvPr id="90" name="Google Shape;90;p59"/>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1" name="Google Shape;91;p59"/>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2" name="Google Shape;92;p59"/>
          <p:cNvSpPr txBox="1">
            <a:spLocks noGrp="1"/>
          </p:cNvSpPr>
          <p:nvPr>
            <p:ph type="body" idx="2"/>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3" name="Google Shape;93;p59"/>
          <p:cNvSpPr txBox="1">
            <a:spLocks noGrp="1"/>
          </p:cNvSpPr>
          <p:nvPr>
            <p:ph type="body" idx="3"/>
          </p:nvPr>
        </p:nvSpPr>
        <p:spPr>
          <a:xfrm>
            <a:off x="3624200" y="1825625"/>
            <a:ext cx="8090957" cy="435133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wo Image/Two Content">
  <p:cSld name="Two Image/Two Content">
    <p:spTree>
      <p:nvGrpSpPr>
        <p:cNvPr id="1" name="Shape 94"/>
        <p:cNvGrpSpPr/>
        <p:nvPr/>
      </p:nvGrpSpPr>
      <p:grpSpPr>
        <a:xfrm>
          <a:off x="0" y="0"/>
          <a:ext cx="0" cy="0"/>
          <a:chOff x="0" y="0"/>
          <a:chExt cx="0" cy="0"/>
        </a:xfrm>
      </p:grpSpPr>
      <p:sp>
        <p:nvSpPr>
          <p:cNvPr id="95" name="Google Shape;95;p60"/>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6" name="Google Shape;96;p60"/>
          <p:cNvSpPr txBox="1">
            <a:spLocks noGrp="1"/>
          </p:cNvSpPr>
          <p:nvPr>
            <p:ph type="body" idx="1"/>
          </p:nvPr>
        </p:nvSpPr>
        <p:spPr>
          <a:xfrm>
            <a:off x="476843" y="1825628"/>
            <a:ext cx="2875957" cy="2045728"/>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7" name="Google Shape;97;p60"/>
          <p:cNvSpPr txBox="1">
            <a:spLocks noGrp="1"/>
          </p:cNvSpPr>
          <p:nvPr>
            <p:ph type="body" idx="2"/>
          </p:nvPr>
        </p:nvSpPr>
        <p:spPr>
          <a:xfrm>
            <a:off x="3624200" y="1825625"/>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8" name="Google Shape;98;p60"/>
          <p:cNvSpPr txBox="1">
            <a:spLocks noGrp="1"/>
          </p:cNvSpPr>
          <p:nvPr>
            <p:ph type="body" idx="3"/>
          </p:nvPr>
        </p:nvSpPr>
        <p:spPr>
          <a:xfrm>
            <a:off x="476843" y="4132558"/>
            <a:ext cx="2875957" cy="204572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99" name="Google Shape;99;p60"/>
          <p:cNvSpPr txBox="1">
            <a:spLocks noGrp="1"/>
          </p:cNvSpPr>
          <p:nvPr>
            <p:ph type="body" idx="4"/>
          </p:nvPr>
        </p:nvSpPr>
        <p:spPr>
          <a:xfrm>
            <a:off x="3624199" y="4136860"/>
            <a:ext cx="8090957" cy="2045728"/>
          </a:xfrm>
          <a:prstGeom prst="rect">
            <a:avLst/>
          </a:prstGeom>
          <a:noFill/>
          <a:ln>
            <a:noFill/>
          </a:ln>
        </p:spPr>
        <p:txBody>
          <a:bodyPr spcFirstLastPara="1" wrap="square" lIns="91425" tIns="45700" rIns="91425" bIns="45700" anchor="t" anchorCtr="0">
            <a:noAutofit/>
          </a:bodyPr>
          <a:lstStyle>
            <a:lvl1pPr marL="457200" lvl="0" indent="-381000" algn="l">
              <a:lnSpc>
                <a:spcPct val="100000"/>
              </a:lnSpc>
              <a:spcBef>
                <a:spcPts val="1000"/>
              </a:spcBef>
              <a:spcAft>
                <a:spcPts val="0"/>
              </a:spcAft>
              <a:buSzPts val="2400"/>
              <a:buChar char="•"/>
              <a:defRPr sz="2400" b="0"/>
            </a:lvl1pPr>
            <a:lvl2pPr marL="914400" lvl="1" indent="-381000" algn="l">
              <a:lnSpc>
                <a:spcPct val="100000"/>
              </a:lnSpc>
              <a:spcBef>
                <a:spcPts val="800"/>
              </a:spcBef>
              <a:spcAft>
                <a:spcPts val="0"/>
              </a:spcAft>
              <a:buSzPts val="2400"/>
              <a:buChar char="−"/>
              <a:defRPr sz="2400" b="0"/>
            </a:lvl2pPr>
            <a:lvl3pPr marL="1371600" lvl="2" indent="-350519" algn="l">
              <a:lnSpc>
                <a:spcPct val="100000"/>
              </a:lnSpc>
              <a:spcBef>
                <a:spcPts val="800"/>
              </a:spcBef>
              <a:spcAft>
                <a:spcPts val="0"/>
              </a:spcAft>
              <a:buSzPts val="1920"/>
              <a:buChar char="▪"/>
              <a:defRPr sz="2400" b="0"/>
            </a:lvl3pPr>
            <a:lvl4pPr marL="1828800" marR="0" lvl="3" indent="-228600" algn="l">
              <a:lnSpc>
                <a:spcPct val="90000"/>
              </a:lnSpc>
              <a:spcBef>
                <a:spcPts val="800"/>
              </a:spcBef>
              <a:spcAft>
                <a:spcPts val="0"/>
              </a:spcAft>
              <a:buClr>
                <a:schemeClr val="dk1"/>
              </a:buClr>
              <a:buSzPts val="2400"/>
              <a:buFont typeface="Arial"/>
              <a:buNone/>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hree Image/Three Content">
  <p:cSld name="Three Image/Three Content">
    <p:spTree>
      <p:nvGrpSpPr>
        <p:cNvPr id="1" name="Shape 100"/>
        <p:cNvGrpSpPr/>
        <p:nvPr/>
      </p:nvGrpSpPr>
      <p:grpSpPr>
        <a:xfrm>
          <a:off x="0" y="0"/>
          <a:ext cx="0" cy="0"/>
          <a:chOff x="0" y="0"/>
          <a:chExt cx="0" cy="0"/>
        </a:xfrm>
      </p:grpSpPr>
      <p:sp>
        <p:nvSpPr>
          <p:cNvPr id="101" name="Google Shape;101;p61"/>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61"/>
          <p:cNvSpPr txBox="1">
            <a:spLocks noGrp="1"/>
          </p:cNvSpPr>
          <p:nvPr>
            <p:ph type="body" idx="1"/>
          </p:nvPr>
        </p:nvSpPr>
        <p:spPr>
          <a:xfrm>
            <a:off x="476843" y="1825628"/>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3" name="Google Shape;103;p61"/>
          <p:cNvSpPr txBox="1">
            <a:spLocks noGrp="1"/>
          </p:cNvSpPr>
          <p:nvPr>
            <p:ph type="body" idx="2"/>
          </p:nvPr>
        </p:nvSpPr>
        <p:spPr>
          <a:xfrm>
            <a:off x="3624200" y="1825625"/>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4" name="Google Shape;104;p61"/>
          <p:cNvSpPr txBox="1">
            <a:spLocks noGrp="1"/>
          </p:cNvSpPr>
          <p:nvPr>
            <p:ph type="body" idx="3"/>
          </p:nvPr>
        </p:nvSpPr>
        <p:spPr>
          <a:xfrm>
            <a:off x="479343" y="3207219"/>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5" name="Google Shape;105;p61"/>
          <p:cNvSpPr txBox="1">
            <a:spLocks noGrp="1"/>
          </p:cNvSpPr>
          <p:nvPr>
            <p:ph type="body" idx="4"/>
          </p:nvPr>
        </p:nvSpPr>
        <p:spPr>
          <a:xfrm>
            <a:off x="3626700" y="3207216"/>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6" name="Google Shape;106;p61"/>
          <p:cNvSpPr txBox="1">
            <a:spLocks noGrp="1"/>
          </p:cNvSpPr>
          <p:nvPr>
            <p:ph type="body" idx="5"/>
          </p:nvPr>
        </p:nvSpPr>
        <p:spPr>
          <a:xfrm>
            <a:off x="479343" y="4631282"/>
            <a:ext cx="2875957" cy="1217447"/>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07" name="Google Shape;107;p61"/>
          <p:cNvSpPr txBox="1">
            <a:spLocks noGrp="1"/>
          </p:cNvSpPr>
          <p:nvPr>
            <p:ph type="body" idx="6"/>
          </p:nvPr>
        </p:nvSpPr>
        <p:spPr>
          <a:xfrm>
            <a:off x="3626700" y="4631279"/>
            <a:ext cx="8090957" cy="1217450"/>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Four Image/Four Content">
  <p:cSld name="Four Image/Four Content">
    <p:spTree>
      <p:nvGrpSpPr>
        <p:cNvPr id="1" name="Shape 108"/>
        <p:cNvGrpSpPr/>
        <p:nvPr/>
      </p:nvGrpSpPr>
      <p:grpSpPr>
        <a:xfrm>
          <a:off x="0" y="0"/>
          <a:ext cx="0" cy="0"/>
          <a:chOff x="0" y="0"/>
          <a:chExt cx="0" cy="0"/>
        </a:xfrm>
      </p:grpSpPr>
      <p:sp>
        <p:nvSpPr>
          <p:cNvPr id="109" name="Google Shape;109;p62"/>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lvl="0" algn="ctr">
              <a:lnSpc>
                <a:spcPct val="90000"/>
              </a:lnSpc>
              <a:spcBef>
                <a:spcPts val="0"/>
              </a:spcBef>
              <a:spcAft>
                <a:spcPts val="0"/>
              </a:spcAft>
              <a:buClr>
                <a:schemeClr val="dk1"/>
              </a:buClr>
              <a:buSzPts val="4000"/>
              <a:buFont typeface="Work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p62"/>
          <p:cNvSpPr txBox="1">
            <a:spLocks noGrp="1"/>
          </p:cNvSpPr>
          <p:nvPr>
            <p:ph type="body" idx="1"/>
          </p:nvPr>
        </p:nvSpPr>
        <p:spPr>
          <a:xfrm>
            <a:off x="476843" y="182562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1" name="Google Shape;111;p62"/>
          <p:cNvSpPr txBox="1">
            <a:spLocks noGrp="1"/>
          </p:cNvSpPr>
          <p:nvPr>
            <p:ph type="body" idx="2"/>
          </p:nvPr>
        </p:nvSpPr>
        <p:spPr>
          <a:xfrm>
            <a:off x="3624200" y="182562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2" name="Google Shape;112;p62"/>
          <p:cNvSpPr txBox="1">
            <a:spLocks noGrp="1"/>
          </p:cNvSpPr>
          <p:nvPr>
            <p:ph type="body" idx="3"/>
          </p:nvPr>
        </p:nvSpPr>
        <p:spPr>
          <a:xfrm>
            <a:off x="476843" y="2941438"/>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3" name="Google Shape;113;p62"/>
          <p:cNvSpPr txBox="1">
            <a:spLocks noGrp="1"/>
          </p:cNvSpPr>
          <p:nvPr>
            <p:ph type="body" idx="4"/>
          </p:nvPr>
        </p:nvSpPr>
        <p:spPr>
          <a:xfrm>
            <a:off x="3624200" y="2941435"/>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4" name="Google Shape;114;p62"/>
          <p:cNvSpPr txBox="1">
            <a:spLocks noGrp="1"/>
          </p:cNvSpPr>
          <p:nvPr>
            <p:ph type="body" idx="5"/>
          </p:nvPr>
        </p:nvSpPr>
        <p:spPr>
          <a:xfrm>
            <a:off x="480444" y="406596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5" name="Google Shape;115;p62"/>
          <p:cNvSpPr txBox="1">
            <a:spLocks noGrp="1"/>
          </p:cNvSpPr>
          <p:nvPr>
            <p:ph type="body" idx="6"/>
          </p:nvPr>
        </p:nvSpPr>
        <p:spPr>
          <a:xfrm>
            <a:off x="3627801" y="406595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6" name="Google Shape;116;p62"/>
          <p:cNvSpPr txBox="1">
            <a:spLocks noGrp="1"/>
          </p:cNvSpPr>
          <p:nvPr>
            <p:ph type="body" idx="7"/>
          </p:nvPr>
        </p:nvSpPr>
        <p:spPr>
          <a:xfrm>
            <a:off x="480444" y="5181771"/>
            <a:ext cx="2875957" cy="899814"/>
          </a:xfrm>
          <a:prstGeom prst="rect">
            <a:avLst/>
          </a:prstGeom>
          <a:noFill/>
          <a:ln>
            <a:noFill/>
          </a:ln>
        </p:spPr>
        <p:txBody>
          <a:bodyPr spcFirstLastPara="1" wrap="square" lIns="91425" tIns="45700" rIns="91425" bIns="45700" anchor="t" anchorCtr="0">
            <a:noAutofit/>
          </a:bodyPr>
          <a:lstStyle>
            <a:lvl1pPr marL="457200" lvl="0" indent="-228600" algn="l">
              <a:lnSpc>
                <a:spcPct val="100000"/>
              </a:lnSpc>
              <a:spcBef>
                <a:spcPts val="1000"/>
              </a:spcBef>
              <a:spcAft>
                <a:spcPts val="0"/>
              </a:spcAft>
              <a:buSzPts val="2400"/>
              <a:buNone/>
              <a:defRPr/>
            </a:lvl1pPr>
            <a:lvl2pPr marL="914400" lvl="1" indent="-228600" algn="l">
              <a:lnSpc>
                <a:spcPct val="100000"/>
              </a:lnSpc>
              <a:spcBef>
                <a:spcPts val="800"/>
              </a:spcBef>
              <a:spcAft>
                <a:spcPts val="0"/>
              </a:spcAft>
              <a:buSzPts val="2400"/>
              <a:buNone/>
              <a:defRPr/>
            </a:lvl2pPr>
            <a:lvl3pPr marL="1371600" lvl="2" indent="-228600" algn="l">
              <a:lnSpc>
                <a:spcPct val="100000"/>
              </a:lnSpc>
              <a:spcBef>
                <a:spcPts val="800"/>
              </a:spcBef>
              <a:spcAft>
                <a:spcPts val="0"/>
              </a:spcAft>
              <a:buSzPts val="1920"/>
              <a:buNone/>
              <a:defRPr/>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17" name="Google Shape;117;p62"/>
          <p:cNvSpPr txBox="1">
            <a:spLocks noGrp="1"/>
          </p:cNvSpPr>
          <p:nvPr>
            <p:ph type="body" idx="8"/>
          </p:nvPr>
        </p:nvSpPr>
        <p:spPr>
          <a:xfrm>
            <a:off x="3627801" y="5181768"/>
            <a:ext cx="8090957" cy="895515"/>
          </a:xfrm>
          <a:prstGeom prst="rect">
            <a:avLst/>
          </a:prstGeom>
          <a:noFill/>
          <a:ln>
            <a:noFill/>
          </a:ln>
        </p:spPr>
        <p:txBody>
          <a:bodyPr spcFirstLastPara="1" wrap="square" lIns="91425" tIns="45700" rIns="91425" bIns="45700" anchor="t" anchorCtr="0">
            <a:noAutofit/>
          </a:bodyPr>
          <a:lstStyle>
            <a:lvl1pPr marL="457200" lvl="0" indent="-342900" algn="l">
              <a:lnSpc>
                <a:spcPct val="100000"/>
              </a:lnSpc>
              <a:spcBef>
                <a:spcPts val="1000"/>
              </a:spcBef>
              <a:spcAft>
                <a:spcPts val="0"/>
              </a:spcAft>
              <a:buSzPts val="1800"/>
              <a:buChar char="•"/>
              <a:defRPr sz="1800" b="0"/>
            </a:lvl1pPr>
            <a:lvl2pPr marL="914400" lvl="1" indent="-342900" algn="l">
              <a:lnSpc>
                <a:spcPct val="100000"/>
              </a:lnSpc>
              <a:spcBef>
                <a:spcPts val="800"/>
              </a:spcBef>
              <a:spcAft>
                <a:spcPts val="0"/>
              </a:spcAft>
              <a:buSzPts val="1800"/>
              <a:buChar char="−"/>
              <a:defRPr sz="1800" b="0"/>
            </a:lvl2pPr>
            <a:lvl3pPr marL="1371600" lvl="2" indent="-320039" algn="l">
              <a:lnSpc>
                <a:spcPct val="100000"/>
              </a:lnSpc>
              <a:spcBef>
                <a:spcPts val="800"/>
              </a:spcBef>
              <a:spcAft>
                <a:spcPts val="0"/>
              </a:spcAft>
              <a:buSzPts val="1440"/>
              <a:buChar char="▪"/>
              <a:defRPr sz="1800" b="0"/>
            </a:lvl3pPr>
            <a:lvl4pPr marL="1828800" lvl="3" indent="-342900" algn="l">
              <a:lnSpc>
                <a:spcPct val="90000"/>
              </a:lnSpc>
              <a:spcBef>
                <a:spcPts val="800"/>
              </a:spcBef>
              <a:spcAft>
                <a:spcPts val="0"/>
              </a:spcAft>
              <a:buSzPts val="1800"/>
              <a:buChar char="•"/>
              <a:defRPr/>
            </a:lvl4pPr>
            <a:lvl5pPr marL="2286000" lvl="4" indent="-342900" algn="l">
              <a:lnSpc>
                <a:spcPct val="90000"/>
              </a:lnSpc>
              <a:spcBef>
                <a:spcPts val="500"/>
              </a:spcBef>
              <a:spcAft>
                <a:spcPts val="0"/>
              </a:spcAft>
              <a:buClr>
                <a:schemeClr val="accent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First Slide)" userDrawn="1">
  <p:cSld name="Title (First Slide)">
    <p:spTree>
      <p:nvGrpSpPr>
        <p:cNvPr id="1" name="Shape 15"/>
        <p:cNvGrpSpPr/>
        <p:nvPr/>
      </p:nvGrpSpPr>
      <p:grpSpPr>
        <a:xfrm>
          <a:off x="0" y="0"/>
          <a:ext cx="0" cy="0"/>
          <a:chOff x="0" y="0"/>
          <a:chExt cx="0" cy="0"/>
        </a:xfrm>
      </p:grpSpPr>
      <p:pic>
        <p:nvPicPr>
          <p:cNvPr id="16" name="Google Shape;16;p48"/>
          <p:cNvPicPr preferRelativeResize="0"/>
          <p:nvPr/>
        </p:nvPicPr>
        <p:blipFill rotWithShape="1">
          <a:blip r:embed="rId2">
            <a:alphaModFix/>
          </a:blip>
          <a:srcRect/>
          <a:stretch/>
        </p:blipFill>
        <p:spPr>
          <a:xfrm>
            <a:off x="0" y="0"/>
            <a:ext cx="12192000" cy="6858000"/>
          </a:xfrm>
          <a:prstGeom prst="rect">
            <a:avLst/>
          </a:prstGeom>
          <a:noFill/>
          <a:ln>
            <a:noFill/>
          </a:ln>
        </p:spPr>
      </p:pic>
      <p:sp>
        <p:nvSpPr>
          <p:cNvPr id="17" name="Google Shape;17;p48"/>
          <p:cNvSpPr txBox="1">
            <a:spLocks noGrp="1"/>
          </p:cNvSpPr>
          <p:nvPr>
            <p:ph type="ctrTitle"/>
          </p:nvPr>
        </p:nvSpPr>
        <p:spPr>
          <a:xfrm>
            <a:off x="5646421" y="1168663"/>
            <a:ext cx="6104303" cy="23876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lt1"/>
              </a:buClr>
              <a:buSzPts val="4800"/>
              <a:buFont typeface="Work Sans"/>
              <a:buNone/>
              <a:defRPr sz="3600">
                <a:solidFill>
                  <a:schemeClr val="lt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r>
              <a:rPr lang="en-US"/>
              <a:t>Click to edit Master title style</a:t>
            </a:r>
            <a:endParaRPr/>
          </a:p>
        </p:txBody>
      </p:sp>
      <p:sp>
        <p:nvSpPr>
          <p:cNvPr id="18" name="Google Shape;18;p48"/>
          <p:cNvSpPr txBox="1">
            <a:spLocks noGrp="1"/>
          </p:cNvSpPr>
          <p:nvPr>
            <p:ph type="subTitle" idx="1"/>
          </p:nvPr>
        </p:nvSpPr>
        <p:spPr>
          <a:xfrm>
            <a:off x="5646421" y="3809720"/>
            <a:ext cx="6104303" cy="1424930"/>
          </a:xfrm>
          <a:prstGeom prst="rect">
            <a:avLst/>
          </a:prstGeom>
          <a:noFill/>
          <a:ln>
            <a:noFill/>
          </a:ln>
        </p:spPr>
        <p:txBody>
          <a:bodyPr spcFirstLastPara="1" wrap="square" lIns="91425" tIns="45700" rIns="91425" bIns="45700" anchor="t" anchorCtr="0">
            <a:noAutofit/>
          </a:bodyPr>
          <a:lstStyle>
            <a:lvl1pPr lvl="0" algn="l">
              <a:lnSpc>
                <a:spcPct val="100000"/>
              </a:lnSpc>
              <a:spcBef>
                <a:spcPts val="750"/>
              </a:spcBef>
              <a:spcAft>
                <a:spcPts val="0"/>
              </a:spcAft>
              <a:buSzPts val="3200"/>
              <a:buNone/>
              <a:defRPr sz="2400">
                <a:solidFill>
                  <a:schemeClr val="lt1"/>
                </a:solidFill>
              </a:defRPr>
            </a:lvl1pPr>
            <a:lvl2pPr lvl="1" algn="ctr">
              <a:lnSpc>
                <a:spcPct val="100000"/>
              </a:lnSpc>
              <a:spcBef>
                <a:spcPts val="600"/>
              </a:spcBef>
              <a:spcAft>
                <a:spcPts val="0"/>
              </a:spcAft>
              <a:buSzPts val="2000"/>
              <a:buNone/>
              <a:defRPr sz="1500"/>
            </a:lvl2pPr>
            <a:lvl3pPr lvl="2" algn="ctr">
              <a:lnSpc>
                <a:spcPct val="100000"/>
              </a:lnSpc>
              <a:spcBef>
                <a:spcPts val="600"/>
              </a:spcBef>
              <a:spcAft>
                <a:spcPts val="0"/>
              </a:spcAft>
              <a:buSzPts val="1440"/>
              <a:buNone/>
              <a:defRPr sz="1350"/>
            </a:lvl3pPr>
            <a:lvl4pPr lvl="3" algn="ctr">
              <a:lnSpc>
                <a:spcPct val="90000"/>
              </a:lnSpc>
              <a:spcBef>
                <a:spcPts val="600"/>
              </a:spcBef>
              <a:spcAft>
                <a:spcPts val="0"/>
              </a:spcAft>
              <a:buSzPts val="1600"/>
              <a:buNone/>
              <a:defRPr sz="1200"/>
            </a:lvl4pPr>
            <a:lvl5pPr lvl="4" algn="ctr">
              <a:lnSpc>
                <a:spcPct val="90000"/>
              </a:lnSpc>
              <a:spcBef>
                <a:spcPts val="375"/>
              </a:spcBef>
              <a:spcAft>
                <a:spcPts val="0"/>
              </a:spcAft>
              <a:buClr>
                <a:schemeClr val="accent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r>
              <a:rPr lang="en-US"/>
              <a:t>Click to edit Master subtitle style</a:t>
            </a:r>
            <a:endParaRPr/>
          </a:p>
        </p:txBody>
      </p:sp>
      <p:sp>
        <p:nvSpPr>
          <p:cNvPr id="19" name="Google Shape;19;p48"/>
          <p:cNvSpPr>
            <a:spLocks noGrp="1"/>
          </p:cNvSpPr>
          <p:nvPr>
            <p:ph type="pic" idx="2"/>
          </p:nvPr>
        </p:nvSpPr>
        <p:spPr>
          <a:xfrm>
            <a:off x="475251" y="808039"/>
            <a:ext cx="4713288" cy="5241925"/>
          </a:xfrm>
          <a:prstGeom prst="rect">
            <a:avLst/>
          </a:prstGeom>
          <a:noFill/>
          <a:ln>
            <a:noFill/>
          </a:ln>
        </p:spPr>
      </p:sp>
      <p:sp>
        <p:nvSpPr>
          <p:cNvPr id="20" name="Google Shape;20;p48"/>
          <p:cNvSpPr txBox="1"/>
          <p:nvPr/>
        </p:nvSpPr>
        <p:spPr>
          <a:xfrm>
            <a:off x="11082189" y="6449054"/>
            <a:ext cx="734291" cy="365760"/>
          </a:xfrm>
          <a:prstGeom prst="rect">
            <a:avLst/>
          </a:prstGeom>
          <a:noFill/>
          <a:ln>
            <a:noFill/>
          </a:ln>
        </p:spPr>
        <p:txBody>
          <a:bodyPr spcFirstLastPara="1" wrap="square" lIns="68569" tIns="34275" rIns="68569" bIns="34275" anchor="ctr" anchorCtr="0">
            <a:noAutofit/>
          </a:bodyPr>
          <a:lstStyle/>
          <a:p>
            <a:pPr marL="0" marR="0" lvl="0" indent="0" algn="r" rtl="0">
              <a:spcBef>
                <a:spcPts val="0"/>
              </a:spcBef>
              <a:spcAft>
                <a:spcPts val="0"/>
              </a:spcAft>
              <a:buNone/>
            </a:pPr>
            <a:fld id="{00000000-1234-1234-1234-123412341234}" type="slidenum">
              <a:rPr lang="en-US" sz="825">
                <a:solidFill>
                  <a:schemeClr val="lt1"/>
                </a:solidFill>
                <a:latin typeface="Work Sans"/>
                <a:ea typeface="Work Sans"/>
                <a:cs typeface="Work Sans"/>
                <a:sym typeface="Work Sans"/>
              </a:rPr>
              <a:pPr marL="0" marR="0" lvl="0" indent="0" algn="r" rtl="0">
                <a:spcBef>
                  <a:spcPts val="0"/>
                </a:spcBef>
                <a:spcAft>
                  <a:spcPts val="0"/>
                </a:spcAft>
                <a:buNone/>
              </a:pPr>
              <a:t>‹#›</a:t>
            </a:fld>
            <a:endParaRPr sz="825">
              <a:solidFill>
                <a:schemeClr val="lt1"/>
              </a:solidFill>
              <a:latin typeface="Work Sans"/>
              <a:ea typeface="Work Sans"/>
              <a:cs typeface="Work Sans"/>
              <a:sym typeface="Work Sans"/>
            </a:endParaRPr>
          </a:p>
        </p:txBody>
      </p:sp>
      <p:pic>
        <p:nvPicPr>
          <p:cNvPr id="21" name="Google Shape;21;p48"/>
          <p:cNvPicPr preferRelativeResize="0"/>
          <p:nvPr/>
        </p:nvPicPr>
        <p:blipFill rotWithShape="1">
          <a:blip r:embed="rId3">
            <a:alphaModFix/>
          </a:blip>
          <a:srcRect/>
          <a:stretch/>
        </p:blipFill>
        <p:spPr>
          <a:xfrm>
            <a:off x="183089" y="6223887"/>
            <a:ext cx="1820281" cy="610675"/>
          </a:xfrm>
          <a:prstGeom prst="rect">
            <a:avLst/>
          </a:prstGeom>
          <a:noFill/>
          <a:ln>
            <a:noFill/>
          </a:ln>
        </p:spPr>
      </p:pic>
      <p:sp>
        <p:nvSpPr>
          <p:cNvPr id="3" name="Content Placeholder 2">
            <a:extLst>
              <a:ext uri="{FF2B5EF4-FFF2-40B4-BE49-F238E27FC236}">
                <a16:creationId xmlns:a16="http://schemas.microsoft.com/office/drawing/2014/main" id="{D8B08991-0D45-1B8C-3A5C-27A18BB573EC}"/>
              </a:ext>
            </a:extLst>
          </p:cNvPr>
          <p:cNvSpPr>
            <a:spLocks noGrp="1"/>
          </p:cNvSpPr>
          <p:nvPr>
            <p:ph sz="quarter" idx="10"/>
          </p:nvPr>
        </p:nvSpPr>
        <p:spPr>
          <a:xfrm>
            <a:off x="2073275" y="6362700"/>
            <a:ext cx="9220200" cy="2651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50237466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
        <p:cNvGrpSpPr/>
        <p:nvPr/>
      </p:nvGrpSpPr>
      <p:grpSpPr>
        <a:xfrm>
          <a:off x="0" y="0"/>
          <a:ext cx="0" cy="0"/>
          <a:chOff x="0" y="0"/>
          <a:chExt cx="0" cy="0"/>
        </a:xfrm>
      </p:grpSpPr>
      <p:sp>
        <p:nvSpPr>
          <p:cNvPr id="9" name="Google Shape;9;p47"/>
          <p:cNvSpPr/>
          <p:nvPr/>
        </p:nvSpPr>
        <p:spPr>
          <a:xfrm>
            <a:off x="0" y="6176964"/>
            <a:ext cx="12192000" cy="681036"/>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10" name="Google Shape;10;p47"/>
          <p:cNvSpPr txBox="1">
            <a:spLocks noGrp="1"/>
          </p:cNvSpPr>
          <p:nvPr>
            <p:ph type="title"/>
          </p:nvPr>
        </p:nvSpPr>
        <p:spPr>
          <a:xfrm>
            <a:off x="476843" y="473245"/>
            <a:ext cx="11241915" cy="1217447"/>
          </a:xfrm>
          <a:prstGeom prst="rect">
            <a:avLst/>
          </a:prstGeom>
          <a:noFill/>
          <a:ln>
            <a:noFill/>
          </a:ln>
        </p:spPr>
        <p:txBody>
          <a:bodyPr spcFirstLastPara="1" wrap="square" lIns="91425" tIns="45700" rIns="91425" bIns="45700" anchor="t" anchorCtr="0">
            <a:noAutofit/>
          </a:bodyPr>
          <a:lstStyle>
            <a:lvl1pPr marR="0" lvl="0" algn="ctr" rtl="0">
              <a:lnSpc>
                <a:spcPct val="90000"/>
              </a:lnSpc>
              <a:spcBef>
                <a:spcPts val="0"/>
              </a:spcBef>
              <a:spcAft>
                <a:spcPts val="0"/>
              </a:spcAft>
              <a:buClr>
                <a:schemeClr val="dk1"/>
              </a:buClr>
              <a:buSzPts val="4000"/>
              <a:buFont typeface="Work Sans"/>
              <a:buNone/>
              <a:defRPr sz="4000" b="1" i="0" u="none" strike="noStrike" cap="none">
                <a:solidFill>
                  <a:schemeClr val="dk1"/>
                </a:solidFill>
                <a:latin typeface="Work Sans"/>
                <a:ea typeface="Work Sans"/>
                <a:cs typeface="Work Sans"/>
                <a:sym typeface="Work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47"/>
          <p:cNvSpPr txBox="1">
            <a:spLocks noGrp="1"/>
          </p:cNvSpPr>
          <p:nvPr>
            <p:ph type="body" idx="1"/>
          </p:nvPr>
        </p:nvSpPr>
        <p:spPr>
          <a:xfrm>
            <a:off x="476843" y="1825625"/>
            <a:ext cx="11241915" cy="4351338"/>
          </a:xfrm>
          <a:prstGeom prst="rect">
            <a:avLst/>
          </a:prstGeom>
          <a:noFill/>
          <a:ln>
            <a:noFill/>
          </a:ln>
        </p:spPr>
        <p:txBody>
          <a:bodyPr spcFirstLastPara="1" wrap="square" lIns="91425" tIns="45700" rIns="91425" bIns="45700" anchor="t" anchorCtr="0">
            <a:noAutofit/>
          </a:bodyPr>
          <a:lstStyle>
            <a:lvl1pPr marL="457200" marR="0" lvl="0" indent="-381000" algn="l" rtl="0">
              <a:lnSpc>
                <a:spcPct val="100000"/>
              </a:lnSpc>
              <a:spcBef>
                <a:spcPts val="10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1pPr>
            <a:lvl2pPr marL="914400" marR="0" lvl="1" indent="-381000" algn="l" rtl="0">
              <a:lnSpc>
                <a:spcPct val="10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2pPr>
            <a:lvl3pPr marL="1371600" marR="0" lvl="2" indent="-350519" algn="l" rtl="0">
              <a:lnSpc>
                <a:spcPct val="100000"/>
              </a:lnSpc>
              <a:spcBef>
                <a:spcPts val="800"/>
              </a:spcBef>
              <a:spcAft>
                <a:spcPts val="0"/>
              </a:spcAft>
              <a:buClr>
                <a:schemeClr val="dk1"/>
              </a:buClr>
              <a:buSzPts val="1920"/>
              <a:buFont typeface="Noto Sans Symbols"/>
              <a:buChar char="▪"/>
              <a:defRPr sz="2400" b="0" i="0" u="none" strike="noStrike" cap="none">
                <a:solidFill>
                  <a:schemeClr val="dk1"/>
                </a:solidFill>
                <a:latin typeface="Work Sans"/>
                <a:ea typeface="Work Sans"/>
                <a:cs typeface="Work Sans"/>
                <a:sym typeface="Work Sans"/>
              </a:defRPr>
            </a:lvl3pPr>
            <a:lvl4pPr marL="1828800" marR="0" lvl="3" indent="-381000" algn="l" rtl="0">
              <a:lnSpc>
                <a:spcPct val="90000"/>
              </a:lnSpc>
              <a:spcBef>
                <a:spcPts val="800"/>
              </a:spcBef>
              <a:spcAft>
                <a:spcPts val="0"/>
              </a:spcAft>
              <a:buClr>
                <a:schemeClr val="dk1"/>
              </a:buClr>
              <a:buSzPts val="2400"/>
              <a:buFont typeface="Arial"/>
              <a:buChar char="•"/>
              <a:defRPr sz="2400" b="0" i="0" u="none" strike="noStrike" cap="none">
                <a:solidFill>
                  <a:schemeClr val="dk1"/>
                </a:solidFill>
                <a:latin typeface="Work Sans"/>
                <a:ea typeface="Work Sans"/>
                <a:cs typeface="Work Sans"/>
                <a:sym typeface="Work Sans"/>
              </a:defRPr>
            </a:lvl4pPr>
            <a:lvl5pPr marL="2286000" marR="0" lvl="4" indent="-431800" algn="l" rtl="0">
              <a:lnSpc>
                <a:spcPct val="90000"/>
              </a:lnSpc>
              <a:spcBef>
                <a:spcPts val="500"/>
              </a:spcBef>
              <a:spcAft>
                <a:spcPts val="0"/>
              </a:spcAft>
              <a:buClr>
                <a:schemeClr val="accent1"/>
              </a:buClr>
              <a:buSzPts val="3200"/>
              <a:buFont typeface="Arial"/>
              <a:buChar char="•"/>
              <a:defRPr sz="3200" b="1" i="0" u="none" strike="noStrike" cap="none">
                <a:solidFill>
                  <a:schemeClr val="accent1"/>
                </a:solidFill>
                <a:latin typeface="Work Sans"/>
                <a:ea typeface="Work Sans"/>
                <a:cs typeface="Work Sans"/>
                <a:sym typeface="Work Sans"/>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Work Sans"/>
                <a:ea typeface="Work Sans"/>
                <a:cs typeface="Work Sans"/>
                <a:sym typeface="Work Sans"/>
              </a:defRPr>
            </a:lvl9pPr>
          </a:lstStyle>
          <a:p>
            <a:endParaRPr dirty="0"/>
          </a:p>
        </p:txBody>
      </p:sp>
      <p:pic>
        <p:nvPicPr>
          <p:cNvPr id="12" name="Google Shape;12;p47"/>
          <p:cNvPicPr preferRelativeResize="0"/>
          <p:nvPr/>
        </p:nvPicPr>
        <p:blipFill rotWithShape="1">
          <a:blip r:embed="rId18">
            <a:alphaModFix/>
          </a:blip>
          <a:srcRect/>
          <a:stretch/>
        </p:blipFill>
        <p:spPr>
          <a:xfrm>
            <a:off x="183087" y="6223885"/>
            <a:ext cx="1820281" cy="610675"/>
          </a:xfrm>
          <a:prstGeom prst="rect">
            <a:avLst/>
          </a:prstGeom>
          <a:noFill/>
          <a:ln>
            <a:noFill/>
          </a:ln>
        </p:spPr>
      </p:pic>
      <p:sp>
        <p:nvSpPr>
          <p:cNvPr id="13" name="Google Shape;13;p47"/>
          <p:cNvSpPr txBox="1"/>
          <p:nvPr/>
        </p:nvSpPr>
        <p:spPr>
          <a:xfrm>
            <a:off x="11082189" y="6449054"/>
            <a:ext cx="734291" cy="365760"/>
          </a:xfrm>
          <a:prstGeom prst="rect">
            <a:avLst/>
          </a:prstGeom>
          <a:noFill/>
          <a:ln>
            <a:noFill/>
          </a:ln>
        </p:spPr>
        <p:txBody>
          <a:bodyPr spcFirstLastPara="1" wrap="square" lIns="91425" tIns="45700" rIns="91425" bIns="45700" anchor="ctr" anchorCtr="0">
            <a:noAutofit/>
          </a:bodyPr>
          <a:lstStyle/>
          <a:p>
            <a:pPr marL="0" marR="0" lvl="0" indent="0" algn="r" rtl="0">
              <a:spcBef>
                <a:spcPts val="0"/>
              </a:spcBef>
              <a:spcAft>
                <a:spcPts val="0"/>
              </a:spcAft>
              <a:buNone/>
            </a:pPr>
            <a:fld id="{00000000-1234-1234-1234-123412341234}" type="slidenum">
              <a:rPr lang="en-US" sz="1100" b="0" i="0" u="none" strike="noStrike" cap="none">
                <a:solidFill>
                  <a:schemeClr val="lt1"/>
                </a:solidFill>
                <a:latin typeface="Work Sans"/>
                <a:ea typeface="Work Sans"/>
                <a:cs typeface="Work Sans"/>
                <a:sym typeface="Work Sans"/>
              </a:rPr>
              <a:t>‹#›</a:t>
            </a:fld>
            <a:endParaRPr sz="1100" b="0" i="0" u="none" strike="noStrike" cap="none" dirty="0">
              <a:solidFill>
                <a:schemeClr val="lt1"/>
              </a:solidFill>
              <a:latin typeface="Work Sans"/>
              <a:ea typeface="Work Sans"/>
              <a:cs typeface="Work Sans"/>
              <a:sym typeface="Work Sans"/>
            </a:endParaRPr>
          </a:p>
        </p:txBody>
      </p:sp>
      <p:sp>
        <p:nvSpPr>
          <p:cNvPr id="2" name="Content Placeholder 4">
            <a:extLst>
              <a:ext uri="{FF2B5EF4-FFF2-40B4-BE49-F238E27FC236}">
                <a16:creationId xmlns:a16="http://schemas.microsoft.com/office/drawing/2014/main" id="{64EF323E-837E-0E22-C865-EF32237A1A00}"/>
              </a:ext>
            </a:extLst>
          </p:cNvPr>
          <p:cNvSpPr txBox="1">
            <a:spLocks/>
          </p:cNvSpPr>
          <p:nvPr userDrawn="1"/>
        </p:nvSpPr>
        <p:spPr>
          <a:xfrm>
            <a:off x="2031365" y="6315289"/>
            <a:ext cx="9220200" cy="461624"/>
          </a:xfrm>
          <a:prstGeom prst="rect">
            <a:avLst/>
          </a:prstGeom>
          <a:noFill/>
        </p:spPr>
        <p:txBody>
          <a:bodyPr wrap="square" rtlCol="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US" sz="1200" kern="1200" dirty="0">
                <a:solidFill>
                  <a:schemeClr val="bg1"/>
                </a:solidFill>
                <a:latin typeface="Work Sans" pitchFamily="2" charset="0"/>
                <a:cs typeface="Arial" panose="020B0604020202020204" pitchFamily="34" charset="0"/>
              </a:rPr>
              <a:t>Rob Thompson and Jack Erjavec, Automotive Technology: A Systems Approach, 8</a:t>
            </a:r>
            <a:r>
              <a:rPr lang="en-US" sz="1200" kern="1200" baseline="30000" dirty="0">
                <a:solidFill>
                  <a:schemeClr val="bg1"/>
                </a:solidFill>
                <a:latin typeface="Work Sans" pitchFamily="2" charset="0"/>
                <a:cs typeface="Arial" panose="020B0604020202020204" pitchFamily="34" charset="0"/>
              </a:rPr>
              <a:t>th</a:t>
            </a:r>
            <a:r>
              <a:rPr lang="en-US" sz="1200" kern="1200" dirty="0">
                <a:solidFill>
                  <a:schemeClr val="bg1"/>
                </a:solidFill>
                <a:latin typeface="Work Sans" pitchFamily="2" charset="0"/>
                <a:cs typeface="Arial" panose="020B0604020202020204" pitchFamily="34" charset="0"/>
              </a:rPr>
              <a:t> Edition. © 2025 Cengage. All Rights Reserved. May not be scanned, copied or duplicated, or posted to a publicly accessible website, in whole or in part.</a:t>
            </a:r>
          </a:p>
        </p:txBody>
      </p:sp>
    </p:spTree>
  </p:cSld>
  <p:clrMap bg1="lt1" tx1="dk1" bg2="dk2" tx2="lt2" accent1="accent1" accent2="accent2" accent3="accent3" accent4="accent4" accent5="accent5" accent6="accent6" hlink="hlink" folHlink="folHlink"/>
  <p:sldLayoutIdLst>
    <p:sldLayoutId id="2147483650" r:id="rId1"/>
    <p:sldLayoutId id="2147483665"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22"/>
        <p:cNvGrpSpPr/>
        <p:nvPr/>
      </p:nvGrpSpPr>
      <p:grpSpPr>
        <a:xfrm>
          <a:off x="0" y="0"/>
          <a:ext cx="0" cy="0"/>
          <a:chOff x="0" y="0"/>
          <a:chExt cx="0" cy="0"/>
        </a:xfrm>
      </p:grpSpPr>
      <p:sp>
        <p:nvSpPr>
          <p:cNvPr id="123" name="Google Shape;123;p1"/>
          <p:cNvSpPr txBox="1">
            <a:spLocks noGrp="1"/>
          </p:cNvSpPr>
          <p:nvPr>
            <p:ph type="ctrTitle"/>
          </p:nvPr>
        </p:nvSpPr>
        <p:spPr>
          <a:prstGeom prst="rect">
            <a:avLst/>
          </a:prstGeom>
          <a:noFill/>
          <a:ln>
            <a:noFill/>
          </a:ln>
        </p:spPr>
        <p:txBody>
          <a:bodyPr spcFirstLastPara="1" wrap="square" lIns="68569" tIns="34275" rIns="68569" bIns="34275" anchor="b" anchorCtr="0">
            <a:noAutofit/>
          </a:bodyPr>
          <a:lstStyle/>
          <a:p>
            <a:pPr>
              <a:buSzPts val="4000"/>
            </a:pPr>
            <a:r>
              <a:rPr lang="en-US" sz="4000" dirty="0">
                <a:latin typeface="Work Sans" pitchFamily="2" charset="0"/>
                <a:ea typeface="Arial"/>
                <a:cs typeface="Arial"/>
                <a:sym typeface="Arial"/>
              </a:rPr>
              <a:t>Automotive Technology: A Systems Approach, 8e</a:t>
            </a:r>
            <a:endParaRPr sz="4000" dirty="0">
              <a:latin typeface="Work Sans" pitchFamily="2" charset="0"/>
              <a:ea typeface="Arial"/>
              <a:cs typeface="Arial"/>
              <a:sym typeface="Arial"/>
            </a:endParaRPr>
          </a:p>
        </p:txBody>
      </p:sp>
      <p:sp>
        <p:nvSpPr>
          <p:cNvPr id="124" name="Google Shape;124;p1"/>
          <p:cNvSpPr txBox="1">
            <a:spLocks noGrp="1"/>
          </p:cNvSpPr>
          <p:nvPr>
            <p:ph type="subTitle" idx="1"/>
          </p:nvPr>
        </p:nvSpPr>
        <p:spPr>
          <a:prstGeom prst="rect">
            <a:avLst/>
          </a:prstGeom>
          <a:noFill/>
          <a:ln>
            <a:noFill/>
          </a:ln>
        </p:spPr>
        <p:txBody>
          <a:bodyPr spcFirstLastPara="1" wrap="square" lIns="68569" tIns="34275" rIns="68569" bIns="34275" anchor="t" anchorCtr="0">
            <a:noAutofit/>
          </a:bodyPr>
          <a:lstStyle/>
          <a:p>
            <a:pPr marL="0" indent="0"/>
            <a:r>
              <a:rPr lang="en-US" sz="3200" dirty="0">
                <a:latin typeface="Work Sans" pitchFamily="2" charset="0"/>
                <a:ea typeface="Arial"/>
                <a:cs typeface="Arial"/>
                <a:sym typeface="Arial"/>
              </a:rPr>
              <a:t>Chapter 26: Ignition Systems</a:t>
            </a:r>
            <a:endParaRPr lang="en-US" sz="3200" dirty="0">
              <a:solidFill>
                <a:srgbClr val="FFFFFF"/>
              </a:solidFill>
              <a:latin typeface="Work Sans" pitchFamily="2" charset="0"/>
            </a:endParaRPr>
          </a:p>
        </p:txBody>
      </p:sp>
      <p:pic>
        <p:nvPicPr>
          <p:cNvPr id="4" name="Picture Placeholder 1" descr="The front cover reads, Automotive Technology, A Systems Approach, 8 e edition by Rob Thompson, and Jack Erjavec. The logo at the top left reads, Cengage.">
            <a:extLst>
              <a:ext uri="{FF2B5EF4-FFF2-40B4-BE49-F238E27FC236}">
                <a16:creationId xmlns:a16="http://schemas.microsoft.com/office/drawing/2014/main" id="{FDB99020-A06F-75A8-4066-0CF07954B800}"/>
              </a:ext>
            </a:extLst>
          </p:cNvPr>
          <p:cNvPicPr>
            <a:picLocks noGrp="1" noChangeAspect="1"/>
          </p:cNvPicPr>
          <p:nvPr>
            <p:ph type="pic" idx="2"/>
          </p:nvPr>
        </p:nvPicPr>
        <p:blipFill rotWithShape="1">
          <a:blip r:embed="rId3"/>
          <a:stretch/>
        </p:blipFill>
        <p:spPr>
          <a:xfrm>
            <a:off x="595173" y="556200"/>
            <a:ext cx="4381500" cy="5611091"/>
          </a:xfrm>
          <a:prstGeom prst="rect">
            <a:avLst/>
          </a:prstGeom>
        </p:spPr>
      </p:pic>
      <p:sp>
        <p:nvSpPr>
          <p:cNvPr id="7" name="Content Placeholder 4">
            <a:extLst>
              <a:ext uri="{FF2B5EF4-FFF2-40B4-BE49-F238E27FC236}">
                <a16:creationId xmlns:a16="http://schemas.microsoft.com/office/drawing/2014/main" id="{9ADBD692-C193-CBE4-9654-BE90037C8B10}"/>
              </a:ext>
            </a:extLst>
          </p:cNvPr>
          <p:cNvSpPr txBox="1">
            <a:spLocks noGrp="1"/>
          </p:cNvSpPr>
          <p:nvPr>
            <p:ph sz="quarter" idx="10"/>
          </p:nvPr>
        </p:nvSpPr>
        <p:spPr>
          <a:xfrm>
            <a:off x="2031365" y="6315289"/>
            <a:ext cx="9220200" cy="461624"/>
          </a:xfrm>
          <a:prstGeom prst="rect">
            <a:avLst/>
          </a:prstGeom>
          <a:noFill/>
        </p:spPr>
        <p:txBody>
          <a:bodyPr wrap="square" rtlCol="0">
            <a:spAutoFit/>
          </a:bodyPr>
          <a:lstStyle/>
          <a:p>
            <a:pPr marL="0" indent="0">
              <a:spcBef>
                <a:spcPts val="0"/>
              </a:spcBef>
              <a:buNone/>
            </a:pPr>
            <a:r>
              <a:rPr lang="en-US" sz="1200" kern="1200" dirty="0">
                <a:solidFill>
                  <a:schemeClr val="bg1"/>
                </a:solidFill>
                <a:cs typeface="Arial" panose="020B0604020202020204" pitchFamily="34" charset="0"/>
              </a:rPr>
              <a:t>Rob Thompson and Jack Erjavec, Automotive Technology: A Systems Approach, 8</a:t>
            </a:r>
            <a:r>
              <a:rPr lang="en-US" sz="1200" kern="1200" baseline="30000" dirty="0">
                <a:solidFill>
                  <a:schemeClr val="bg1"/>
                </a:solidFill>
                <a:cs typeface="Arial" panose="020B0604020202020204" pitchFamily="34" charset="0"/>
              </a:rPr>
              <a:t>th</a:t>
            </a:r>
            <a:r>
              <a:rPr lang="en-US" sz="1200" kern="1200" dirty="0">
                <a:solidFill>
                  <a:schemeClr val="bg1"/>
                </a:solidFill>
                <a:cs typeface="Arial" panose="020B0604020202020204" pitchFamily="34" charset="0"/>
              </a:rPr>
              <a:t> Edition. © 2025 Cengage. All Rights Reserved. May not be scanned, copied or duplicated, or posted to a publicly accessible website, in whole or in part.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2"/>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Objectives</a:t>
            </a:r>
            <a:endParaRPr dirty="0"/>
          </a:p>
        </p:txBody>
      </p:sp>
      <p:sp>
        <p:nvSpPr>
          <p:cNvPr id="132" name="Google Shape;132;p2"/>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marR="0" lvl="0" indent="-357188" algn="l" rtl="0">
              <a:buChar char="•"/>
            </a:pPr>
            <a:r>
              <a:rPr lang="en-US" dirty="0"/>
              <a:t>26.01 Name the two major electrical circuits used in all ignition systems and their common components.</a:t>
            </a:r>
          </a:p>
          <a:p>
            <a:pPr marL="357188" marR="0" lvl="0" indent="-357188" algn="l" rtl="0">
              <a:buChar char="•"/>
            </a:pPr>
            <a:r>
              <a:rPr lang="en-US" dirty="0"/>
              <a:t>26.02 Describe the operation of ignition coils, spark plugs, and ignition cables.</a:t>
            </a:r>
          </a:p>
          <a:p>
            <a:pPr marL="357188" marR="0" lvl="0" indent="-357188" algn="l" rtl="0">
              <a:buChar char="•"/>
            </a:pPr>
            <a:r>
              <a:rPr lang="en-US" dirty="0"/>
              <a:t>26.03 Describe spark timing systems, including electronic switching systems and their related engine position sensors.</a:t>
            </a:r>
          </a:p>
          <a:p>
            <a:pPr marL="357188" marR="0" lvl="0" indent="-357188" algn="l" rtl="0">
              <a:buChar char="•"/>
            </a:pPr>
            <a:r>
              <a:rPr lang="en-US" dirty="0"/>
              <a:t>26.04 Name and describe different types of ignition systems.</a:t>
            </a:r>
          </a:p>
          <a:p>
            <a:pPr marL="357188" marR="0" lvl="0" indent="-357188" algn="l" rtl="0">
              <a:buChar char="•"/>
            </a:pPr>
            <a:r>
              <a:rPr lang="en-US" dirty="0"/>
              <a:t>26.05 Describe the components and operation of distributorless ignition systems.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Basic Circuitry</a:t>
            </a:r>
            <a:endParaRPr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lnSpc>
                <a:spcPct val="107000"/>
              </a:lnSpc>
              <a:spcBef>
                <a:spcPts val="0"/>
              </a:spcBef>
              <a:buSzPts val="2800"/>
              <a:buNone/>
            </a:pPr>
            <a:r>
              <a:rPr lang="en-US" sz="2200" b="1" dirty="0">
                <a:solidFill>
                  <a:schemeClr val="tx1"/>
                </a:solidFill>
              </a:rPr>
              <a:t>26.01 Name the two major electrical circuits used in all ignition systems and their common components.</a:t>
            </a:r>
          </a:p>
          <a:p>
            <a:pPr marL="357188" indent="-357188">
              <a:lnSpc>
                <a:spcPct val="107000"/>
              </a:lnSpc>
              <a:spcBef>
                <a:spcPts val="0"/>
              </a:spcBef>
            </a:pPr>
            <a:r>
              <a:rPr lang="en-US" sz="2200" dirty="0">
                <a:solidFill>
                  <a:schemeClr val="tx1"/>
                </a:solidFill>
              </a:rPr>
              <a:t>All ignition systems consist of two interconnected electrical circuits:</a:t>
            </a:r>
          </a:p>
          <a:p>
            <a:pPr marL="357188" indent="-357188">
              <a:lnSpc>
                <a:spcPct val="107000"/>
              </a:lnSpc>
              <a:spcBef>
                <a:spcPts val="0"/>
              </a:spcBef>
            </a:pPr>
            <a:r>
              <a:rPr lang="en-US" sz="2200" dirty="0">
                <a:solidFill>
                  <a:schemeClr val="tx1"/>
                </a:solidFill>
              </a:rPr>
              <a:t>A </a:t>
            </a:r>
            <a:r>
              <a:rPr lang="en-US" sz="2200" b="1" dirty="0">
                <a:solidFill>
                  <a:schemeClr val="tx1"/>
                </a:solidFill>
              </a:rPr>
              <a:t>primary </a:t>
            </a:r>
            <a:r>
              <a:rPr lang="en-US" sz="2200" dirty="0">
                <a:solidFill>
                  <a:schemeClr val="tx1"/>
                </a:solidFill>
              </a:rPr>
              <a:t>(low-voltage) </a:t>
            </a:r>
            <a:r>
              <a:rPr lang="en-US" sz="2200" b="1" dirty="0">
                <a:solidFill>
                  <a:schemeClr val="tx1"/>
                </a:solidFill>
              </a:rPr>
              <a:t>circuit</a:t>
            </a:r>
            <a:r>
              <a:rPr lang="en-US" sz="2200" dirty="0">
                <a:solidFill>
                  <a:schemeClr val="tx1"/>
                </a:solidFill>
              </a:rPr>
              <a:t> and a </a:t>
            </a:r>
            <a:r>
              <a:rPr lang="en-US" sz="2200" b="1" dirty="0">
                <a:solidFill>
                  <a:schemeClr val="tx1"/>
                </a:solidFill>
              </a:rPr>
              <a:t>secondary</a:t>
            </a:r>
            <a:r>
              <a:rPr lang="en-US" sz="2200" dirty="0">
                <a:solidFill>
                  <a:schemeClr val="tx1"/>
                </a:solidFill>
              </a:rPr>
              <a:t> (high-voltage) </a:t>
            </a:r>
            <a:r>
              <a:rPr lang="en-US" sz="2200" b="1" dirty="0">
                <a:solidFill>
                  <a:schemeClr val="tx1"/>
                </a:solidFill>
              </a:rPr>
              <a:t>circuit</a:t>
            </a:r>
            <a:r>
              <a:rPr lang="en-US" sz="2200" dirty="0">
                <a:solidFill>
                  <a:schemeClr val="tx1"/>
                </a:solidFill>
              </a:rPr>
              <a:t>.</a:t>
            </a:r>
          </a:p>
          <a:p>
            <a:pPr marL="357188" indent="-357188">
              <a:lnSpc>
                <a:spcPct val="107000"/>
              </a:lnSpc>
              <a:spcBef>
                <a:spcPts val="0"/>
              </a:spcBef>
            </a:pPr>
            <a:r>
              <a:rPr lang="en-US" sz="2200" dirty="0">
                <a:solidFill>
                  <a:schemeClr val="tx1"/>
                </a:solidFill>
              </a:rPr>
              <a:t>Components in the primary circuit include the following:</a:t>
            </a:r>
          </a:p>
          <a:p>
            <a:pPr marL="720725" lvl="1" indent="-365125">
              <a:lnSpc>
                <a:spcPct val="107000"/>
              </a:lnSpc>
              <a:spcBef>
                <a:spcPts val="0"/>
              </a:spcBef>
            </a:pPr>
            <a:r>
              <a:rPr lang="en-US" sz="2000" dirty="0">
                <a:solidFill>
                  <a:schemeClr val="tx1"/>
                </a:solidFill>
              </a:rPr>
              <a:t>Battery, ignition switch, ignition coil primary winding, triggering device, switching device, or control module (igniter).</a:t>
            </a:r>
          </a:p>
          <a:p>
            <a:pPr marL="720725" lvl="1" indent="-365125">
              <a:lnSpc>
                <a:spcPct val="107000"/>
              </a:lnSpc>
              <a:spcBef>
                <a:spcPts val="0"/>
              </a:spcBef>
            </a:pPr>
            <a:r>
              <a:rPr lang="en-US" sz="2000" dirty="0">
                <a:solidFill>
                  <a:schemeClr val="tx1"/>
                </a:solidFill>
              </a:rPr>
              <a:t>The secondary circuit includes these components:</a:t>
            </a:r>
          </a:p>
          <a:p>
            <a:pPr lvl="2" indent="-355600">
              <a:lnSpc>
                <a:spcPct val="107000"/>
              </a:lnSpc>
              <a:spcBef>
                <a:spcPts val="0"/>
              </a:spcBef>
              <a:buSzPct val="100000"/>
            </a:pPr>
            <a:r>
              <a:rPr lang="en-US" sz="1800" dirty="0">
                <a:solidFill>
                  <a:schemeClr val="tx1"/>
                </a:solidFill>
              </a:rPr>
              <a:t>Ignition coil secondary winding, distributor cap and rotor (older systems), high-voltage cables (some systems), spark plugs.</a:t>
            </a:r>
          </a:p>
        </p:txBody>
      </p:sp>
    </p:spTree>
    <p:extLst>
      <p:ext uri="{BB962C8B-B14F-4D97-AF65-F5344CB8AC3E}">
        <p14:creationId xmlns:p14="http://schemas.microsoft.com/office/powerpoint/2010/main" val="23666235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Primary Circuit Operation</a:t>
            </a:r>
            <a:endParaRPr sz="3600" dirty="0"/>
          </a:p>
        </p:txBody>
      </p:sp>
      <p:sp>
        <p:nvSpPr>
          <p:cNvPr id="145" name="Google Shape;145;p4"/>
          <p:cNvSpPr txBox="1">
            <a:spLocks noGrp="1"/>
          </p:cNvSpPr>
          <p:nvPr>
            <p:ph type="body" idx="1"/>
          </p:nvPr>
        </p:nvSpPr>
        <p:spPr>
          <a:xfrm>
            <a:off x="476843" y="1506474"/>
            <a:ext cx="11241915" cy="4636142"/>
          </a:xfrm>
          <a:prstGeom prst="rect">
            <a:avLst/>
          </a:prstGeom>
          <a:noFill/>
          <a:ln>
            <a:noFill/>
          </a:ln>
        </p:spPr>
        <p:txBody>
          <a:bodyPr spcFirstLastPara="1" wrap="square" lIns="91425" tIns="45700" rIns="91425" bIns="45700" anchor="t" anchorCtr="0">
            <a:noAutofit/>
          </a:bodyPr>
          <a:lstStyle/>
          <a:p>
            <a:pPr marL="357188" indent="-357188">
              <a:spcAft>
                <a:spcPts val="400"/>
              </a:spcAft>
            </a:pPr>
            <a:r>
              <a:rPr lang="en-US" sz="1600" dirty="0"/>
              <a:t>When the ignition switch is on, battery voltage is supplied to the positive connection of the primary winding of the ignition coil.</a:t>
            </a:r>
          </a:p>
          <a:p>
            <a:pPr marL="357188" indent="-357188">
              <a:spcAft>
                <a:spcPts val="400"/>
              </a:spcAft>
            </a:pPr>
            <a:r>
              <a:rPr lang="en-US" sz="1600" dirty="0"/>
              <a:t>This path to the coil may be through the ignition switch, ignition control module, or PCM depending on the system.</a:t>
            </a:r>
          </a:p>
          <a:p>
            <a:pPr marL="357188" indent="-357188">
              <a:spcAft>
                <a:spcPts val="400"/>
              </a:spcAft>
            </a:pPr>
            <a:r>
              <a:rPr lang="en-US" sz="1600" dirty="0"/>
              <a:t>The negative connection of the primary winding is connected to a switching device.</a:t>
            </a:r>
          </a:p>
          <a:p>
            <a:pPr marL="357188" indent="-357188">
              <a:spcAft>
                <a:spcPts val="400"/>
              </a:spcAft>
            </a:pPr>
            <a:r>
              <a:rPr lang="en-US" sz="1600" dirty="0"/>
              <a:t>This can be an ignition control module or the PCM.</a:t>
            </a:r>
          </a:p>
          <a:p>
            <a:pPr marL="357188" indent="-357188">
              <a:spcAft>
                <a:spcPts val="400"/>
              </a:spcAft>
            </a:pPr>
            <a:r>
              <a:rPr lang="en-US" sz="1600" dirty="0"/>
              <a:t>When the switch is closed, current flows through the circuit.</a:t>
            </a:r>
          </a:p>
          <a:p>
            <a:pPr marL="357188" indent="-357188">
              <a:spcAft>
                <a:spcPts val="400"/>
              </a:spcAft>
            </a:pPr>
            <a:r>
              <a:rPr lang="en-US" sz="1600" dirty="0"/>
              <a:t>The current flow through the ignition coil’s primary winding creates a magnetic field.</a:t>
            </a:r>
          </a:p>
          <a:p>
            <a:pPr marL="357188" indent="-357188">
              <a:spcAft>
                <a:spcPts val="400"/>
              </a:spcAft>
            </a:pPr>
            <a:r>
              <a:rPr lang="en-US" sz="1600" dirty="0"/>
              <a:t>As the current continues to flow, the magnetic field gets stronger.</a:t>
            </a:r>
          </a:p>
          <a:p>
            <a:pPr marL="357188" indent="-357188">
              <a:spcAft>
                <a:spcPts val="400"/>
              </a:spcAft>
            </a:pPr>
            <a:r>
              <a:rPr lang="en-US" sz="1600" dirty="0"/>
              <a:t>When the triggering device signals to the switching unit that the piston is approaching TDC on the compression stroke, the circuit opens and current flow is stopped.</a:t>
            </a:r>
          </a:p>
          <a:p>
            <a:pPr marL="357188" indent="-357188">
              <a:spcAft>
                <a:spcPts val="400"/>
              </a:spcAft>
            </a:pPr>
            <a:r>
              <a:rPr lang="en-US" sz="1600" dirty="0"/>
              <a:t>This causes the magnetic field around the primary winding to collapse across the secondary winding.</a:t>
            </a:r>
          </a:p>
          <a:p>
            <a:pPr marL="357188" indent="-357188">
              <a:spcAft>
                <a:spcPts val="400"/>
              </a:spcAft>
            </a:pPr>
            <a:r>
              <a:rPr lang="en-US" sz="1600" dirty="0"/>
              <a:t>The movement of the magnetic field across the winding induces a high voltage in the secondary winding.</a:t>
            </a:r>
          </a:p>
        </p:txBody>
      </p:sp>
    </p:spTree>
    <p:extLst>
      <p:ext uri="{BB962C8B-B14F-4D97-AF65-F5344CB8AC3E}">
        <p14:creationId xmlns:p14="http://schemas.microsoft.com/office/powerpoint/2010/main" val="1040879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Secondary Circuit Operation</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solidFill>
                  <a:schemeClr val="tx1"/>
                </a:solidFill>
              </a:rPr>
              <a:t>The secondary circuit carries high voltage to the spark plugs.</a:t>
            </a:r>
          </a:p>
          <a:p>
            <a:pPr marL="357188" indent="-357188"/>
            <a:r>
              <a:rPr lang="en-US" dirty="0">
                <a:solidFill>
                  <a:schemeClr val="tx1"/>
                </a:solidFill>
              </a:rPr>
              <a:t>The exact manner in which the secondary circuit delivers these high-voltage surges depends on the system.</a:t>
            </a:r>
          </a:p>
          <a:p>
            <a:pPr marL="357188" indent="-357188"/>
            <a:r>
              <a:rPr lang="en-US" dirty="0">
                <a:solidFill>
                  <a:schemeClr val="tx1"/>
                </a:solidFill>
              </a:rPr>
              <a:t>Until 1984, all ignition systems used some type of distributor to accomplish this job.</a:t>
            </a:r>
          </a:p>
          <a:p>
            <a:pPr marL="357188" indent="-357188"/>
            <a:r>
              <a:rPr lang="en-US" dirty="0">
                <a:solidFill>
                  <a:schemeClr val="tx1"/>
                </a:solidFill>
              </a:rPr>
              <a:t>However, in an effort to reduce emissions, improve fuel economy, and boost component reliability, auto manufacturers are now using distributorless or electronic ignition (EI) systems.</a:t>
            </a:r>
          </a:p>
        </p:txBody>
      </p:sp>
    </p:spTree>
    <p:extLst>
      <p:ext uri="{BB962C8B-B14F-4D97-AF65-F5344CB8AC3E}">
        <p14:creationId xmlns:p14="http://schemas.microsoft.com/office/powerpoint/2010/main" val="3648328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Components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sz="2200" b="1" dirty="0"/>
              <a:t>26.02 Describe the operation of ignition coils, spark plugs, and ignition cables.</a:t>
            </a:r>
          </a:p>
          <a:p>
            <a:pPr marL="357188" indent="-357188"/>
            <a:r>
              <a:rPr lang="en-US" sz="2200" dirty="0"/>
              <a:t>All ignition systems share a number of common components.</a:t>
            </a:r>
          </a:p>
          <a:p>
            <a:pPr marL="357188" indent="-357188"/>
            <a:r>
              <a:rPr lang="en-US" sz="2200" dirty="0"/>
              <a:t>Some, such as the battery and ignition switch, perform simple functions.</a:t>
            </a:r>
          </a:p>
          <a:p>
            <a:pPr marL="357188" indent="-357188"/>
            <a:r>
              <a:rPr lang="en-US" sz="2200" dirty="0"/>
              <a:t>The battery supplies low-voltage current to the ignition primary circuit.</a:t>
            </a:r>
          </a:p>
          <a:p>
            <a:pPr marL="357188" indent="-357188"/>
            <a:r>
              <a:rPr lang="en-US" sz="2200" dirty="0"/>
              <a:t>The current flows when the ignition switch is in the start or run position.</a:t>
            </a:r>
          </a:p>
          <a:p>
            <a:pPr marL="357188" indent="-357188"/>
            <a:r>
              <a:rPr lang="en-US" sz="2200" dirty="0"/>
              <a:t>In newer systems and those with push-to-start, the ignition switch input is used to power up the modules and networks.</a:t>
            </a:r>
          </a:p>
          <a:p>
            <a:pPr marL="357188" indent="-357188"/>
            <a:r>
              <a:rPr lang="en-US" sz="2200" dirty="0"/>
              <a:t>Power is then supplied to the ignition system.</a:t>
            </a:r>
          </a:p>
        </p:txBody>
      </p:sp>
    </p:spTree>
    <p:extLst>
      <p:ext uri="{BB962C8B-B14F-4D97-AF65-F5344CB8AC3E}">
        <p14:creationId xmlns:p14="http://schemas.microsoft.com/office/powerpoint/2010/main" val="39444074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Coils</a:t>
            </a:r>
            <a:endParaRPr sz="3600" dirty="0"/>
          </a:p>
        </p:txBody>
      </p:sp>
      <p:sp>
        <p:nvSpPr>
          <p:cNvPr id="145" name="Google Shape;145;p4"/>
          <p:cNvSpPr txBox="1">
            <a:spLocks noGrp="1"/>
          </p:cNvSpPr>
          <p:nvPr>
            <p:ph type="body" idx="1"/>
          </p:nvPr>
        </p:nvSpPr>
        <p:spPr>
          <a:xfrm>
            <a:off x="476844" y="1506474"/>
            <a:ext cx="7493264" cy="4474195"/>
          </a:xfrm>
          <a:prstGeom prst="rect">
            <a:avLst/>
          </a:prstGeom>
          <a:noFill/>
          <a:ln>
            <a:noFill/>
          </a:ln>
        </p:spPr>
        <p:txBody>
          <a:bodyPr spcFirstLastPara="1" wrap="square" lIns="91425" tIns="45700" rIns="91425" bIns="45700" anchor="t" anchorCtr="0">
            <a:noAutofit/>
          </a:bodyPr>
          <a:lstStyle/>
          <a:p>
            <a:pPr marL="358775" indent="-358775">
              <a:buFont typeface="Arial" panose="020B0604020202020204" pitchFamily="34" charset="0"/>
              <a:buChar char="•"/>
            </a:pPr>
            <a:r>
              <a:rPr lang="en-US" sz="2000" dirty="0"/>
              <a:t>The ignition coil is a pulse transformer that transforms battery voltage into short bursts of high voltage.</a:t>
            </a:r>
          </a:p>
          <a:p>
            <a:pPr marL="358775" indent="-358775">
              <a:buFont typeface="Arial" panose="020B0604020202020204" pitchFamily="34" charset="0"/>
              <a:buChar char="•"/>
            </a:pPr>
            <a:r>
              <a:rPr lang="en-US" sz="2000" dirty="0"/>
              <a:t>The trade-off is that the large amount of current flow in the primary circuit is proportionally decreased in the secondary.</a:t>
            </a:r>
          </a:p>
          <a:p>
            <a:pPr marL="358775" indent="-358775">
              <a:buFont typeface="Arial" panose="020B0604020202020204" pitchFamily="34" charset="0"/>
              <a:buChar char="•"/>
            </a:pPr>
            <a:r>
              <a:rPr lang="en-US" sz="2000" dirty="0"/>
              <a:t>The result is the low voltage, and high current flowing through the primary winding is changed into a high voltage, low amperage spark from the secondary.</a:t>
            </a:r>
          </a:p>
          <a:p>
            <a:pPr marL="358775" indent="-358775">
              <a:buFont typeface="Arial" panose="020B0604020202020204" pitchFamily="34" charset="0"/>
              <a:buChar char="•"/>
            </a:pPr>
            <a:r>
              <a:rPr lang="en-US" sz="2000" dirty="0"/>
              <a:t>An ignition coil has two coils of wire wrapped around an iron or steel core.</a:t>
            </a:r>
          </a:p>
          <a:p>
            <a:pPr marL="358775" indent="-358775">
              <a:buFont typeface="Arial" panose="020B0604020202020204" pitchFamily="34" charset="0"/>
              <a:buChar char="•"/>
            </a:pPr>
            <a:r>
              <a:rPr lang="en-US" sz="2000" dirty="0"/>
              <a:t>An iron or steel core is used because it has low </a:t>
            </a:r>
            <a:r>
              <a:rPr lang="en-US" sz="2000" b="1" dirty="0"/>
              <a:t>inductive reluctance </a:t>
            </a:r>
            <a:r>
              <a:rPr lang="en-US" sz="2000" dirty="0"/>
              <a:t>or magnetic resistance.</a:t>
            </a:r>
            <a:endParaRPr lang="en-US" sz="1400" dirty="0"/>
          </a:p>
        </p:txBody>
      </p:sp>
      <p:pic>
        <p:nvPicPr>
          <p:cNvPr id="8" name="Picture Placeholder 7" descr="An ignition coil, with two coils of wires wrapped around the inner core made of steel or iron.">
            <a:extLst>
              <a:ext uri="{FF2B5EF4-FFF2-40B4-BE49-F238E27FC236}">
                <a16:creationId xmlns:a16="http://schemas.microsoft.com/office/drawing/2014/main" id="{E232B5DA-F9B8-4489-FCE8-20CF0E796F8C}"/>
              </a:ext>
            </a:extLst>
          </p:cNvPr>
          <p:cNvPicPr>
            <a:picLocks noGrp="1" noChangeAspect="1"/>
          </p:cNvPicPr>
          <p:nvPr>
            <p:ph type="pic" sz="quarter" idx="13"/>
          </p:nvPr>
        </p:nvPicPr>
        <p:blipFill rotWithShape="1">
          <a:blip r:embed="rId3"/>
          <a:srcRect b="9586"/>
          <a:stretch/>
        </p:blipFill>
        <p:spPr>
          <a:xfrm>
            <a:off x="8162389" y="2291610"/>
            <a:ext cx="3709863" cy="2885871"/>
          </a:xfrm>
          <a:prstGeom prst="rect">
            <a:avLst/>
          </a:prstGeom>
        </p:spPr>
      </p:pic>
    </p:spTree>
    <p:extLst>
      <p:ext uri="{BB962C8B-B14F-4D97-AF65-F5344CB8AC3E}">
        <p14:creationId xmlns:p14="http://schemas.microsoft.com/office/powerpoint/2010/main" val="26131008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Spark Plugs (1 of 3)</a:t>
            </a:r>
            <a:endParaRPr sz="3600" dirty="0"/>
          </a:p>
        </p:txBody>
      </p:sp>
      <p:sp>
        <p:nvSpPr>
          <p:cNvPr id="145" name="Google Shape;145;p4"/>
          <p:cNvSpPr txBox="1">
            <a:spLocks noGrp="1"/>
          </p:cNvSpPr>
          <p:nvPr>
            <p:ph type="body" idx="1"/>
          </p:nvPr>
        </p:nvSpPr>
        <p:spPr>
          <a:xfrm>
            <a:off x="476843" y="1506475"/>
            <a:ext cx="8036962" cy="4535980"/>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2200" dirty="0"/>
              <a:t>Spark plugs provide the crucial </a:t>
            </a:r>
            <a:r>
              <a:rPr lang="en-US" sz="2200" b="1" dirty="0"/>
              <a:t>air gap </a:t>
            </a:r>
            <a:r>
              <a:rPr lang="en-US" sz="2200" dirty="0"/>
              <a:t>across which the high voltage from the coil causes an arc or spark.</a:t>
            </a:r>
          </a:p>
          <a:p>
            <a:pPr marL="357188" indent="-357188">
              <a:lnSpc>
                <a:spcPct val="107000"/>
              </a:lnSpc>
              <a:spcBef>
                <a:spcPts val="0"/>
              </a:spcBef>
            </a:pPr>
            <a:r>
              <a:rPr lang="en-US" sz="2200" dirty="0"/>
              <a:t>The main parts of a spark plug are a steel shell; a ceramic core or insulator, which acts as a heat conductor; and a pair of electrodes, one insulated in the core and the other grounded on the shell.</a:t>
            </a:r>
          </a:p>
          <a:p>
            <a:pPr marL="357188" indent="-357188">
              <a:lnSpc>
                <a:spcPct val="107000"/>
              </a:lnSpc>
              <a:spcBef>
                <a:spcPts val="0"/>
              </a:spcBef>
            </a:pPr>
            <a:r>
              <a:rPr lang="en-US" sz="2200" dirty="0"/>
              <a:t>The shell holds the ceramic core and electrodes in a gas-tight assembly and has threads for plug installation in the engine.</a:t>
            </a:r>
          </a:p>
          <a:p>
            <a:pPr marL="357188" indent="-357188">
              <a:lnSpc>
                <a:spcPct val="107000"/>
              </a:lnSpc>
              <a:spcBef>
                <a:spcPts val="0"/>
              </a:spcBef>
            </a:pPr>
            <a:r>
              <a:rPr lang="en-US" sz="2200" dirty="0"/>
              <a:t>Current flows through the center of the plug, through a resistor and arcs from the tip of the center electrode to the ground electrode.</a:t>
            </a:r>
          </a:p>
        </p:txBody>
      </p:sp>
      <p:pic>
        <p:nvPicPr>
          <p:cNvPr id="9" name="Picture Placeholder 8" descr="The components of a typical spark plug are labeled from top to bottom as follows: terminal, insulator, resistor, steel shell, seals, threads, ground or side electrode, and center electrode.">
            <a:extLst>
              <a:ext uri="{FF2B5EF4-FFF2-40B4-BE49-F238E27FC236}">
                <a16:creationId xmlns:a16="http://schemas.microsoft.com/office/drawing/2014/main" id="{1C23F0E0-50A7-7D7B-2C4A-7C151DA092CA}"/>
              </a:ext>
            </a:extLst>
          </p:cNvPr>
          <p:cNvPicPr>
            <a:picLocks noGrp="1" noChangeAspect="1"/>
          </p:cNvPicPr>
          <p:nvPr>
            <p:ph type="pic" sz="quarter" idx="12"/>
          </p:nvPr>
        </p:nvPicPr>
        <p:blipFill rotWithShape="1">
          <a:blip r:embed="rId3"/>
          <a:srcRect l="15168" b="7999"/>
          <a:stretch/>
        </p:blipFill>
        <p:spPr>
          <a:xfrm>
            <a:off x="8736226" y="1908968"/>
            <a:ext cx="3158203" cy="3614502"/>
          </a:xfrm>
          <a:prstGeom prst="rect">
            <a:avLst/>
          </a:prstGeom>
        </p:spPr>
      </p:pic>
    </p:spTree>
    <p:extLst>
      <p:ext uri="{BB962C8B-B14F-4D97-AF65-F5344CB8AC3E}">
        <p14:creationId xmlns:p14="http://schemas.microsoft.com/office/powerpoint/2010/main" val="25374965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Spark Plugs (2 of 3)</a:t>
            </a:r>
            <a:endParaRPr sz="3600" dirty="0"/>
          </a:p>
        </p:txBody>
      </p:sp>
      <p:pic>
        <p:nvPicPr>
          <p:cNvPr id="8" name="Picture Placeholder 7" descr="Two illustrations depict the spark plug reach. In short reach, the electrodes in a pocket fail to reach the combustion chamber for complete burn. In long reach, the plug electrode contacts the piston.">
            <a:extLst>
              <a:ext uri="{FF2B5EF4-FFF2-40B4-BE49-F238E27FC236}">
                <a16:creationId xmlns:a16="http://schemas.microsoft.com/office/drawing/2014/main" id="{1E0DE722-8050-D583-6136-6054835226DF}"/>
              </a:ext>
            </a:extLst>
          </p:cNvPr>
          <p:cNvPicPr>
            <a:picLocks noGrp="1" noChangeAspect="1"/>
          </p:cNvPicPr>
          <p:nvPr>
            <p:ph type="pic" sz="quarter" idx="12"/>
          </p:nvPr>
        </p:nvPicPr>
        <p:blipFill rotWithShape="1">
          <a:blip r:embed="rId3"/>
          <a:srcRect b="11728"/>
          <a:stretch/>
        </p:blipFill>
        <p:spPr>
          <a:xfrm>
            <a:off x="634455" y="2562517"/>
            <a:ext cx="3747693" cy="2244262"/>
          </a:xfrm>
          <a:prstGeom prst="rect">
            <a:avLst/>
          </a:prstGeom>
        </p:spPr>
      </p:pic>
      <p:sp>
        <p:nvSpPr>
          <p:cNvPr id="145" name="Google Shape;145;p4"/>
          <p:cNvSpPr txBox="1">
            <a:spLocks noGrp="1"/>
          </p:cNvSpPr>
          <p:nvPr>
            <p:ph type="body" idx="1"/>
          </p:nvPr>
        </p:nvSpPr>
        <p:spPr>
          <a:xfrm>
            <a:off x="4517319" y="1506475"/>
            <a:ext cx="7201439" cy="4659548"/>
          </a:xfrm>
          <a:prstGeom prst="rect">
            <a:avLst/>
          </a:prstGeom>
          <a:noFill/>
          <a:ln>
            <a:noFill/>
          </a:ln>
        </p:spPr>
        <p:txBody>
          <a:bodyPr spcFirstLastPara="1" wrap="square" lIns="91425" tIns="45700" rIns="91425" bIns="45700" anchor="t" anchorCtr="0">
            <a:noAutofit/>
          </a:bodyPr>
          <a:lstStyle/>
          <a:p>
            <a:pPr marL="358775" indent="-358775">
              <a:spcAft>
                <a:spcPts val="400"/>
              </a:spcAft>
            </a:pPr>
            <a:r>
              <a:rPr lang="en-US" sz="2200" dirty="0"/>
              <a:t>Reach </a:t>
            </a:r>
          </a:p>
          <a:p>
            <a:pPr marL="715963" lvl="1" indent="-357188">
              <a:spcAft>
                <a:spcPts val="400"/>
              </a:spcAft>
            </a:pPr>
            <a:r>
              <a:rPr lang="en-US" sz="2000" dirty="0"/>
              <a:t>This refers to the length of the shell from the contact surface at the seat to the bottom of the shell.</a:t>
            </a:r>
          </a:p>
          <a:p>
            <a:pPr marL="715963" lvl="1" indent="-357188">
              <a:spcAft>
                <a:spcPts val="400"/>
              </a:spcAft>
            </a:pPr>
            <a:r>
              <a:rPr lang="en-US" sz="2000" b="1" dirty="0"/>
              <a:t>Reach</a:t>
            </a:r>
            <a:r>
              <a:rPr lang="en-US" sz="2000" dirty="0"/>
              <a:t> is crucial because the plug’s air gap must be properly placed in the combustion chamber to produce the correct amount of heat. </a:t>
            </a:r>
          </a:p>
          <a:p>
            <a:pPr marL="715963" lvl="1" indent="-357188">
              <a:spcAft>
                <a:spcPts val="400"/>
              </a:spcAft>
            </a:pPr>
            <a:r>
              <a:rPr lang="en-US" sz="2000" dirty="0"/>
              <a:t>When a plug’s reach is too short, its electrodes are in a pocket and the arc is not able to adequately ignite the mixture. </a:t>
            </a:r>
          </a:p>
          <a:p>
            <a:pPr marL="715963" lvl="1" indent="-357188">
              <a:spcAft>
                <a:spcPts val="400"/>
              </a:spcAft>
            </a:pPr>
            <a:r>
              <a:rPr lang="en-US" sz="2000" dirty="0"/>
              <a:t>If the reach is too long, the exposed plug threads can get so hot they will ignite the air–fuel mixture at the wrong time and cause preignition. </a:t>
            </a:r>
          </a:p>
        </p:txBody>
      </p:sp>
    </p:spTree>
    <p:extLst>
      <p:ext uri="{BB962C8B-B14F-4D97-AF65-F5344CB8AC3E}">
        <p14:creationId xmlns:p14="http://schemas.microsoft.com/office/powerpoint/2010/main" val="32476077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Spark Plugs (3 of 3)</a:t>
            </a:r>
            <a:endParaRPr sz="3600" dirty="0"/>
          </a:p>
        </p:txBody>
      </p:sp>
      <p:sp>
        <p:nvSpPr>
          <p:cNvPr id="145" name="Google Shape;145;p4"/>
          <p:cNvSpPr txBox="1">
            <a:spLocks noGrp="1"/>
          </p:cNvSpPr>
          <p:nvPr>
            <p:ph type="body" idx="1"/>
          </p:nvPr>
        </p:nvSpPr>
        <p:spPr>
          <a:xfrm>
            <a:off x="476843" y="1506474"/>
            <a:ext cx="7060779" cy="4647191"/>
          </a:xfrm>
          <a:prstGeom prst="rect">
            <a:avLst/>
          </a:prstGeom>
          <a:noFill/>
          <a:ln>
            <a:noFill/>
          </a:ln>
        </p:spPr>
        <p:txBody>
          <a:bodyPr spcFirstLastPara="1" wrap="square" lIns="91425" tIns="45700" rIns="91425" bIns="45700" anchor="t" anchorCtr="0">
            <a:noAutofit/>
          </a:bodyPr>
          <a:lstStyle/>
          <a:p>
            <a:r>
              <a:rPr lang="en-US" sz="2400" dirty="0"/>
              <a:t>Electrodes</a:t>
            </a:r>
          </a:p>
          <a:p>
            <a:pPr marL="715963" lvl="1" indent="-357188"/>
            <a:r>
              <a:rPr lang="en-US" sz="2200" dirty="0"/>
              <a:t>The materials used in the construction of a spark plug’s electrodes determine the longevity, power, and efficiency of the plug.</a:t>
            </a:r>
          </a:p>
          <a:p>
            <a:pPr marL="715963" lvl="1" indent="-357188"/>
            <a:r>
              <a:rPr lang="en-US" sz="2200" dirty="0"/>
              <a:t>The construction and shape of the tips of the electrodes are also important.</a:t>
            </a:r>
          </a:p>
          <a:p>
            <a:pPr marL="715963" lvl="1" indent="-357188"/>
            <a:r>
              <a:rPr lang="en-US" sz="2200" dirty="0"/>
              <a:t>The electrodes of a standard spark plug are made with copper, and some use a copper-nickel alloy.</a:t>
            </a:r>
          </a:p>
          <a:p>
            <a:pPr marL="715963" lvl="1" indent="-357188"/>
            <a:r>
              <a:rPr lang="en-US" sz="2200" dirty="0"/>
              <a:t>Platinum electrodes are used to extend the life of a plug.</a:t>
            </a:r>
          </a:p>
        </p:txBody>
      </p:sp>
      <p:pic>
        <p:nvPicPr>
          <p:cNvPr id="8" name="Picture Placeholder 7" descr="Close up view of a spark plug electrode with a platinum tip.">
            <a:extLst>
              <a:ext uri="{FF2B5EF4-FFF2-40B4-BE49-F238E27FC236}">
                <a16:creationId xmlns:a16="http://schemas.microsoft.com/office/drawing/2014/main" id="{B45C3AC1-D4F3-406C-94B4-4478FE662CE2}"/>
              </a:ext>
            </a:extLst>
          </p:cNvPr>
          <p:cNvPicPr>
            <a:picLocks noGrp="1" noChangeAspect="1"/>
          </p:cNvPicPr>
          <p:nvPr>
            <p:ph type="pic" sz="quarter" idx="13"/>
          </p:nvPr>
        </p:nvPicPr>
        <p:blipFill rotWithShape="1">
          <a:blip r:embed="rId3"/>
          <a:srcRect b="8499"/>
          <a:stretch/>
        </p:blipFill>
        <p:spPr>
          <a:xfrm>
            <a:off x="7728964" y="1964725"/>
            <a:ext cx="4145540" cy="3386802"/>
          </a:xfrm>
          <a:prstGeom prst="rect">
            <a:avLst/>
          </a:prstGeom>
        </p:spPr>
      </p:pic>
    </p:spTree>
    <p:extLst>
      <p:ext uri="{BB962C8B-B14F-4D97-AF65-F5344CB8AC3E}">
        <p14:creationId xmlns:p14="http://schemas.microsoft.com/office/powerpoint/2010/main" val="38504959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Ignition Cables</a:t>
            </a:r>
            <a:endParaRPr sz="3600" dirty="0"/>
          </a:p>
        </p:txBody>
      </p:sp>
      <p:sp>
        <p:nvSpPr>
          <p:cNvPr id="145" name="Google Shape;145;p4"/>
          <p:cNvSpPr txBox="1">
            <a:spLocks noGrp="1"/>
          </p:cNvSpPr>
          <p:nvPr>
            <p:ph type="body" idx="1"/>
          </p:nvPr>
        </p:nvSpPr>
        <p:spPr>
          <a:xfrm>
            <a:off x="476843" y="1506475"/>
            <a:ext cx="6863071" cy="4622476"/>
          </a:xfrm>
          <a:prstGeom prst="rect">
            <a:avLst/>
          </a:prstGeom>
          <a:noFill/>
          <a:ln>
            <a:noFill/>
          </a:ln>
        </p:spPr>
        <p:txBody>
          <a:bodyPr spcFirstLastPara="1" wrap="square" lIns="91425" tIns="45700" rIns="91425" bIns="45700" anchor="t" anchorCtr="0">
            <a:noAutofit/>
          </a:bodyPr>
          <a:lstStyle/>
          <a:p>
            <a:pPr>
              <a:lnSpc>
                <a:spcPct val="107000"/>
              </a:lnSpc>
              <a:spcBef>
                <a:spcPts val="0"/>
              </a:spcBef>
            </a:pPr>
            <a:r>
              <a:rPr lang="en-US" sz="2200" dirty="0"/>
              <a:t>Spark plug cables, or ignition cables, make up the secondary wiring.</a:t>
            </a:r>
          </a:p>
          <a:p>
            <a:pPr marL="357188" indent="-357188">
              <a:lnSpc>
                <a:spcPct val="107000"/>
              </a:lnSpc>
              <a:spcBef>
                <a:spcPts val="0"/>
              </a:spcBef>
            </a:pPr>
            <a:r>
              <a:rPr lang="en-US" sz="2200" dirty="0"/>
              <a:t>These cables carry the high voltage from the distributor or the multiple coils to the spark plugs.</a:t>
            </a:r>
          </a:p>
          <a:p>
            <a:pPr marL="357188" indent="-357188">
              <a:lnSpc>
                <a:spcPct val="107000"/>
              </a:lnSpc>
              <a:spcBef>
                <a:spcPts val="0"/>
              </a:spcBef>
            </a:pPr>
            <a:r>
              <a:rPr lang="en-US" sz="2200" dirty="0"/>
              <a:t>The cables are not solid wire; instead, they contain carbon fiber cores that act as resistors in the secondary circuit.</a:t>
            </a:r>
          </a:p>
          <a:p>
            <a:pPr marL="357188" indent="-357188">
              <a:lnSpc>
                <a:spcPct val="107000"/>
              </a:lnSpc>
              <a:spcBef>
                <a:spcPts val="0"/>
              </a:spcBef>
            </a:pPr>
            <a:r>
              <a:rPr lang="en-US" sz="2200" dirty="0"/>
              <a:t>They cut down on radio and television interference, increase firing voltages, and reduce spark plug wear by decreasing current.</a:t>
            </a:r>
          </a:p>
        </p:txBody>
      </p:sp>
      <p:pic>
        <p:nvPicPr>
          <p:cNvPr id="8" name="Picture Placeholder 7" descr="An illustration depicts a spark plug with parts labeled as follows: Insulating jacket, insulating material, rayon braid, carbon-impregnated linen strands, conductive neoprene, and rayon braid.">
            <a:extLst>
              <a:ext uri="{FF2B5EF4-FFF2-40B4-BE49-F238E27FC236}">
                <a16:creationId xmlns:a16="http://schemas.microsoft.com/office/drawing/2014/main" id="{8DB6ADD9-E235-EDE8-8ED1-CCFAA55FA2CF}"/>
              </a:ext>
            </a:extLst>
          </p:cNvPr>
          <p:cNvPicPr>
            <a:picLocks noGrp="1" noChangeAspect="1"/>
          </p:cNvPicPr>
          <p:nvPr>
            <p:ph type="pic" sz="quarter" idx="13"/>
          </p:nvPr>
        </p:nvPicPr>
        <p:blipFill rotWithShape="1">
          <a:blip r:embed="rId3"/>
          <a:srcRect b="11553"/>
          <a:stretch/>
        </p:blipFill>
        <p:spPr>
          <a:xfrm>
            <a:off x="7572198" y="2496065"/>
            <a:ext cx="4425312" cy="2261286"/>
          </a:xfrm>
          <a:prstGeom prst="rect">
            <a:avLst/>
          </a:prstGeom>
        </p:spPr>
      </p:pic>
    </p:spTree>
    <p:extLst>
      <p:ext uri="{BB962C8B-B14F-4D97-AF65-F5344CB8AC3E}">
        <p14:creationId xmlns:p14="http://schemas.microsoft.com/office/powerpoint/2010/main" val="7129124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Triggering and Switching Devices</a:t>
            </a:r>
            <a:endParaRPr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indent="-358775"/>
            <a:r>
              <a:rPr lang="en-US" sz="1800" dirty="0">
                <a:solidFill>
                  <a:schemeClr val="tx1"/>
                </a:solidFill>
              </a:rPr>
              <a:t>Triggering and switching devices are used to ensure the spark occurs at the correct time.</a:t>
            </a:r>
          </a:p>
          <a:p>
            <a:pPr marL="358775" indent="-358775"/>
            <a:r>
              <a:rPr lang="en-US" sz="1800" dirty="0">
                <a:solidFill>
                  <a:schemeClr val="tx1"/>
                </a:solidFill>
              </a:rPr>
              <a:t>A triggering device is simply a device that monitors the movement of the engine’s crankshaft and pistons.</a:t>
            </a:r>
          </a:p>
          <a:p>
            <a:pPr marL="358775" indent="-358775"/>
            <a:r>
              <a:rPr lang="en-US" sz="1800" dirty="0">
                <a:solidFill>
                  <a:schemeClr val="tx1"/>
                </a:solidFill>
              </a:rPr>
              <a:t>A switching device is what controls current flow through the primary winding.</a:t>
            </a:r>
          </a:p>
          <a:p>
            <a:pPr marL="358775" indent="-358775"/>
            <a:r>
              <a:rPr lang="en-US" sz="1800" dirty="0">
                <a:solidFill>
                  <a:schemeClr val="tx1"/>
                </a:solidFill>
              </a:rPr>
              <a:t>When the triggering device sends a signal to the switching device that the piston of a particular cylinder is on the compression stroke, the switching device stops current flow to the primary winding.</a:t>
            </a:r>
          </a:p>
          <a:p>
            <a:pPr marL="358775" indent="-358775"/>
            <a:r>
              <a:rPr lang="en-US" sz="1800" dirty="0">
                <a:solidFill>
                  <a:schemeClr val="tx1"/>
                </a:solidFill>
              </a:rPr>
              <a:t>This interruption of current flow happens when the PCM decides it is best to fire the spark plug.</a:t>
            </a:r>
          </a:p>
          <a:p>
            <a:pPr marL="358775" indent="-358775"/>
            <a:r>
              <a:rPr lang="en-US" sz="1800" dirty="0">
                <a:solidFill>
                  <a:schemeClr val="tx1"/>
                </a:solidFill>
              </a:rPr>
              <a:t>Electronic switching components are normally located in an ignition control module, which may be part of the vehicle’s PCM.</a:t>
            </a:r>
          </a:p>
          <a:p>
            <a:pPr marL="358775" indent="-358775"/>
            <a:r>
              <a:rPr lang="en-US" sz="1800" dirty="0">
                <a:solidFill>
                  <a:schemeClr val="tx1"/>
                </a:solidFill>
              </a:rPr>
              <a:t>On older vehicles, the ignition module may be built into the distributor or mounted in the engine compartment.</a:t>
            </a:r>
          </a:p>
        </p:txBody>
      </p:sp>
    </p:spTree>
    <p:extLst>
      <p:ext uri="{BB962C8B-B14F-4D97-AF65-F5344CB8AC3E}">
        <p14:creationId xmlns:p14="http://schemas.microsoft.com/office/powerpoint/2010/main" val="9344976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Engine Position Sensors</a:t>
            </a:r>
            <a:endParaRPr sz="3600" dirty="0"/>
          </a:p>
        </p:txBody>
      </p:sp>
      <p:sp>
        <p:nvSpPr>
          <p:cNvPr id="145" name="Google Shape;145;p4"/>
          <p:cNvSpPr txBox="1">
            <a:spLocks noGrp="1"/>
          </p:cNvSpPr>
          <p:nvPr>
            <p:ph type="body" idx="1"/>
          </p:nvPr>
        </p:nvSpPr>
        <p:spPr>
          <a:xfrm>
            <a:off x="476844" y="1506474"/>
            <a:ext cx="7307913" cy="4610121"/>
          </a:xfrm>
          <a:prstGeom prst="rect">
            <a:avLst/>
          </a:prstGeom>
          <a:noFill/>
          <a:ln>
            <a:noFill/>
          </a:ln>
        </p:spPr>
        <p:txBody>
          <a:bodyPr spcFirstLastPara="1" wrap="square" lIns="91425" tIns="45700" rIns="91425" bIns="45700" anchor="t" anchorCtr="0">
            <a:noAutofit/>
          </a:bodyPr>
          <a:lstStyle/>
          <a:p>
            <a:pPr marL="0" indent="0">
              <a:spcAft>
                <a:spcPts val="0"/>
              </a:spcAft>
              <a:buSzPts val="2800"/>
              <a:buNone/>
            </a:pPr>
            <a:r>
              <a:rPr lang="en-US" sz="2000" b="1" dirty="0"/>
              <a:t>26.03 Describe spark timing systems, including electronic switching systems and their related engine position sensors.</a:t>
            </a:r>
          </a:p>
          <a:p>
            <a:pPr marL="342900" indent="-342900">
              <a:spcAft>
                <a:spcPts val="0"/>
              </a:spcAft>
            </a:pPr>
            <a:r>
              <a:rPr lang="en-US" sz="2000" dirty="0"/>
              <a:t>A number of different types of sensors are used to monitor the position of the crankshaft and control the flow of current to the base of the transistor.</a:t>
            </a:r>
          </a:p>
          <a:p>
            <a:pPr marL="357188" indent="-357188">
              <a:spcAft>
                <a:spcPts val="0"/>
              </a:spcAft>
            </a:pPr>
            <a:r>
              <a:rPr lang="en-US" sz="2000" dirty="0"/>
              <a:t>These engine position sensors and generators serve as triggering devices and include magnetic pulse generators, metal detection sensors, Hall-effect sensors, magnetoresistive sensors, and photoelectric (optical) sensors.</a:t>
            </a:r>
          </a:p>
          <a:p>
            <a:pPr marL="357188" indent="-357188">
              <a:spcAft>
                <a:spcPts val="0"/>
              </a:spcAft>
            </a:pPr>
            <a:r>
              <a:rPr lang="en-US" sz="2000" dirty="0"/>
              <a:t>These sensors can be located inside the distributor or mounted on the outside of the engine to monitor crankshaft position (CKP).</a:t>
            </a:r>
          </a:p>
        </p:txBody>
      </p:sp>
      <p:pic>
        <p:nvPicPr>
          <p:cNvPr id="8" name="Picture Placeholder 7" descr="A crankshaft position sensor is mounted on the outside of the engine to monitor the crankshaft position.">
            <a:extLst>
              <a:ext uri="{FF2B5EF4-FFF2-40B4-BE49-F238E27FC236}">
                <a16:creationId xmlns:a16="http://schemas.microsoft.com/office/drawing/2014/main" id="{14298E63-3813-5AE7-6D45-A24F4B8F37B2}"/>
              </a:ext>
            </a:extLst>
          </p:cNvPr>
          <p:cNvPicPr>
            <a:picLocks noGrp="1" noChangeAspect="1"/>
          </p:cNvPicPr>
          <p:nvPr>
            <p:ph type="pic" sz="quarter" idx="13"/>
          </p:nvPr>
        </p:nvPicPr>
        <p:blipFill rotWithShape="1">
          <a:blip r:embed="rId3"/>
          <a:srcRect b="10791"/>
          <a:stretch/>
        </p:blipFill>
        <p:spPr>
          <a:xfrm>
            <a:off x="7784757" y="2199004"/>
            <a:ext cx="4110736" cy="3015547"/>
          </a:xfrm>
          <a:prstGeom prst="rect">
            <a:avLst/>
          </a:prstGeom>
        </p:spPr>
      </p:pic>
    </p:spTree>
    <p:extLst>
      <p:ext uri="{BB962C8B-B14F-4D97-AF65-F5344CB8AC3E}">
        <p14:creationId xmlns:p14="http://schemas.microsoft.com/office/powerpoint/2010/main" val="6864941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Magnetic Pulse Generator</a:t>
            </a:r>
            <a:endParaRPr sz="3600" dirty="0"/>
          </a:p>
        </p:txBody>
      </p:sp>
      <p:sp>
        <p:nvSpPr>
          <p:cNvPr id="145" name="Google Shape;145;p4"/>
          <p:cNvSpPr txBox="1">
            <a:spLocks noGrp="1"/>
          </p:cNvSpPr>
          <p:nvPr>
            <p:ph type="body" idx="1"/>
          </p:nvPr>
        </p:nvSpPr>
        <p:spPr>
          <a:xfrm>
            <a:off x="476844" y="1506475"/>
            <a:ext cx="7357340" cy="4647190"/>
          </a:xfrm>
          <a:prstGeom prst="rect">
            <a:avLst/>
          </a:prstGeom>
          <a:noFill/>
          <a:ln>
            <a:noFill/>
          </a:ln>
        </p:spPr>
        <p:txBody>
          <a:bodyPr spcFirstLastPara="1" wrap="square" lIns="91425" tIns="45700" rIns="91425" bIns="45700" anchor="t" anchorCtr="0">
            <a:noAutofit/>
          </a:bodyPr>
          <a:lstStyle/>
          <a:p>
            <a:r>
              <a:rPr lang="en-US" sz="2000" dirty="0"/>
              <a:t>Basically, a magnetic pulse generator or inductance sensor consists of two parts: a trigger wheel and a pickup coil. The trigger wheel may also be called a </a:t>
            </a:r>
            <a:r>
              <a:rPr lang="en-US" sz="2000" dirty="0" err="1"/>
              <a:t>reluctor</a:t>
            </a:r>
            <a:r>
              <a:rPr lang="en-US" sz="2000" dirty="0"/>
              <a:t>, pulse ring, armature, or timing core.</a:t>
            </a:r>
          </a:p>
          <a:p>
            <a:pPr marL="357188" indent="-357188"/>
            <a:r>
              <a:rPr lang="en-US" sz="2000" dirty="0"/>
              <a:t>The pickup coil, which consists of a length of wire wound around a permanent magnet, may also be called a stator, sensor, or pole piece.</a:t>
            </a:r>
          </a:p>
          <a:p>
            <a:pPr marL="357188" indent="-357188"/>
            <a:r>
              <a:rPr lang="en-US" sz="2000" dirty="0"/>
              <a:t>Depending on the type of ignition system used, the timing disc may be mounted on the distributor shaft, at the rear of the crankshaft, or behind the crankshaft vibration damper.</a:t>
            </a:r>
          </a:p>
          <a:p>
            <a:pPr marL="357188" indent="-357188"/>
            <a:r>
              <a:rPr lang="en-US" sz="2000" dirty="0"/>
              <a:t>The magnetic pulse or PM generator operates on the principles of electromagnetism.</a:t>
            </a:r>
            <a:endParaRPr lang="en-US" sz="1300" dirty="0"/>
          </a:p>
        </p:txBody>
      </p:sp>
      <p:pic>
        <p:nvPicPr>
          <p:cNvPr id="8" name="Picture Placeholder 7" descr="A crankshaft position sensor is mounted on the outside of the engine to monitor the crankshaft position.">
            <a:extLst>
              <a:ext uri="{FF2B5EF4-FFF2-40B4-BE49-F238E27FC236}">
                <a16:creationId xmlns:a16="http://schemas.microsoft.com/office/drawing/2014/main" id="{10585231-1F78-1190-030F-33599F93517D}"/>
              </a:ext>
            </a:extLst>
          </p:cNvPr>
          <p:cNvPicPr>
            <a:picLocks noGrp="1" noChangeAspect="1"/>
          </p:cNvPicPr>
          <p:nvPr>
            <p:ph type="pic" sz="quarter" idx="13"/>
          </p:nvPr>
        </p:nvPicPr>
        <p:blipFill rotWithShape="1">
          <a:blip r:embed="rId3"/>
          <a:srcRect b="12974"/>
          <a:stretch/>
        </p:blipFill>
        <p:spPr>
          <a:xfrm>
            <a:off x="7834183" y="2195783"/>
            <a:ext cx="4059771" cy="3018768"/>
          </a:xfrm>
          <a:prstGeom prst="rect">
            <a:avLst/>
          </a:prstGeom>
        </p:spPr>
      </p:pic>
    </p:spTree>
    <p:extLst>
      <p:ext uri="{BB962C8B-B14F-4D97-AF65-F5344CB8AC3E}">
        <p14:creationId xmlns:p14="http://schemas.microsoft.com/office/powerpoint/2010/main" val="17830786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Hall-Effect Sensor </a:t>
            </a:r>
            <a:endParaRPr lang="en-US" sz="3600" dirty="0"/>
          </a:p>
        </p:txBody>
      </p:sp>
      <p:pic>
        <p:nvPicPr>
          <p:cNvPr id="8" name="Picture Placeholder 7" descr="An illustration of the operation of a Hall-effect switch. The hall-effect sensor or switch is a device that varies its output voltage in response to a magnetic field. A Wheel with two magnets passes by the hall-effect switch. When the signal is in the O N state, the two magnets rotate at 360 degrees in the crank. C I D hall-effect device is placed on one magnet; the wheels rotate at 180 degrees in camshaft rotation which is equal to 360 degrees in crankshaft rotation. When the signal is O N, the output voltage between the planes is high. When the signal is OFF, the output voltage between the planes is low.">
            <a:extLst>
              <a:ext uri="{FF2B5EF4-FFF2-40B4-BE49-F238E27FC236}">
                <a16:creationId xmlns:a16="http://schemas.microsoft.com/office/drawing/2014/main" id="{2FB16968-6A8F-CC9B-8E8A-B9B4A24AADA1}"/>
              </a:ext>
            </a:extLst>
          </p:cNvPr>
          <p:cNvPicPr>
            <a:picLocks noGrp="1" noChangeAspect="1"/>
          </p:cNvPicPr>
          <p:nvPr>
            <p:ph type="pic" sz="quarter" idx="12"/>
          </p:nvPr>
        </p:nvPicPr>
        <p:blipFill rotWithShape="1">
          <a:blip r:embed="rId3"/>
          <a:srcRect b="6062"/>
          <a:stretch/>
        </p:blipFill>
        <p:spPr>
          <a:xfrm>
            <a:off x="672746" y="1758851"/>
            <a:ext cx="3855212" cy="4135321"/>
          </a:xfrm>
          <a:prstGeom prst="rect">
            <a:avLst/>
          </a:prstGeom>
        </p:spPr>
      </p:pic>
      <p:sp>
        <p:nvSpPr>
          <p:cNvPr id="145" name="Google Shape;145;p4"/>
          <p:cNvSpPr txBox="1">
            <a:spLocks noGrp="1"/>
          </p:cNvSpPr>
          <p:nvPr>
            <p:ph type="body" idx="1"/>
          </p:nvPr>
        </p:nvSpPr>
        <p:spPr>
          <a:xfrm>
            <a:off x="4695568" y="1506474"/>
            <a:ext cx="7023190" cy="4573049"/>
          </a:xfrm>
          <a:prstGeom prst="rect">
            <a:avLst/>
          </a:prstGeom>
          <a:noFill/>
          <a:ln>
            <a:noFill/>
          </a:ln>
        </p:spPr>
        <p:txBody>
          <a:bodyPr spcFirstLastPara="1" wrap="square" lIns="91425" tIns="45700" rIns="91425" bIns="45700" anchor="t" anchorCtr="0">
            <a:noAutofit/>
          </a:bodyPr>
          <a:lstStyle/>
          <a:p>
            <a:r>
              <a:rPr lang="en-US" sz="2000" dirty="0">
                <a:solidFill>
                  <a:schemeClr val="tx1"/>
                </a:solidFill>
              </a:rPr>
              <a:t>The Hall-effect sensor or switch is the most commonly used engine position (CKP) sensor.</a:t>
            </a:r>
          </a:p>
          <a:p>
            <a:pPr marL="358775" indent="-358775"/>
            <a:r>
              <a:rPr lang="en-US" sz="2000" dirty="0">
                <a:solidFill>
                  <a:schemeClr val="tx1"/>
                </a:solidFill>
              </a:rPr>
              <a:t>It produces an accurate voltage signal throughout the entire speed range of an engine. It also produces a square wave signal that is more compatible with computers.</a:t>
            </a:r>
          </a:p>
          <a:p>
            <a:pPr marL="358775" indent="-358775"/>
            <a:r>
              <a:rPr lang="en-US" sz="2000" dirty="0">
                <a:solidFill>
                  <a:schemeClr val="tx1"/>
                </a:solidFill>
              </a:rPr>
              <a:t>In an ignition system, the shutter blades or toothed timing wheel is mounted on the distributor shaft, flywheel, crankshaft pulley, or cam gear so the sensor can generate a position signal as the crankshaft rotates.</a:t>
            </a:r>
          </a:p>
          <a:p>
            <a:pPr marL="358775" indent="-358775"/>
            <a:r>
              <a:rPr lang="en-US" sz="2000" dirty="0">
                <a:solidFill>
                  <a:schemeClr val="tx1"/>
                </a:solidFill>
              </a:rPr>
              <a:t>A Hall-effect sensor may be normally on or off depending on the system and its circuitry</a:t>
            </a:r>
            <a:r>
              <a:rPr lang="en-US" sz="1100" dirty="0">
                <a:solidFill>
                  <a:schemeClr val="tx1"/>
                </a:solidFill>
              </a:rPr>
              <a:t>. </a:t>
            </a:r>
            <a:endParaRPr lang="en-US" sz="1300" dirty="0">
              <a:solidFill>
                <a:schemeClr val="tx1"/>
              </a:solidFill>
            </a:endParaRPr>
          </a:p>
        </p:txBody>
      </p:sp>
    </p:spTree>
    <p:extLst>
      <p:ext uri="{BB962C8B-B14F-4D97-AF65-F5344CB8AC3E}">
        <p14:creationId xmlns:p14="http://schemas.microsoft.com/office/powerpoint/2010/main" val="136348031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p2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(1 of 2)</a:t>
            </a:r>
            <a:endParaRPr dirty="0"/>
          </a:p>
        </p:txBody>
      </p:sp>
      <p:sp>
        <p:nvSpPr>
          <p:cNvPr id="310" name="Google Shape;310;p29"/>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dirty="0"/>
              <a:t>What type of waveform does a Hall-effect sensor produce?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30"/>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(1 of 2)</a:t>
            </a:r>
            <a:endParaRPr dirty="0"/>
          </a:p>
        </p:txBody>
      </p:sp>
      <p:sp>
        <p:nvSpPr>
          <p:cNvPr id="2" name="Text Placeholder 1">
            <a:extLst>
              <a:ext uri="{FF2B5EF4-FFF2-40B4-BE49-F238E27FC236}">
                <a16:creationId xmlns:a16="http://schemas.microsoft.com/office/drawing/2014/main" id="{F7A93335-E78E-FF73-D22D-373430339F2E}"/>
              </a:ext>
            </a:extLst>
          </p:cNvPr>
          <p:cNvSpPr>
            <a:spLocks noGrp="1"/>
          </p:cNvSpPr>
          <p:nvPr>
            <p:ph type="body" idx="1"/>
          </p:nvPr>
        </p:nvSpPr>
        <p:spPr/>
        <p:txBody>
          <a:bodyPr/>
          <a:lstStyle/>
          <a:p>
            <a:pPr marL="361950" lvl="1" indent="0">
              <a:buNone/>
            </a:pPr>
            <a:r>
              <a:rPr lang="en-US" sz="2600" b="1" dirty="0"/>
              <a:t>Answer</a:t>
            </a:r>
            <a:r>
              <a:rPr lang="en-US" sz="2600" dirty="0"/>
              <a:t>: It produces an accurate voltage signal throughout the entire speed range of an engine. It also produces a square wave signal that is more compatible with computers.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Photoelectric Sensor</a:t>
            </a:r>
            <a:endParaRPr lang="en-US" sz="3600" dirty="0"/>
          </a:p>
        </p:txBody>
      </p:sp>
      <p:pic>
        <p:nvPicPr>
          <p:cNvPr id="8" name="Picture Placeholder 7" descr="A typical photoelectric sensor with its distributor component, monitors the engine position.">
            <a:extLst>
              <a:ext uri="{FF2B5EF4-FFF2-40B4-BE49-F238E27FC236}">
                <a16:creationId xmlns:a16="http://schemas.microsoft.com/office/drawing/2014/main" id="{E89DC253-B873-990F-9129-F83BBF47A06A}"/>
              </a:ext>
            </a:extLst>
          </p:cNvPr>
          <p:cNvPicPr>
            <a:picLocks noGrp="1" noChangeAspect="1"/>
          </p:cNvPicPr>
          <p:nvPr>
            <p:ph type="pic" sz="quarter" idx="13"/>
          </p:nvPr>
        </p:nvPicPr>
        <p:blipFill rotWithShape="1">
          <a:blip r:embed="rId3"/>
          <a:srcRect b="8659"/>
          <a:stretch/>
        </p:blipFill>
        <p:spPr>
          <a:xfrm>
            <a:off x="473242" y="1792998"/>
            <a:ext cx="4136467" cy="3297986"/>
          </a:xfrm>
          <a:prstGeom prst="rect">
            <a:avLst/>
          </a:prstGeom>
        </p:spPr>
      </p:pic>
      <p:sp>
        <p:nvSpPr>
          <p:cNvPr id="145" name="Google Shape;145;p4"/>
          <p:cNvSpPr txBox="1">
            <a:spLocks noGrp="1"/>
          </p:cNvSpPr>
          <p:nvPr>
            <p:ph type="body" idx="1"/>
          </p:nvPr>
        </p:nvSpPr>
        <p:spPr>
          <a:xfrm>
            <a:off x="4720281" y="1506474"/>
            <a:ext cx="6998477" cy="4498909"/>
          </a:xfrm>
          <a:prstGeom prst="rect">
            <a:avLst/>
          </a:prstGeom>
          <a:noFill/>
          <a:ln>
            <a:noFill/>
          </a:ln>
        </p:spPr>
        <p:txBody>
          <a:bodyPr spcFirstLastPara="1" wrap="square" lIns="91425" tIns="45700" rIns="91425" bIns="45700" anchor="t" anchorCtr="0">
            <a:noAutofit/>
          </a:bodyPr>
          <a:lstStyle/>
          <a:p>
            <a:r>
              <a:rPr lang="en-US" sz="2000" dirty="0"/>
              <a:t>Some distributor ignition systems relied on photoelectric sensors to monitor engine position.</a:t>
            </a:r>
          </a:p>
          <a:p>
            <a:pPr marL="358775" indent="-358775"/>
            <a:r>
              <a:rPr lang="en-US" sz="2000" dirty="0"/>
              <a:t>These sensors are also called optical sensors.</a:t>
            </a:r>
          </a:p>
          <a:p>
            <a:pPr marL="358775" indent="-358775"/>
            <a:r>
              <a:rPr lang="en-US" sz="2000" dirty="0"/>
              <a:t>They consisted of an LED, a light-sensitive phototransistor (photo cell), and a slotted disc called an interrupter.</a:t>
            </a:r>
          </a:p>
          <a:p>
            <a:pPr marL="358775" indent="-358775"/>
            <a:r>
              <a:rPr lang="en-US" sz="2000" dirty="0"/>
              <a:t>As the interrupter rotated between the LED and the photo cell, a square wave voltage signal was generated in the photo cell.</a:t>
            </a:r>
          </a:p>
          <a:p>
            <a:pPr marL="358775" indent="-358775"/>
            <a:r>
              <a:rPr lang="en-US" sz="2000" dirty="0"/>
              <a:t>Photoelectric sensors may combine both the CKP and CMP sensors together, using one interrupter ring and two sets of LEDs and photo cells.</a:t>
            </a:r>
          </a:p>
        </p:txBody>
      </p:sp>
    </p:spTree>
    <p:extLst>
      <p:ext uri="{BB962C8B-B14F-4D97-AF65-F5344CB8AC3E}">
        <p14:creationId xmlns:p14="http://schemas.microsoft.com/office/powerpoint/2010/main" val="3840072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sz="3600" dirty="0"/>
              <a:t>Distributor Ignition System Operation (1 of 2)</a:t>
            </a:r>
            <a:endParaRPr lang="en-US" sz="32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indent="0">
              <a:buSzPts val="2800"/>
              <a:buNone/>
            </a:pPr>
            <a:r>
              <a:rPr lang="en-US" b="1" dirty="0"/>
              <a:t>26.04 Name and describe different types of ignition systems.</a:t>
            </a:r>
          </a:p>
          <a:p>
            <a:pPr marL="342900" indent="-342900"/>
            <a:r>
              <a:rPr lang="en-US" dirty="0"/>
              <a:t>The primary circuit of a DI system is controlled by a triggering device and a switching device located inside the distributor or external to it.</a:t>
            </a:r>
          </a:p>
          <a:p>
            <a:pPr marL="357188" indent="-357188"/>
            <a:r>
              <a:rPr lang="en-US" dirty="0"/>
              <a:t>Although these systems are no longer used by auto makers, there are many of them still on the road and they need service.</a:t>
            </a:r>
          </a:p>
        </p:txBody>
      </p:sp>
    </p:spTree>
    <p:extLst>
      <p:ext uri="{BB962C8B-B14F-4D97-AF65-F5344CB8AC3E}">
        <p14:creationId xmlns:p14="http://schemas.microsoft.com/office/powerpoint/2010/main" val="290201114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3600" dirty="0"/>
              <a:t>Distributor Ignition System Operation (2 of 2)</a:t>
            </a:r>
            <a:endParaRPr lang="en-US" sz="32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r>
              <a:rPr lang="en-US" sz="2400" dirty="0">
                <a:solidFill>
                  <a:schemeClr val="tx1"/>
                </a:solidFill>
              </a:rPr>
              <a:t>Distributor</a:t>
            </a:r>
          </a:p>
          <a:p>
            <a:pPr marL="715963" lvl="1" indent="-357188"/>
            <a:r>
              <a:rPr lang="en-US" sz="2200" dirty="0">
                <a:solidFill>
                  <a:schemeClr val="tx1"/>
                </a:solidFill>
              </a:rPr>
              <a:t>The </a:t>
            </a:r>
            <a:r>
              <a:rPr lang="en-US" sz="2200" dirty="0" err="1">
                <a:solidFill>
                  <a:schemeClr val="tx1"/>
                </a:solidFill>
              </a:rPr>
              <a:t>reluctor</a:t>
            </a:r>
            <a:r>
              <a:rPr lang="en-US" sz="2200" dirty="0">
                <a:solidFill>
                  <a:schemeClr val="tx1"/>
                </a:solidFill>
              </a:rPr>
              <a:t>, or trigger wheel, and distributor shaft assembly are attached to a drive gear that is driven by the engine’s camshaft.</a:t>
            </a:r>
          </a:p>
          <a:p>
            <a:pPr marL="715963" lvl="1" indent="-357188"/>
            <a:r>
              <a:rPr lang="en-US" sz="2200" dirty="0">
                <a:solidFill>
                  <a:schemeClr val="tx1"/>
                </a:solidFill>
              </a:rPr>
              <a:t>The distributor shaft turns at the same speed as the camshaft, which rotates at one-half the speed of the crankshaft.</a:t>
            </a:r>
          </a:p>
          <a:p>
            <a:pPr marL="715963" lvl="1" indent="-357188"/>
            <a:r>
              <a:rPr lang="en-US" sz="2200" dirty="0">
                <a:solidFill>
                  <a:schemeClr val="tx1"/>
                </a:solidFill>
              </a:rPr>
              <a:t>Through the years, there have been many different designs of DI systems. </a:t>
            </a:r>
          </a:p>
          <a:p>
            <a:pPr marL="715963" lvl="1" indent="-357188"/>
            <a:r>
              <a:rPr lang="en-US" sz="2200" dirty="0">
                <a:solidFill>
                  <a:schemeClr val="tx1"/>
                </a:solidFill>
              </a:rPr>
              <a:t>All operate in basically the same way: A position sensor sends a signal to an ignition control module.</a:t>
            </a:r>
          </a:p>
          <a:p>
            <a:pPr marL="715963" lvl="1" indent="-357188"/>
            <a:r>
              <a:rPr lang="en-US" sz="2200" dirty="0">
                <a:solidFill>
                  <a:schemeClr val="tx1"/>
                </a:solidFill>
              </a:rPr>
              <a:t>The module controls current flow through the coil and opens the secondary circuit to release the spark.</a:t>
            </a:r>
          </a:p>
        </p:txBody>
      </p:sp>
    </p:spTree>
    <p:extLst>
      <p:ext uri="{BB962C8B-B14F-4D97-AF65-F5344CB8AC3E}">
        <p14:creationId xmlns:p14="http://schemas.microsoft.com/office/powerpoint/2010/main" val="354773399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Electronic Ignition Systems</a:t>
            </a:r>
            <a:endParaRPr lang="en-US" sz="3600" dirty="0"/>
          </a:p>
        </p:txBody>
      </p:sp>
      <p:sp>
        <p:nvSpPr>
          <p:cNvPr id="145" name="Google Shape;145;p4"/>
          <p:cNvSpPr txBox="1">
            <a:spLocks noGrp="1"/>
          </p:cNvSpPr>
          <p:nvPr>
            <p:ph type="body" idx="1"/>
          </p:nvPr>
        </p:nvSpPr>
        <p:spPr>
          <a:xfrm>
            <a:off x="476845" y="1506474"/>
            <a:ext cx="7653902" cy="4659547"/>
          </a:xfrm>
          <a:prstGeom prst="rect">
            <a:avLst/>
          </a:prstGeom>
          <a:noFill/>
          <a:ln>
            <a:noFill/>
          </a:ln>
        </p:spPr>
        <p:txBody>
          <a:bodyPr spcFirstLastPara="1" wrap="square" lIns="91425" tIns="45700" rIns="91425" bIns="45700" anchor="t" anchorCtr="0">
            <a:noAutofit/>
          </a:bodyPr>
          <a:lstStyle/>
          <a:p>
            <a:r>
              <a:rPr lang="en-US" sz="1800" dirty="0"/>
              <a:t>Modern engines are not equipped with a distributor; rather they have electronic ignitions.</a:t>
            </a:r>
          </a:p>
          <a:p>
            <a:r>
              <a:rPr lang="en-US" sz="1800" dirty="0"/>
              <a:t>In the past, the term electronic ignition was designated to those ignition systems that used electronic controls.</a:t>
            </a:r>
          </a:p>
          <a:p>
            <a:r>
              <a:rPr lang="en-US" sz="1800" dirty="0"/>
              <a:t>Today, electronic ignitions are those that do not use a distributor.</a:t>
            </a:r>
          </a:p>
          <a:p>
            <a:r>
              <a:rPr lang="en-US" sz="1800" dirty="0"/>
              <a:t>As distributors were phased out, manufacturers used a waste spark system, where a coil fired two cylinders at the same time.</a:t>
            </a:r>
          </a:p>
          <a:p>
            <a:r>
              <a:rPr lang="en-US" sz="1800" dirty="0"/>
              <a:t>Modern vehicles use coil-per-cylinder systems.</a:t>
            </a:r>
          </a:p>
          <a:p>
            <a:r>
              <a:rPr lang="en-US" sz="1800" dirty="0"/>
              <a:t>Most waste spark systems use an ignition module to control firing order while the PCM determines spark timing.</a:t>
            </a:r>
          </a:p>
        </p:txBody>
      </p:sp>
      <p:pic>
        <p:nvPicPr>
          <p:cNvPr id="8" name="Picture Placeholder 7" descr="A coil pack with a spark ignition system of six similar ignition modules.">
            <a:extLst>
              <a:ext uri="{FF2B5EF4-FFF2-40B4-BE49-F238E27FC236}">
                <a16:creationId xmlns:a16="http://schemas.microsoft.com/office/drawing/2014/main" id="{48CC862D-4CDE-89C4-8884-2FD64E5E5BB2}"/>
              </a:ext>
            </a:extLst>
          </p:cNvPr>
          <p:cNvPicPr>
            <a:picLocks noGrp="1" noChangeAspect="1"/>
          </p:cNvPicPr>
          <p:nvPr>
            <p:ph type="pic" sz="quarter" idx="13"/>
          </p:nvPr>
        </p:nvPicPr>
        <p:blipFill rotWithShape="1">
          <a:blip r:embed="rId3"/>
          <a:srcRect b="14132"/>
          <a:stretch/>
        </p:blipFill>
        <p:spPr>
          <a:xfrm>
            <a:off x="8130747" y="2331136"/>
            <a:ext cx="3753496" cy="2772205"/>
          </a:xfrm>
          <a:prstGeom prst="rect">
            <a:avLst/>
          </a:prstGeom>
        </p:spPr>
      </p:pic>
    </p:spTree>
    <p:extLst>
      <p:ext uri="{BB962C8B-B14F-4D97-AF65-F5344CB8AC3E}">
        <p14:creationId xmlns:p14="http://schemas.microsoft.com/office/powerpoint/2010/main" val="42240664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fontScale="90000"/>
          </a:bodyPr>
          <a:lstStyle/>
          <a:p>
            <a:r>
              <a:rPr lang="en-US" sz="4400" dirty="0"/>
              <a:t>Double-Ended Coil or Waste Spark Systems</a:t>
            </a:r>
            <a:endParaRPr lang="en-US" dirty="0"/>
          </a:p>
        </p:txBody>
      </p:sp>
      <p:sp>
        <p:nvSpPr>
          <p:cNvPr id="145" name="Google Shape;145;p4"/>
          <p:cNvSpPr txBox="1">
            <a:spLocks noGrp="1"/>
          </p:cNvSpPr>
          <p:nvPr>
            <p:ph type="body" idx="1"/>
          </p:nvPr>
        </p:nvSpPr>
        <p:spPr>
          <a:xfrm>
            <a:off x="476844" y="1506474"/>
            <a:ext cx="6455298" cy="4437125"/>
          </a:xfrm>
          <a:prstGeom prst="rect">
            <a:avLst/>
          </a:prstGeom>
          <a:noFill/>
          <a:ln>
            <a:noFill/>
          </a:ln>
        </p:spPr>
        <p:txBody>
          <a:bodyPr spcFirstLastPara="1" wrap="square" lIns="91425" tIns="45700" rIns="91425" bIns="45700" anchor="t" anchorCtr="0">
            <a:noAutofit/>
          </a:bodyPr>
          <a:lstStyle/>
          <a:p>
            <a:r>
              <a:rPr lang="en-US" sz="2000" dirty="0"/>
              <a:t>Double-ended or waste spark ignition systems use one ignition coil for two spark plugs.</a:t>
            </a:r>
          </a:p>
          <a:p>
            <a:pPr marL="358775" indent="-358775"/>
            <a:r>
              <a:rPr lang="en-US" sz="2000" dirty="0"/>
              <a:t>Both ends of the coil’s secondary side are directly connected to a spark plug, which means that two plugs are ignited at the same time; one is fired on the compression stroke of one cylinder and the other is fired on the exhaust stroke of the companion cylinder.</a:t>
            </a:r>
          </a:p>
          <a:p>
            <a:pPr marL="358775" indent="-358775"/>
            <a:r>
              <a:rPr lang="en-US" sz="2000" dirty="0"/>
              <a:t>A four-cylinder engine has two ignition coils, a six-cylinder has three, and an eight-cylinder has four. </a:t>
            </a:r>
          </a:p>
          <a:p>
            <a:pPr marL="358775" indent="-358775"/>
            <a:r>
              <a:rPr lang="en-US" sz="2000" dirty="0"/>
              <a:t>The computer, ignition module, and various sensors combine to control spark timing.</a:t>
            </a:r>
          </a:p>
        </p:txBody>
      </p:sp>
      <p:pic>
        <p:nvPicPr>
          <p:cNvPr id="8" name="Picture Placeholder 7" descr="A schematic diagram of the polarity of the spark plugs in an E I system. There are three coils in the coil pack. The one end of the primary windings is labeled as follows: coil 1 primary, coil 3 primary, and coil 2 primary. The other end of the primary windings is connected to high B positive power supply. The coils on each of the secondary windings are connected to two spark plugs each labeled 3, 4, 2, 6, 1, 5, from top to bottom, which are further grounded. The connections of the secondary series circuit are as follows: 3 is positive ground; 4 is negative ground; 2 is positive ground; 6 is negative ground; 1 is positive ground; 5 is negative ground.">
            <a:extLst>
              <a:ext uri="{FF2B5EF4-FFF2-40B4-BE49-F238E27FC236}">
                <a16:creationId xmlns:a16="http://schemas.microsoft.com/office/drawing/2014/main" id="{199F2BFF-14C0-BEBE-BF84-6FFF01B2CF86}"/>
              </a:ext>
            </a:extLst>
          </p:cNvPr>
          <p:cNvPicPr>
            <a:picLocks noGrp="1" noChangeAspect="1"/>
          </p:cNvPicPr>
          <p:nvPr>
            <p:ph type="pic" sz="quarter" idx="13"/>
          </p:nvPr>
        </p:nvPicPr>
        <p:blipFill rotWithShape="1">
          <a:blip r:embed="rId3"/>
          <a:srcRect b="8467"/>
          <a:stretch/>
        </p:blipFill>
        <p:spPr>
          <a:xfrm>
            <a:off x="7269470" y="2611261"/>
            <a:ext cx="4568303" cy="2135845"/>
          </a:xfrm>
          <a:prstGeom prst="rect">
            <a:avLst/>
          </a:prstGeom>
        </p:spPr>
      </p:pic>
    </p:spTree>
    <p:extLst>
      <p:ext uri="{BB962C8B-B14F-4D97-AF65-F5344CB8AC3E}">
        <p14:creationId xmlns:p14="http://schemas.microsoft.com/office/powerpoint/2010/main" val="14039663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Coil-per-Cylinder Ignition</a:t>
            </a:r>
            <a:endParaRPr lang="en-US" sz="3600" dirty="0"/>
          </a:p>
        </p:txBody>
      </p:sp>
      <p:pic>
        <p:nvPicPr>
          <p:cNvPr id="8" name="Picture Placeholder 7" descr="A Coil Over Plug system depicts an ignition coil being directly attached to the spark plug, without any spark plug wire.">
            <a:extLst>
              <a:ext uri="{FF2B5EF4-FFF2-40B4-BE49-F238E27FC236}">
                <a16:creationId xmlns:a16="http://schemas.microsoft.com/office/drawing/2014/main" id="{B95192E5-198F-30CA-29F2-6A0ADA0F23D4}"/>
              </a:ext>
            </a:extLst>
          </p:cNvPr>
          <p:cNvPicPr>
            <a:picLocks noGrp="1" noChangeAspect="1"/>
          </p:cNvPicPr>
          <p:nvPr>
            <p:ph type="pic" sz="quarter" idx="12"/>
          </p:nvPr>
        </p:nvPicPr>
        <p:blipFill rotWithShape="1">
          <a:blip r:embed="rId3"/>
          <a:srcRect l="17328" b="7196"/>
          <a:stretch/>
        </p:blipFill>
        <p:spPr>
          <a:xfrm>
            <a:off x="951470" y="1606248"/>
            <a:ext cx="3103081" cy="4201428"/>
          </a:xfrm>
          <a:prstGeom prst="rect">
            <a:avLst/>
          </a:prstGeom>
        </p:spPr>
      </p:pic>
      <p:sp>
        <p:nvSpPr>
          <p:cNvPr id="145" name="Google Shape;145;p4"/>
          <p:cNvSpPr txBox="1">
            <a:spLocks noGrp="1"/>
          </p:cNvSpPr>
          <p:nvPr>
            <p:ph type="body" idx="1"/>
          </p:nvPr>
        </p:nvSpPr>
        <p:spPr>
          <a:xfrm>
            <a:off x="4263081" y="1506475"/>
            <a:ext cx="7455677" cy="4597764"/>
          </a:xfrm>
          <a:prstGeom prst="rect">
            <a:avLst/>
          </a:prstGeom>
          <a:noFill/>
          <a:ln>
            <a:noFill/>
          </a:ln>
        </p:spPr>
        <p:txBody>
          <a:bodyPr spcFirstLastPara="1" wrap="square" lIns="91425" tIns="45700" rIns="91425" bIns="45700" anchor="t" anchorCtr="0">
            <a:noAutofit/>
          </a:bodyPr>
          <a:lstStyle/>
          <a:p>
            <a:pPr marL="357188" indent="-357188"/>
            <a:r>
              <a:rPr lang="en-US" sz="2000" dirty="0">
                <a:solidFill>
                  <a:schemeClr val="tx1"/>
                </a:solidFill>
              </a:rPr>
              <a:t>The operation of a coil-per-cylinder ignition system is basically the same as any other ignition system.</a:t>
            </a:r>
          </a:p>
          <a:p>
            <a:pPr marL="357188" indent="-357188"/>
            <a:r>
              <a:rPr lang="en-US" sz="2000" dirty="0">
                <a:solidFill>
                  <a:schemeClr val="tx1"/>
                </a:solidFill>
              </a:rPr>
              <a:t>By definition, these systems have an individual coil for each spark plug.</a:t>
            </a:r>
          </a:p>
          <a:p>
            <a:pPr marL="357188" indent="-357188"/>
            <a:r>
              <a:rPr lang="en-US" sz="2000" dirty="0">
                <a:solidFill>
                  <a:schemeClr val="tx1"/>
                </a:solidFill>
              </a:rPr>
              <a:t>There are two different designs of coil-per-cylinder systems used today: the </a:t>
            </a:r>
            <a:r>
              <a:rPr lang="en-US" sz="2000" b="1" dirty="0">
                <a:solidFill>
                  <a:schemeClr val="tx1"/>
                </a:solidFill>
              </a:rPr>
              <a:t>coil-over-plug (COP) </a:t>
            </a:r>
            <a:r>
              <a:rPr lang="en-US" sz="2000" dirty="0">
                <a:solidFill>
                  <a:schemeClr val="tx1"/>
                </a:solidFill>
              </a:rPr>
              <a:t>and the separate coil.</a:t>
            </a:r>
          </a:p>
          <a:p>
            <a:pPr marL="357188" indent="-357188"/>
            <a:r>
              <a:rPr lang="en-US" sz="2000" dirty="0">
                <a:solidFill>
                  <a:schemeClr val="tx1"/>
                </a:solidFill>
              </a:rPr>
              <a:t>COP systems rely on a single assembly of an ignition coil and spark plug.</a:t>
            </a:r>
          </a:p>
          <a:p>
            <a:pPr marL="357188" indent="-357188"/>
            <a:r>
              <a:rPr lang="en-US" sz="2000" dirty="0">
                <a:solidFill>
                  <a:schemeClr val="tx1"/>
                </a:solidFill>
              </a:rPr>
              <a:t>In these systems, the spark plug is directly attached to the coil, and there is no spark plug wire.</a:t>
            </a:r>
            <a:endParaRPr lang="en-US" sz="1300" dirty="0">
              <a:solidFill>
                <a:schemeClr val="tx1"/>
              </a:solidFill>
            </a:endParaRPr>
          </a:p>
        </p:txBody>
      </p:sp>
    </p:spTree>
    <p:extLst>
      <p:ext uri="{BB962C8B-B14F-4D97-AF65-F5344CB8AC3E}">
        <p14:creationId xmlns:p14="http://schemas.microsoft.com/office/powerpoint/2010/main" val="14781059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Hall-Effect Sensors</a:t>
            </a:r>
            <a:endParaRPr lang="en-US" sz="3600" dirty="0"/>
          </a:p>
        </p:txBody>
      </p:sp>
      <p:pic>
        <p:nvPicPr>
          <p:cNvPr id="8" name="Picture Placeholder 7" descr="An illustration of the crankshaft sensor signal and the camshaft sensor signal. The crankshaft sensor signal for 18 x intervals depicts a narrow positive square pulse indicating amplitude remains constant and frequency increases. The camshaft sensor signal for 3 x intervals depicts a wide negative square pulse indicating time varies with intake valve timing control.">
            <a:extLst>
              <a:ext uri="{FF2B5EF4-FFF2-40B4-BE49-F238E27FC236}">
                <a16:creationId xmlns:a16="http://schemas.microsoft.com/office/drawing/2014/main" id="{FCEA6FF8-1704-9352-9657-0ED266DBEB68}"/>
              </a:ext>
            </a:extLst>
          </p:cNvPr>
          <p:cNvPicPr>
            <a:picLocks noGrp="1" noChangeAspect="1"/>
          </p:cNvPicPr>
          <p:nvPr>
            <p:ph type="pic" sz="quarter" idx="12"/>
          </p:nvPr>
        </p:nvPicPr>
        <p:blipFill rotWithShape="1">
          <a:blip r:embed="rId3"/>
          <a:srcRect b="23635"/>
          <a:stretch/>
        </p:blipFill>
        <p:spPr>
          <a:xfrm>
            <a:off x="476843" y="2580408"/>
            <a:ext cx="4577476" cy="1697184"/>
          </a:xfrm>
          <a:prstGeom prst="rect">
            <a:avLst/>
          </a:prstGeom>
        </p:spPr>
      </p:pic>
      <p:sp>
        <p:nvSpPr>
          <p:cNvPr id="145" name="Google Shape;145;p4"/>
          <p:cNvSpPr txBox="1">
            <a:spLocks noGrp="1"/>
          </p:cNvSpPr>
          <p:nvPr>
            <p:ph type="body" idx="1"/>
          </p:nvPr>
        </p:nvSpPr>
        <p:spPr>
          <a:xfrm>
            <a:off x="5263977" y="1381124"/>
            <a:ext cx="6697363" cy="4784898"/>
          </a:xfrm>
          <a:prstGeom prst="rect">
            <a:avLst/>
          </a:prstGeom>
          <a:noFill/>
          <a:ln>
            <a:noFill/>
          </a:ln>
        </p:spPr>
        <p:txBody>
          <a:bodyPr spcFirstLastPara="1" wrap="square" lIns="91425" tIns="45700" rIns="91425" bIns="45700" anchor="t" anchorCtr="0">
            <a:noAutofit/>
          </a:bodyPr>
          <a:lstStyle/>
          <a:p>
            <a:pPr marL="358775" indent="-358775">
              <a:spcAft>
                <a:spcPts val="0"/>
              </a:spcAft>
            </a:pPr>
            <a:r>
              <a:rPr lang="en-US" sz="2000" dirty="0"/>
              <a:t>Many Hall-effect sensors rely on pulleys or harmonic balancers with interrupter rings or shutters.</a:t>
            </a:r>
          </a:p>
          <a:p>
            <a:pPr marL="358775" indent="-358775">
              <a:spcAft>
                <a:spcPts val="0"/>
              </a:spcAft>
            </a:pPr>
            <a:r>
              <a:rPr lang="en-US" sz="2000" dirty="0"/>
              <a:t>In many cases, the crankshaft pulley has half as many windows as the engine has cylinders.</a:t>
            </a:r>
          </a:p>
          <a:p>
            <a:pPr marL="358775" indent="-358775">
              <a:spcAft>
                <a:spcPts val="0"/>
              </a:spcAft>
            </a:pPr>
            <a:r>
              <a:rPr lang="en-US" sz="2000" dirty="0"/>
              <a:t>As the crankshaft rotates and the interrupter passes in and out of the Hall-effect switch, the switch turns the module reference voltage on and off.</a:t>
            </a:r>
          </a:p>
          <a:p>
            <a:pPr marL="358775" indent="-358775">
              <a:spcAft>
                <a:spcPts val="0"/>
              </a:spcAft>
            </a:pPr>
            <a:r>
              <a:rPr lang="en-US" sz="2000" dirty="0"/>
              <a:t>The signals are identical and the control module cannot distinguish which of these signals to assign to a particular coil.</a:t>
            </a:r>
          </a:p>
          <a:p>
            <a:pPr marL="358775" indent="-358775">
              <a:spcAft>
                <a:spcPts val="0"/>
              </a:spcAft>
            </a:pPr>
            <a:r>
              <a:rPr lang="en-US" sz="2000" dirty="0"/>
              <a:t>Many CMP sensors are Hall-effect sensors and produce a square wave signal.</a:t>
            </a:r>
          </a:p>
        </p:txBody>
      </p:sp>
    </p:spTree>
    <p:extLst>
      <p:ext uri="{BB962C8B-B14F-4D97-AF65-F5344CB8AC3E}">
        <p14:creationId xmlns:p14="http://schemas.microsoft.com/office/powerpoint/2010/main" val="166453279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Discussion</a:t>
            </a:r>
            <a:endParaRPr dirty="0"/>
          </a:p>
        </p:txBody>
      </p:sp>
      <p:sp>
        <p:nvSpPr>
          <p:cNvPr id="257" name="Google Shape;257;p21"/>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8775" lvl="0" indent="-358775" algn="l" rtl="0">
              <a:lnSpc>
                <a:spcPct val="100000"/>
              </a:lnSpc>
              <a:buChar char="•"/>
            </a:pPr>
            <a:r>
              <a:rPr lang="en-US" dirty="0"/>
              <a:t>Coil on plug type ignition systems have become the most common.</a:t>
            </a:r>
          </a:p>
          <a:p>
            <a:pPr marL="358775" lvl="0" indent="-358775" algn="l" rtl="0">
              <a:lnSpc>
                <a:spcPct val="100000"/>
              </a:lnSpc>
              <a:buChar char="•"/>
            </a:pPr>
            <a:r>
              <a:rPr lang="en-US" dirty="0"/>
              <a:t>Have a class discussion on the positives and negatives of this type of ignition system.</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Magnetic Pulse Generators</a:t>
            </a:r>
            <a:endParaRPr lang="en-US" sz="3600" dirty="0"/>
          </a:p>
        </p:txBody>
      </p:sp>
      <p:pic>
        <p:nvPicPr>
          <p:cNvPr id="8" name="Picture Placeholder 7" descr="An illustration titled, Basic layout for a computer-controlled ignition system. The major components of a computer-controlled ignition system include: the Fuse block, Ignition coil, E I coil module, and P C M. Initially the fuse block contains PCM fuse 10A and Ign fuse 7.5 A. The P C M fuse 10 A is connected to P C M and the Ign fuse 7.5 A connected to E I coil module. The ignition coil contains 3 magnets, each wrapped around coils on the upper end and lower end. The coil on the upper end is labeled as secondary and the lower end is labeled as primary. Each coil is labeled from left to right as follows: 1 and 4, 2 and 5, 3 and 6. One terminal of each primary transformer is connected to E I coil module. The 8 pin port is placed in an E I coil module with the ports connected as follows: the second port, the third port, and the fourth port are connected to the transistor, which is further connected to one end of each of the primary transistors, where the emitter of all three transistors are grounded. In the P C M block 12-pin port is placed, where 6 pins are placed at the bottom, each of the ports at the bottom is connected to the transistors. The emitter of the transistors is grounded. The base of the six transistors is connected to C 12, B 12, D 16, D 15, C 15, and D 14 further connected to one coil of the individual sparkplug labeled. The sparkplugs are labeled from left to right as follows: 6, 5, 4, 3, 2, and 1. The other end of each spark plugs are connected to an E C M fuse (10 A) that is further connected to I G N. The other connections include: By-pass port in P C M connected to port A in E I coil module; E S T port in P C M connected to port B in E I coil module; Tach connected to port C in E l coil module; Ref. high in P C M connected to port E in E I coil module; Ref. low in P C M connected to port F in E I coil module; Cam signal portal in P C M connected to F portal in E I coil module. The ports J, G, and H in the E I coil module are connected to the crankshaft sensor. The other end of H is grounded.">
            <a:extLst>
              <a:ext uri="{FF2B5EF4-FFF2-40B4-BE49-F238E27FC236}">
                <a16:creationId xmlns:a16="http://schemas.microsoft.com/office/drawing/2014/main" id="{F68F94C7-ADAF-847F-CE50-639694E63477}"/>
              </a:ext>
            </a:extLst>
          </p:cNvPr>
          <p:cNvPicPr>
            <a:picLocks noGrp="1" noChangeAspect="1"/>
          </p:cNvPicPr>
          <p:nvPr>
            <p:ph type="pic" sz="quarter" idx="12"/>
          </p:nvPr>
        </p:nvPicPr>
        <p:blipFill rotWithShape="1">
          <a:blip r:embed="rId3"/>
          <a:srcRect b="6752"/>
          <a:stretch/>
        </p:blipFill>
        <p:spPr>
          <a:xfrm>
            <a:off x="554373" y="1624351"/>
            <a:ext cx="4429024" cy="3930577"/>
          </a:xfrm>
          <a:prstGeom prst="rect">
            <a:avLst/>
          </a:prstGeom>
        </p:spPr>
      </p:pic>
      <p:sp>
        <p:nvSpPr>
          <p:cNvPr id="145" name="Google Shape;145;p4"/>
          <p:cNvSpPr txBox="1">
            <a:spLocks noGrp="1"/>
          </p:cNvSpPr>
          <p:nvPr>
            <p:ph type="body" idx="1"/>
          </p:nvPr>
        </p:nvSpPr>
        <p:spPr>
          <a:xfrm>
            <a:off x="5263978" y="1506475"/>
            <a:ext cx="6454780" cy="4424768"/>
          </a:xfrm>
          <a:prstGeom prst="rect">
            <a:avLst/>
          </a:prstGeom>
          <a:noFill/>
          <a:ln>
            <a:noFill/>
          </a:ln>
        </p:spPr>
        <p:txBody>
          <a:bodyPr spcFirstLastPara="1" wrap="square" lIns="91425" tIns="45700" rIns="91425" bIns="45700" anchor="t" anchorCtr="0">
            <a:noAutofit/>
          </a:bodyPr>
          <a:lstStyle/>
          <a:p>
            <a:r>
              <a:rPr lang="en-US" sz="2200" dirty="0"/>
              <a:t>Many late-model engines use magnetic pulse generators as CKP sensors.</a:t>
            </a:r>
          </a:p>
          <a:p>
            <a:pPr marL="358775" indent="-358775"/>
            <a:r>
              <a:rPr lang="en-US" sz="2200" dirty="0"/>
              <a:t>The trigger wheel, also called the </a:t>
            </a:r>
            <a:r>
              <a:rPr lang="en-US" sz="2200" dirty="0" err="1"/>
              <a:t>reluctor</a:t>
            </a:r>
            <a:r>
              <a:rPr lang="en-US" sz="2200" dirty="0"/>
              <a:t>, can be located behind the crankshaft pulley, inside the engine in the middle of the crankshaft, or at the flywheel.</a:t>
            </a:r>
          </a:p>
          <a:p>
            <a:pPr marL="358775" indent="-358775"/>
            <a:r>
              <a:rPr lang="en-US" sz="2200" dirty="0"/>
              <a:t>The design of the trigger wheel depends on the application and operation of the system.</a:t>
            </a:r>
          </a:p>
          <a:p>
            <a:pPr marL="358775" indent="-358775"/>
            <a:r>
              <a:rPr lang="en-US" sz="2200" dirty="0"/>
              <a:t>In more basic systems, the trigger wheel is located behind the crankshaft pulley.</a:t>
            </a:r>
          </a:p>
        </p:txBody>
      </p:sp>
    </p:spTree>
    <p:extLst>
      <p:ext uri="{BB962C8B-B14F-4D97-AF65-F5344CB8AC3E}">
        <p14:creationId xmlns:p14="http://schemas.microsoft.com/office/powerpoint/2010/main" val="197178012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r>
              <a:rPr lang="en-US" dirty="0" err="1"/>
              <a:t>Magnetoresistive</a:t>
            </a:r>
            <a:r>
              <a:rPr lang="en-US" dirty="0"/>
              <a:t> Sensors</a:t>
            </a:r>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dirty="0"/>
              <a:t>This type of sensor is used as a CKP sensor and is usually mounted behind the crankshaft pulley or is bolted to the block.</a:t>
            </a:r>
          </a:p>
          <a:p>
            <a:pPr marL="357188" indent="-357188"/>
            <a:r>
              <a:rPr lang="en-US" dirty="0"/>
              <a:t>A toothed timing wheel may be mounted on the end of the crankshaft, integrated into the crankshaft, or located on the flywheel.</a:t>
            </a:r>
          </a:p>
          <a:p>
            <a:pPr marL="357188" indent="-357188"/>
            <a:r>
              <a:rPr lang="en-US" dirty="0"/>
              <a:t>MR sensors produce a digital square wave pattern that increases in frequency as engine speed increases.</a:t>
            </a:r>
          </a:p>
        </p:txBody>
      </p:sp>
    </p:spTree>
    <p:extLst>
      <p:ext uri="{BB962C8B-B14F-4D97-AF65-F5344CB8AC3E}">
        <p14:creationId xmlns:p14="http://schemas.microsoft.com/office/powerpoint/2010/main" val="367808615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dirty="0"/>
              <a:t>Misfire Detection</a:t>
            </a:r>
            <a:endParaRPr lang="en-US" sz="3600" dirty="0"/>
          </a:p>
        </p:txBody>
      </p:sp>
      <p:sp>
        <p:nvSpPr>
          <p:cNvPr id="145" name="Google Shape;145;p4"/>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r>
              <a:rPr lang="en-US" sz="2000" dirty="0"/>
              <a:t>A high data rate CKP sensor is used to detect engine misfires, required for OBD II, and the CMP is used to identify which cylinder is misfiring.</a:t>
            </a:r>
          </a:p>
          <a:p>
            <a:pPr marL="358775" indent="-358775"/>
            <a:r>
              <a:rPr lang="en-US" sz="2000" dirty="0"/>
              <a:t>Misfires are detected by variations in crankshaft rotational speed for each cylinder.</a:t>
            </a:r>
          </a:p>
          <a:p>
            <a:pPr marL="358775" indent="-358775"/>
            <a:r>
              <a:rPr lang="en-US" sz="2000" dirty="0"/>
              <a:t>An interesting feature of most misfire monitors is the ability of the PCM to distinguish an actual misfire from other things that may cause the engine’s speed to fluctuate.</a:t>
            </a:r>
          </a:p>
          <a:p>
            <a:pPr marL="358775" indent="-358775"/>
            <a:r>
              <a:rPr lang="en-US" sz="2000" dirty="0"/>
              <a:t>Driving on a rough road can cause the vehicle’s wheels to change rotational speed; this in turn will affect the rotational speed of the crankshaft.</a:t>
            </a:r>
          </a:p>
          <a:p>
            <a:pPr marL="358775" indent="-358775"/>
            <a:r>
              <a:rPr lang="en-US" sz="2000" dirty="0"/>
              <a:t>To determine whether the engine has misfired or the vehicle is merely driving on a poor surface, the PCM receives wheel speed data from the antilock brake system.</a:t>
            </a:r>
          </a:p>
          <a:p>
            <a:pPr marL="358775" indent="-358775"/>
            <a:r>
              <a:rPr lang="en-US" sz="2000" dirty="0"/>
              <a:t>A rough road will cause variances in wheel speed, and the PCM looks at that data before concluding a misfire occurred.</a:t>
            </a:r>
          </a:p>
        </p:txBody>
      </p:sp>
    </p:spTree>
    <p:extLst>
      <p:ext uri="{BB962C8B-B14F-4D97-AF65-F5344CB8AC3E}">
        <p14:creationId xmlns:p14="http://schemas.microsoft.com/office/powerpoint/2010/main" val="72558112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4"/>
          <p:cNvSpPr txBox="1">
            <a:spLocks noGrp="1"/>
          </p:cNvSpPr>
          <p:nvPr>
            <p:ph type="title"/>
          </p:nvPr>
        </p:nvSpPr>
        <p:spPr>
          <a:prstGeom prst="rect">
            <a:avLst/>
          </a:prstGeom>
          <a:noFill/>
          <a:ln>
            <a:noFill/>
          </a:ln>
        </p:spPr>
        <p:txBody>
          <a:bodyPr spcFirstLastPara="1" wrap="square" lIns="91425" tIns="45700" rIns="91425" bIns="45700" anchor="ctr" anchorCtr="0">
            <a:normAutofit/>
          </a:bodyPr>
          <a:lstStyle/>
          <a:p>
            <a:r>
              <a:rPr lang="en-US" sz="4000" dirty="0"/>
              <a:t>Basic Timing</a:t>
            </a:r>
            <a:endParaRPr lang="en-US" dirty="0"/>
          </a:p>
        </p:txBody>
      </p:sp>
      <p:sp>
        <p:nvSpPr>
          <p:cNvPr id="145" name="Google Shape;145;p4"/>
          <p:cNvSpPr txBox="1">
            <a:spLocks noGrp="1"/>
          </p:cNvSpPr>
          <p:nvPr>
            <p:ph type="body" idx="1"/>
          </p:nvPr>
        </p:nvSpPr>
        <p:spPr>
          <a:xfrm>
            <a:off x="476843" y="1506474"/>
            <a:ext cx="11241915" cy="4878281"/>
          </a:xfrm>
          <a:prstGeom prst="rect">
            <a:avLst/>
          </a:prstGeom>
          <a:noFill/>
          <a:ln>
            <a:noFill/>
          </a:ln>
        </p:spPr>
        <p:txBody>
          <a:bodyPr spcFirstLastPara="1" wrap="square" lIns="91425" tIns="45700" rIns="91425" bIns="45700" anchor="t" anchorCtr="0">
            <a:noAutofit/>
          </a:bodyPr>
          <a:lstStyle/>
          <a:p>
            <a:r>
              <a:rPr lang="en-US" sz="2200" dirty="0">
                <a:solidFill>
                  <a:schemeClr val="tx1"/>
                </a:solidFill>
              </a:rPr>
              <a:t>The PCM totally controls ignition timing, and ignition timing is not adjustable.</a:t>
            </a:r>
          </a:p>
          <a:p>
            <a:pPr marL="357188" indent="-357188"/>
            <a:r>
              <a:rPr lang="en-US" sz="2200" dirty="0">
                <a:solidFill>
                  <a:schemeClr val="tx1"/>
                </a:solidFill>
              </a:rPr>
              <a:t>When the engine is cranked for starting, the PCM sets the timing at a fixed value.</a:t>
            </a:r>
          </a:p>
          <a:p>
            <a:pPr marL="357188" indent="-357188"/>
            <a:r>
              <a:rPr lang="en-US" sz="2200" dirty="0">
                <a:solidFill>
                  <a:schemeClr val="tx1"/>
                </a:solidFill>
              </a:rPr>
              <a:t>This value is used until the engine is running at a predetermined speed.</a:t>
            </a:r>
          </a:p>
          <a:p>
            <a:pPr marL="357188" indent="-357188"/>
            <a:r>
              <a:rPr lang="en-US" sz="2200" dirty="0">
                <a:solidFill>
                  <a:schemeClr val="tx1"/>
                </a:solidFill>
              </a:rPr>
              <a:t>Once that speed is met, the PCM looks at several inputs, including engine speed, load, throttle position, and engine coolant temperature, and makes adjustments accordingly.</a:t>
            </a:r>
          </a:p>
          <a:p>
            <a:pPr marL="357188" indent="-357188"/>
            <a:r>
              <a:rPr lang="en-US" sz="2200" dirty="0">
                <a:solidFill>
                  <a:schemeClr val="tx1"/>
                </a:solidFill>
              </a:rPr>
              <a:t>The PCM continues to rely on those inputs and its programmed strategy throughout operation.</a:t>
            </a:r>
          </a:p>
          <a:p>
            <a:pPr marL="357188" indent="-357188"/>
            <a:r>
              <a:rPr lang="en-US" sz="2200" dirty="0">
                <a:solidFill>
                  <a:schemeClr val="tx1"/>
                </a:solidFill>
              </a:rPr>
              <a:t>All PCMs have limits as to how far the timing can be retarded and advanced.</a:t>
            </a:r>
          </a:p>
        </p:txBody>
      </p:sp>
    </p:spTree>
    <p:extLst>
      <p:ext uri="{BB962C8B-B14F-4D97-AF65-F5344CB8AC3E}">
        <p14:creationId xmlns:p14="http://schemas.microsoft.com/office/powerpoint/2010/main" val="119906985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38"/>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(2 of 2)</a:t>
            </a:r>
            <a:endParaRPr dirty="0"/>
          </a:p>
        </p:txBody>
      </p:sp>
      <p:sp>
        <p:nvSpPr>
          <p:cNvPr id="377" name="Google Shape;377;p38"/>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357188" indent="-357188">
              <a:lnSpc>
                <a:spcPct val="107000"/>
              </a:lnSpc>
              <a:spcBef>
                <a:spcPts val="0"/>
              </a:spcBef>
            </a:pPr>
            <a:r>
              <a:rPr lang="en-US" dirty="0"/>
              <a:t>On a modern computer controlled vehicle, what controls ignition timing and how it is adjusted by the technician?</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39"/>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Knowledge Check Answer (2 of 2)</a:t>
            </a:r>
            <a:endParaRPr dirty="0"/>
          </a:p>
        </p:txBody>
      </p:sp>
      <p:sp>
        <p:nvSpPr>
          <p:cNvPr id="2" name="Text Placeholder 1">
            <a:extLst>
              <a:ext uri="{FF2B5EF4-FFF2-40B4-BE49-F238E27FC236}">
                <a16:creationId xmlns:a16="http://schemas.microsoft.com/office/drawing/2014/main" id="{C23CABA5-ED91-8177-81DD-64B29F831661}"/>
              </a:ext>
            </a:extLst>
          </p:cNvPr>
          <p:cNvSpPr>
            <a:spLocks noGrp="1"/>
          </p:cNvSpPr>
          <p:nvPr>
            <p:ph type="body" idx="1"/>
          </p:nvPr>
        </p:nvSpPr>
        <p:spPr/>
        <p:txBody>
          <a:bodyPr/>
          <a:lstStyle/>
          <a:p>
            <a:pPr marL="358775" lvl="0" indent="-358775">
              <a:buClr>
                <a:srgbClr val="282F7C"/>
              </a:buClr>
              <a:buSzPts val="2400"/>
              <a:defRPr/>
            </a:pPr>
            <a:r>
              <a:rPr lang="en-US" dirty="0"/>
              <a:t>The PCM totally controls ignition timing, and ignition timing is not adjustable.</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46"/>
          <p:cNvSpPr txBox="1">
            <a:spLocks noGrp="1"/>
          </p:cNvSpPr>
          <p:nvPr>
            <p:ph type="title"/>
          </p:nvPr>
        </p:nvSpPr>
        <p:spPr>
          <a:prstGeom prst="rect">
            <a:avLst/>
          </a:prstGeom>
          <a:noFill/>
          <a:ln>
            <a:noFill/>
          </a:ln>
        </p:spPr>
        <p:txBody>
          <a:bodyPr spcFirstLastPara="1" wrap="square" lIns="91425" tIns="45700" rIns="91425" bIns="45700" anchor="ctr" anchorCtr="0">
            <a:noAutofit/>
          </a:bodyPr>
          <a:lstStyle/>
          <a:p>
            <a:pPr marL="0" lvl="0" indent="0" algn="ctr" rtl="0">
              <a:lnSpc>
                <a:spcPct val="90000"/>
              </a:lnSpc>
              <a:spcBef>
                <a:spcPts val="0"/>
              </a:spcBef>
              <a:spcAft>
                <a:spcPts val="0"/>
              </a:spcAft>
              <a:buClr>
                <a:schemeClr val="dk1"/>
              </a:buClr>
              <a:buSzPts val="4000"/>
              <a:buFont typeface="Work Sans"/>
              <a:buNone/>
            </a:pPr>
            <a:r>
              <a:rPr lang="en-US" dirty="0"/>
              <a:t>Chapter Reflection</a:t>
            </a:r>
            <a:endParaRPr dirty="0"/>
          </a:p>
        </p:txBody>
      </p:sp>
      <p:sp>
        <p:nvSpPr>
          <p:cNvPr id="447" name="Google Shape;447;p46"/>
          <p:cNvSpPr txBox="1">
            <a:spLocks noGrp="1"/>
          </p:cNvSpPr>
          <p:nvPr>
            <p:ph type="body" idx="1"/>
          </p:nvPr>
        </p:nvSpPr>
        <p:spPr>
          <a:prstGeom prst="rect">
            <a:avLst/>
          </a:prstGeom>
          <a:noFill/>
          <a:ln>
            <a:noFill/>
          </a:ln>
        </p:spPr>
        <p:txBody>
          <a:bodyPr spcFirstLastPara="1" wrap="square" lIns="91425" tIns="45700" rIns="91425" bIns="45700" anchor="t" anchorCtr="0">
            <a:noAutofit/>
          </a:bodyPr>
          <a:lstStyle/>
          <a:p>
            <a:pPr marL="0" lvl="0" indent="0" algn="l" rtl="0">
              <a:lnSpc>
                <a:spcPct val="100000"/>
              </a:lnSpc>
              <a:buSzPts val="2800"/>
              <a:buNone/>
            </a:pPr>
            <a:r>
              <a:rPr lang="en-US" dirty="0">
                <a:solidFill>
                  <a:schemeClr val="tx1"/>
                </a:solidFill>
              </a:rPr>
              <a:t>Please take a moment to compare your ignition systems after you studied this chapter. Then respond to the following questions in one or two paragraphs. Use 150–200 words in your reflection.</a:t>
            </a:r>
            <a:endParaRPr dirty="0">
              <a:solidFill>
                <a:schemeClr val="tx1"/>
              </a:solidFill>
            </a:endParaRPr>
          </a:p>
          <a:p>
            <a:pPr marL="360363" lvl="0" indent="-360363" algn="l" rtl="0">
              <a:lnSpc>
                <a:spcPct val="100000"/>
              </a:lnSpc>
              <a:buFont typeface="Arial"/>
              <a:buChar char="•"/>
            </a:pPr>
            <a:r>
              <a:rPr lang="en-US" dirty="0">
                <a:solidFill>
                  <a:schemeClr val="tx1"/>
                </a:solidFill>
              </a:rPr>
              <a:t>Did you find anything in the chapter difficult to understand? How will you improve your understanding?</a:t>
            </a:r>
            <a:endParaRPr dirty="0">
              <a:solidFill>
                <a:schemeClr val="tx1"/>
              </a:solidFill>
            </a:endParaRPr>
          </a:p>
          <a:p>
            <a:pPr marL="360363" lvl="0" indent="-360363" algn="l" rtl="0">
              <a:lnSpc>
                <a:spcPct val="100000"/>
              </a:lnSpc>
              <a:buFont typeface="Arial"/>
              <a:buChar char="•"/>
            </a:pPr>
            <a:r>
              <a:rPr lang="en-US" dirty="0">
                <a:solidFill>
                  <a:schemeClr val="tx1"/>
                </a:solidFill>
              </a:rPr>
              <a:t>Considering all you have learned, do you feel you are ready to diagnose ignition system concerns in a shop or lab setting? How can you be more prepared?</a:t>
            </a:r>
            <a:endParaRPr dirty="0">
              <a:solidFill>
                <a:schemeClr val="tx1"/>
              </a:solidFill>
            </a:endParaRPr>
          </a:p>
        </p:txBody>
      </p:sp>
    </p:spTree>
  </p:cSld>
  <p:clrMapOvr>
    <a:masterClrMapping/>
  </p:clrMapOvr>
</p:sld>
</file>

<file path=ppt/theme/theme1.xml><?xml version="1.0" encoding="utf-8"?>
<a:theme xmlns:a="http://schemas.openxmlformats.org/drawingml/2006/main" name="Optimized Template Master">
  <a:themeElements>
    <a:clrScheme name="Cengage New">
      <a:dk1>
        <a:srgbClr val="282F7C"/>
      </a:dk1>
      <a:lt1>
        <a:srgbClr val="FFFFFF"/>
      </a:lt1>
      <a:dk2>
        <a:srgbClr val="3841B0"/>
      </a:dk2>
      <a:lt2>
        <a:srgbClr val="F5F5F5"/>
      </a:lt2>
      <a:accent1>
        <a:srgbClr val="282F7C"/>
      </a:accent1>
      <a:accent2>
        <a:srgbClr val="FEE349"/>
      </a:accent2>
      <a:accent3>
        <a:srgbClr val="CDDEFF"/>
      </a:accent3>
      <a:accent4>
        <a:srgbClr val="F5F5F5"/>
      </a:accent4>
      <a:accent5>
        <a:srgbClr val="A3A1A3"/>
      </a:accent5>
      <a:accent6>
        <a:srgbClr val="454545"/>
      </a:accent6>
      <a:hlink>
        <a:srgbClr val="3841B0"/>
      </a:hlink>
      <a:folHlink>
        <a:srgbClr val="6900B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10056</TotalTime>
  <Words>2858</Words>
  <Application>Microsoft Office PowerPoint</Application>
  <PresentationFormat>Widescreen</PresentationFormat>
  <Paragraphs>179</Paragraphs>
  <Slides>32</Slides>
  <Notes>32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32</vt:i4>
      </vt:variant>
    </vt:vector>
  </HeadingPairs>
  <TitlesOfParts>
    <vt:vector size="36" baseType="lpstr">
      <vt:lpstr>Calibri</vt:lpstr>
      <vt:lpstr>Work Sans</vt:lpstr>
      <vt:lpstr>Arial</vt:lpstr>
      <vt:lpstr>Optimized Template Master</vt:lpstr>
      <vt:lpstr>Automotive Technology: A Systems Approach, 8e</vt:lpstr>
      <vt:lpstr>Chapter Objectives</vt:lpstr>
      <vt:lpstr>Basic Circuitry</vt:lpstr>
      <vt:lpstr>Primary Circuit Operation</vt:lpstr>
      <vt:lpstr>Secondary Circuit Operation</vt:lpstr>
      <vt:lpstr>Ignition Components</vt:lpstr>
      <vt:lpstr>Ignition Coils</vt:lpstr>
      <vt:lpstr>Spark Plugs (1 of 3)</vt:lpstr>
      <vt:lpstr>Spark Plugs (2 of 3)</vt:lpstr>
      <vt:lpstr>Spark Plugs (3 of 3)</vt:lpstr>
      <vt:lpstr>Ignition Cables</vt:lpstr>
      <vt:lpstr>Triggering and Switching Devices</vt:lpstr>
      <vt:lpstr>Engine Position Sensors</vt:lpstr>
      <vt:lpstr>Magnetic Pulse Generator</vt:lpstr>
      <vt:lpstr>Hall-Effect Sensor </vt:lpstr>
      <vt:lpstr>Knowledge Check (1 of 2)</vt:lpstr>
      <vt:lpstr>Knowledge Check Answer (1 of 2)</vt:lpstr>
      <vt:lpstr>Photoelectric Sensor</vt:lpstr>
      <vt:lpstr>Distributor Ignition System Operation (1 of 2)</vt:lpstr>
      <vt:lpstr>Distributor Ignition System Operation (2 of 2)</vt:lpstr>
      <vt:lpstr>Electronic Ignition Systems</vt:lpstr>
      <vt:lpstr>Double-Ended Coil or Waste Spark Systems</vt:lpstr>
      <vt:lpstr>Coil-per-Cylinder Ignition</vt:lpstr>
      <vt:lpstr>Hall-Effect Sensors</vt:lpstr>
      <vt:lpstr>Discussion</vt:lpstr>
      <vt:lpstr>Magnetic Pulse Generators</vt:lpstr>
      <vt:lpstr>Magnetoresistive Sensors</vt:lpstr>
      <vt:lpstr>Misfire Detection</vt:lpstr>
      <vt:lpstr>Basic Timing</vt:lpstr>
      <vt:lpstr>Knowledge Check (2 of 2)</vt:lpstr>
      <vt:lpstr>Knowledge Check Answer (2 of 2)</vt:lpstr>
      <vt:lpstr>Chapter Reflection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Technology:  A Systems Approach, 8e </dc:title>
  <dc:creator>Owner</dc:creator>
  <cp:lastModifiedBy>DiCaterino, Kara</cp:lastModifiedBy>
  <cp:revision>232</cp:revision>
  <dcterms:created xsi:type="dcterms:W3CDTF">2021-12-10T16:21:02Z</dcterms:created>
  <dcterms:modified xsi:type="dcterms:W3CDTF">2024-11-21T15:40:04Z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0x010100DA72290BDFA7C44CB3A669C535D7775C</vt:lpwstr>
  </property>
  <property fmtid="{D5CDD505-2E9C-101B-9397-08002B2CF9AE}" pid="3" name="Order">
    <vt:r8>112600</vt:r8>
  </property>
  <property fmtid="{D5CDD505-2E9C-101B-9397-08002B2CF9AE}" pid="4" name="Category">
    <vt:lpwstr>Accessibility</vt:lpwstr>
  </property>
  <property fmtid="{D5CDD505-2E9C-101B-9397-08002B2CF9AE}" pid="5" name="xd_Signature">
    <vt:bool>false</vt:bool>
  </property>
  <property fmtid="{D5CDD505-2E9C-101B-9397-08002B2CF9AE}" pid="6" name="xd_ProgID">
    <vt:lpwstr/>
  </property>
  <property fmtid="{D5CDD505-2E9C-101B-9397-08002B2CF9AE}" pid="7" name="Document Type">
    <vt:lpwstr>Template</vt:lpwstr>
  </property>
  <property fmtid="{D5CDD505-2E9C-101B-9397-08002B2CF9AE}" pid="8" name="Audience">
    <vt:lpwstr>Content Developer</vt:lpwstr>
  </property>
  <property fmtid="{D5CDD505-2E9C-101B-9397-08002B2CF9AE}" pid="9" name="Department">
    <vt:lpwstr>GPM Training</vt:lpwstr>
  </property>
  <property fmtid="{D5CDD505-2E9C-101B-9397-08002B2CF9AE}" pid="10" name="ComplianceAssetId">
    <vt:lpwstr/>
  </property>
  <property fmtid="{D5CDD505-2E9C-101B-9397-08002B2CF9AE}" pid="11" name="TemplateUrl">
    <vt:lpwstr/>
  </property>
  <property fmtid="{D5CDD505-2E9C-101B-9397-08002B2CF9AE}" pid="12" name="ArticulateGUID">
    <vt:lpwstr>DA3FD099-5DDC-49B7-BC70-6C2871AE2813</vt:lpwstr>
  </property>
  <property fmtid="{D5CDD505-2E9C-101B-9397-08002B2CF9AE}" pid="13" name="ArticulatePath">
    <vt:lpwstr>Presentation3</vt:lpwstr>
  </property>
  <property fmtid="{D5CDD505-2E9C-101B-9397-08002B2CF9AE}" pid="14" name="_ExtendedDescription">
    <vt:lpwstr/>
  </property>
  <property fmtid="{D5CDD505-2E9C-101B-9397-08002B2CF9AE}" pid="15" name="TriggerFlowInfo">
    <vt:lpwstr/>
  </property>
  <property fmtid="{D5CDD505-2E9C-101B-9397-08002B2CF9AE}" pid="16" name="Notes">
    <vt:lpwstr>Manage access: Not shared</vt:lpwstr>
  </property>
  <property fmtid="{D5CDD505-2E9C-101B-9397-08002B2CF9AE}" pid="17" name="Status">
    <vt:lpwstr>1. In development</vt:lpwstr>
  </property>
</Properties>
</file>