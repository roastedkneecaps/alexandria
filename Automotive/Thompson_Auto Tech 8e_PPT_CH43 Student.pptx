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9" r:id="rId1"/>
  </p:sldMasterIdLst>
  <p:notesMasterIdLst>
    <p:notesMasterId r:id="rId55"/>
  </p:notesMasterIdLst>
  <p:handoutMasterIdLst>
    <p:handoutMasterId r:id="rId56"/>
  </p:handoutMasterIdLst>
  <p:sldIdLst>
    <p:sldId id="386" r:id="rId2"/>
    <p:sldId id="363" r:id="rId3"/>
    <p:sldId id="364" r:id="rId4"/>
    <p:sldId id="257" r:id="rId5"/>
    <p:sldId id="260" r:id="rId6"/>
    <p:sldId id="261" r:id="rId7"/>
    <p:sldId id="262" r:id="rId8"/>
    <p:sldId id="264" r:id="rId9"/>
    <p:sldId id="265" r:id="rId10"/>
    <p:sldId id="373" r:id="rId11"/>
    <p:sldId id="374" r:id="rId12"/>
    <p:sldId id="266" r:id="rId13"/>
    <p:sldId id="267" r:id="rId14"/>
    <p:sldId id="268" r:id="rId15"/>
    <p:sldId id="269" r:id="rId16"/>
    <p:sldId id="365" r:id="rId17"/>
    <p:sldId id="270" r:id="rId18"/>
    <p:sldId id="271" r:id="rId19"/>
    <p:sldId id="272" r:id="rId20"/>
    <p:sldId id="273" r:id="rId21"/>
    <p:sldId id="274" r:id="rId22"/>
    <p:sldId id="275" r:id="rId23"/>
    <p:sldId id="375" r:id="rId24"/>
    <p:sldId id="376" r:id="rId25"/>
    <p:sldId id="276" r:id="rId26"/>
    <p:sldId id="277" r:id="rId27"/>
    <p:sldId id="278" r:id="rId28"/>
    <p:sldId id="279" r:id="rId29"/>
    <p:sldId id="280" r:id="rId30"/>
    <p:sldId id="281" r:id="rId31"/>
    <p:sldId id="282" r:id="rId32"/>
    <p:sldId id="283" r:id="rId33"/>
    <p:sldId id="284" r:id="rId34"/>
    <p:sldId id="286" r:id="rId35"/>
    <p:sldId id="287" r:id="rId36"/>
    <p:sldId id="288" r:id="rId37"/>
    <p:sldId id="367" r:id="rId38"/>
    <p:sldId id="290" r:id="rId39"/>
    <p:sldId id="291" r:id="rId40"/>
    <p:sldId id="368" r:id="rId41"/>
    <p:sldId id="294" r:id="rId42"/>
    <p:sldId id="369" r:id="rId43"/>
    <p:sldId id="295" r:id="rId44"/>
    <p:sldId id="296" r:id="rId45"/>
    <p:sldId id="370" r:id="rId46"/>
    <p:sldId id="297" r:id="rId47"/>
    <p:sldId id="299" r:id="rId48"/>
    <p:sldId id="387" r:id="rId49"/>
    <p:sldId id="301" r:id="rId50"/>
    <p:sldId id="388" r:id="rId51"/>
    <p:sldId id="302" r:id="rId52"/>
    <p:sldId id="303" r:id="rId53"/>
    <p:sldId id="377" r:id="rId5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E" initials="CE" lastIdx="4" clrIdx="0">
    <p:extLst>
      <p:ext uri="{19B8F6BF-5375-455C-9EA6-DF929625EA0E}">
        <p15:presenceInfo xmlns:p15="http://schemas.microsoft.com/office/powerpoint/2012/main" userId="CE"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autoAdjust="0"/>
    <p:restoredTop sz="86895" autoAdjust="0"/>
  </p:normalViewPr>
  <p:slideViewPr>
    <p:cSldViewPr>
      <p:cViewPr varScale="1">
        <p:scale>
          <a:sx n="64" d="100"/>
          <a:sy n="64" d="100"/>
        </p:scale>
        <p:origin x="724" y="48"/>
      </p:cViewPr>
      <p:guideLst>
        <p:guide orient="horz" pos="2160"/>
        <p:guide pos="3840"/>
      </p:guideLst>
    </p:cSldViewPr>
  </p:slideViewPr>
  <p:outlineViewPr>
    <p:cViewPr>
      <p:scale>
        <a:sx n="33" d="100"/>
        <a:sy n="33" d="100"/>
      </p:scale>
      <p:origin x="0" y="-33624"/>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commentAuthors" Target="commentAuthor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Header Placeholder 1"/>
          <p:cNvSpPr txBox="1">
            <a:spLocks noGrp="1"/>
          </p:cNvSpPr>
          <p:nvPr>
            <p:ph type="hdr" sz="quarter"/>
          </p:nvPr>
        </p:nvSpPr>
        <p:spPr>
          <a:xfrm>
            <a:off x="0" y="0"/>
            <a:ext cx="2976035" cy="456873"/>
          </a:xfrm>
          <a:prstGeom prst="rect">
            <a:avLst/>
          </a:prstGeom>
          <a:noFill/>
          <a:ln>
            <a:noFill/>
          </a:ln>
        </p:spPr>
        <p:txBody>
          <a:bodyPr vert="horz" wrap="none" lIns="80766" tIns="40383" rIns="80766" bIns="40383" anchorCtr="0" compatLnSpc="0"/>
          <a:lstStyle/>
          <a:p>
            <a:pPr hangingPunct="0">
              <a:defRPr sz="1400"/>
            </a:pPr>
            <a:endParaRPr lang="en-US" sz="1300">
              <a:latin typeface="Arial" pitchFamily="18"/>
              <a:ea typeface="Microsoft YaHei" pitchFamily="2"/>
              <a:cs typeface="Mangal" pitchFamily="2"/>
            </a:endParaRPr>
          </a:p>
        </p:txBody>
      </p:sp>
      <p:sp>
        <p:nvSpPr>
          <p:cNvPr id="3" name="Date Placeholder 2"/>
          <p:cNvSpPr txBox="1">
            <a:spLocks noGrp="1"/>
          </p:cNvSpPr>
          <p:nvPr>
            <p:ph type="dt" sz="quarter" idx="1"/>
          </p:nvPr>
        </p:nvSpPr>
        <p:spPr>
          <a:xfrm>
            <a:off x="3881647" y="0"/>
            <a:ext cx="2976035" cy="456873"/>
          </a:xfrm>
          <a:prstGeom prst="rect">
            <a:avLst/>
          </a:prstGeom>
          <a:noFill/>
          <a:ln>
            <a:noFill/>
          </a:ln>
        </p:spPr>
        <p:txBody>
          <a:bodyPr vert="horz" wrap="none" lIns="80766" tIns="40383" rIns="80766" bIns="40383" anchorCtr="0" compatLnSpc="0"/>
          <a:lstStyle/>
          <a:p>
            <a:pPr algn="r" hangingPunct="0">
              <a:defRPr sz="1400"/>
            </a:pPr>
            <a:fld id="{D947B2D3-34CA-4509-8DB4-E850E4E4BBC9}" type="datetimeFigureOut">
              <a:t>12/4/2024</a:t>
            </a:fld>
            <a:endParaRPr lang="en-US" sz="1300">
              <a:latin typeface="Arial" pitchFamily="18"/>
              <a:ea typeface="Microsoft YaHei" pitchFamily="2"/>
              <a:cs typeface="Mangal" pitchFamily="2"/>
            </a:endParaRPr>
          </a:p>
        </p:txBody>
      </p:sp>
      <p:sp>
        <p:nvSpPr>
          <p:cNvPr id="4" name="Footer Placeholder 3"/>
          <p:cNvSpPr txBox="1">
            <a:spLocks noGrp="1"/>
          </p:cNvSpPr>
          <p:nvPr>
            <p:ph type="ftr" sz="quarter" idx="2"/>
          </p:nvPr>
        </p:nvSpPr>
        <p:spPr>
          <a:xfrm>
            <a:off x="0" y="8686800"/>
            <a:ext cx="2976035" cy="456873"/>
          </a:xfrm>
          <a:prstGeom prst="rect">
            <a:avLst/>
          </a:prstGeom>
          <a:noFill/>
          <a:ln>
            <a:noFill/>
          </a:ln>
        </p:spPr>
        <p:txBody>
          <a:bodyPr vert="horz" wrap="none" lIns="80766" tIns="40383" rIns="80766" bIns="40383" anchor="b" anchorCtr="0" compatLnSpc="0"/>
          <a:lstStyle/>
          <a:p>
            <a:pPr hangingPunct="0">
              <a:defRPr sz="1400"/>
            </a:pPr>
            <a:endParaRPr lang="en-US" sz="1300">
              <a:latin typeface="Arial" pitchFamily="18"/>
              <a:ea typeface="Microsoft YaHei" pitchFamily="2"/>
              <a:cs typeface="Mangal" pitchFamily="2"/>
            </a:endParaRPr>
          </a:p>
        </p:txBody>
      </p:sp>
      <p:sp>
        <p:nvSpPr>
          <p:cNvPr id="5" name="Slide Number Placeholder 4"/>
          <p:cNvSpPr txBox="1">
            <a:spLocks noGrp="1"/>
          </p:cNvSpPr>
          <p:nvPr>
            <p:ph type="sldNum" sz="quarter" idx="3"/>
          </p:nvPr>
        </p:nvSpPr>
        <p:spPr>
          <a:xfrm>
            <a:off x="3881647" y="8686800"/>
            <a:ext cx="2976035" cy="456873"/>
          </a:xfrm>
          <a:prstGeom prst="rect">
            <a:avLst/>
          </a:prstGeom>
          <a:noFill/>
          <a:ln>
            <a:noFill/>
          </a:ln>
        </p:spPr>
        <p:txBody>
          <a:bodyPr vert="horz" wrap="none" lIns="80766" tIns="40383" rIns="80766" bIns="40383" anchor="b" anchorCtr="0" compatLnSpc="0"/>
          <a:lstStyle/>
          <a:p>
            <a:pPr algn="r" hangingPunct="0">
              <a:defRPr sz="1400"/>
            </a:pPr>
            <a:fld id="{ABAEFE2F-8261-49CA-9747-416777E8B8A1}" type="slidenum">
              <a:t>‹#›</a:t>
            </a:fld>
            <a:endParaRPr lang="en-US" sz="1300">
              <a:latin typeface="Arial" pitchFamily="18"/>
              <a:ea typeface="Microsoft YaHei" pitchFamily="2"/>
              <a:cs typeface="Mangal" pitchFamily="2"/>
            </a:endParaRPr>
          </a:p>
        </p:txBody>
      </p:sp>
    </p:spTree>
    <p:extLst>
      <p:ext uri="{BB962C8B-B14F-4D97-AF65-F5344CB8AC3E}">
        <p14:creationId xmlns:p14="http://schemas.microsoft.com/office/powerpoint/2010/main" val="157956245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533400" y="763588"/>
            <a:ext cx="6705600" cy="3771900"/>
          </a:xfrm>
          <a:prstGeom prst="rect">
            <a:avLst/>
          </a:prstGeom>
          <a:noFill/>
          <a:ln>
            <a:noFill/>
            <a:prstDash val="solid"/>
          </a:ln>
        </p:spPr>
      </p:sp>
      <p:sp>
        <p:nvSpPr>
          <p:cNvPr id="3" name="Notes Placeholder 2"/>
          <p:cNvSpPr txBox="1">
            <a:spLocks noGrp="1"/>
          </p:cNvSpPr>
          <p:nvPr>
            <p:ph type="body" sz="quarter" idx="3"/>
          </p:nvPr>
        </p:nvSpPr>
        <p:spPr>
          <a:xfrm>
            <a:off x="777239" y="4777560"/>
            <a:ext cx="6217560" cy="4525920"/>
          </a:xfrm>
          <a:prstGeom prst="rect">
            <a:avLst/>
          </a:prstGeom>
          <a:noFill/>
          <a:ln>
            <a:noFill/>
          </a:ln>
        </p:spPr>
        <p:txBody>
          <a:bodyPr lIns="0" tIns="0" rIns="0" bIns="0"/>
          <a:lstStyle/>
          <a:p>
            <a:endParaRPr lang="en-US"/>
          </a:p>
        </p:txBody>
      </p:sp>
      <p:sp>
        <p:nvSpPr>
          <p:cNvPr id="4" name="Header Placeholder 3"/>
          <p:cNvSpPr txBox="1">
            <a:spLocks noGrp="1"/>
          </p:cNvSpPr>
          <p:nvPr>
            <p:ph type="hdr" sz="quarter"/>
          </p:nvPr>
        </p:nvSpPr>
        <p:spPr>
          <a:xfrm>
            <a:off x="0" y="0"/>
            <a:ext cx="3372840" cy="502560"/>
          </a:xfrm>
          <a:prstGeom prst="rect">
            <a:avLst/>
          </a:prstGeom>
          <a:noFill/>
          <a:ln>
            <a:noFill/>
          </a:ln>
        </p:spPr>
        <p:txBody>
          <a:bodyPr lIns="0" tIns="0" rIns="0" bIns="0" anchorCtr="0"/>
          <a:lstStyle>
            <a:lvl1pPr lvl="0" rtl="0" hangingPunct="0">
              <a:buNone/>
              <a:tabLst/>
              <a:defRPr lang="en-US" sz="1400" kern="1200">
                <a:latin typeface="Times New Roman" pitchFamily="18"/>
                <a:ea typeface="Lucida Sans Unicode" pitchFamily="2"/>
                <a:cs typeface="Tahoma" pitchFamily="2"/>
              </a:defRPr>
            </a:lvl1pPr>
          </a:lstStyle>
          <a:p>
            <a:pPr lvl="0"/>
            <a:endParaRPr lang="en-US"/>
          </a:p>
        </p:txBody>
      </p:sp>
      <p:sp>
        <p:nvSpPr>
          <p:cNvPr id="5" name="Date Placeholder 4"/>
          <p:cNvSpPr txBox="1">
            <a:spLocks noGrp="1"/>
          </p:cNvSpPr>
          <p:nvPr>
            <p:ph type="dt" idx="1"/>
          </p:nvPr>
        </p:nvSpPr>
        <p:spPr>
          <a:xfrm>
            <a:off x="4399200" y="0"/>
            <a:ext cx="3372840" cy="502560"/>
          </a:xfrm>
          <a:prstGeom prst="rect">
            <a:avLst/>
          </a:prstGeom>
          <a:noFill/>
          <a:ln>
            <a:noFill/>
          </a:ln>
        </p:spPr>
        <p:txBody>
          <a:bodyPr lIns="0" tIns="0" rIns="0" bIns="0" anchorCtr="0"/>
          <a:lstStyle>
            <a:lvl1pPr lvl="0" algn="r" rtl="0" hangingPunct="0">
              <a:buNone/>
              <a:tabLst/>
              <a:defRPr lang="en-US" sz="1400" kern="1200">
                <a:latin typeface="Times New Roman" pitchFamily="18"/>
                <a:ea typeface="Lucida Sans Unicode" pitchFamily="2"/>
                <a:cs typeface="Tahoma" pitchFamily="2"/>
              </a:defRPr>
            </a:lvl1pPr>
          </a:lstStyle>
          <a:p>
            <a:pPr lvl="0"/>
            <a:fld id="{62C89B67-C541-433E-8928-53C8FAF59046}" type="datetimeFigureOut">
              <a:t>12/4/2024</a:t>
            </a:fld>
            <a:endParaRPr lang="en-US"/>
          </a:p>
        </p:txBody>
      </p:sp>
      <p:sp>
        <p:nvSpPr>
          <p:cNvPr id="6" name="Footer Placeholder 5"/>
          <p:cNvSpPr txBox="1">
            <a:spLocks noGrp="1"/>
          </p:cNvSpPr>
          <p:nvPr>
            <p:ph type="ftr" sz="quarter" idx="4"/>
          </p:nvPr>
        </p:nvSpPr>
        <p:spPr>
          <a:xfrm>
            <a:off x="0" y="9555480"/>
            <a:ext cx="3372840" cy="502560"/>
          </a:xfrm>
          <a:prstGeom prst="rect">
            <a:avLst/>
          </a:prstGeom>
          <a:noFill/>
          <a:ln>
            <a:noFill/>
          </a:ln>
        </p:spPr>
        <p:txBody>
          <a:bodyPr lIns="0" tIns="0" rIns="0" bIns="0" anchor="b" anchorCtr="0"/>
          <a:lstStyle>
            <a:lvl1pPr lvl="0" rtl="0" hangingPunct="0">
              <a:buNone/>
              <a:tabLst/>
              <a:defRPr lang="en-US" sz="1400" kern="1200">
                <a:latin typeface="Times New Roman" pitchFamily="18"/>
                <a:ea typeface="Lucida Sans Unicode" pitchFamily="2"/>
                <a:cs typeface="Tahoma" pitchFamily="2"/>
              </a:defRPr>
            </a:lvl1pPr>
          </a:lstStyle>
          <a:p>
            <a:pPr lvl="0"/>
            <a:endParaRPr lang="en-US"/>
          </a:p>
        </p:txBody>
      </p:sp>
      <p:sp>
        <p:nvSpPr>
          <p:cNvPr id="7" name="Slide Number Placeholder 6"/>
          <p:cNvSpPr txBox="1">
            <a:spLocks noGrp="1"/>
          </p:cNvSpPr>
          <p:nvPr>
            <p:ph type="sldNum" sz="quarter" idx="5"/>
          </p:nvPr>
        </p:nvSpPr>
        <p:spPr>
          <a:xfrm>
            <a:off x="4399200" y="9555480"/>
            <a:ext cx="3372840" cy="502560"/>
          </a:xfrm>
          <a:prstGeom prst="rect">
            <a:avLst/>
          </a:prstGeom>
          <a:noFill/>
          <a:ln>
            <a:noFill/>
          </a:ln>
        </p:spPr>
        <p:txBody>
          <a:bodyPr lIns="0" tIns="0" rIns="0" bIns="0" anchor="b" anchorCtr="0"/>
          <a:lstStyle>
            <a:lvl1pPr lvl="0" algn="r" rtl="0" hangingPunct="0">
              <a:buNone/>
              <a:tabLst/>
              <a:defRPr lang="en-US" sz="1400" kern="1200">
                <a:latin typeface="Times New Roman" pitchFamily="18"/>
                <a:ea typeface="Lucida Sans Unicode" pitchFamily="2"/>
                <a:cs typeface="Tahoma" pitchFamily="2"/>
              </a:defRPr>
            </a:lvl1pPr>
          </a:lstStyle>
          <a:p>
            <a:pPr lvl="0"/>
            <a:fld id="{B4A26BF5-BEE9-4E0E-9FC9-727803BEE090}" type="slidenum">
              <a:t>‹#›</a:t>
            </a:fld>
            <a:endParaRPr lang="en-US"/>
          </a:p>
        </p:txBody>
      </p:sp>
    </p:spTree>
    <p:extLst>
      <p:ext uri="{BB962C8B-B14F-4D97-AF65-F5344CB8AC3E}">
        <p14:creationId xmlns:p14="http://schemas.microsoft.com/office/powerpoint/2010/main" val="2164887083"/>
      </p:ext>
    </p:extLst>
  </p:cSld>
  <p:clrMap bg1="lt1" tx1="dk1" bg2="lt2" tx2="dk2" accent1="accent1" accent2="accent2" accent3="accent3" accent4="accent4" accent5="accent5" accent6="accent6" hlink="hlink" folHlink="folHlink"/>
  <p:notesStyle>
    <a:lvl1pPr marL="216000" marR="0" indent="-216000" rtl="0" hangingPunct="0">
      <a:tabLst/>
      <a:defRPr lang="en-US" sz="2000" b="0" i="0" u="none" strike="noStrike" kern="1200">
        <a:ln>
          <a:noFill/>
        </a:ln>
        <a:latin typeface="Arial" pitchFamily="18"/>
        <a:ea typeface="Microsoft YaHei" pitchFamily="2"/>
        <a:cs typeface="Mangal" pitchFamily="2"/>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1: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120" name="Google Shape;120;p1: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21" name="Google Shape;121;p1: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a:t>
            </a:fld>
            <a:endParaRPr kumimoji="0" lang="en-US" sz="1400" b="0" i="0" u="none" strike="noStrike" kern="0" cap="none" spc="0" normalizeH="0" baseline="0" noProof="0" dirty="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32782945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16734449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382588" y="695325"/>
            <a:ext cx="6092825" cy="3427413"/>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6040" cy="4114440"/>
          </a:xfrm>
        </p:spPr>
        <p:txBody>
          <a:bodyPr/>
          <a:lstStyle/>
          <a:p>
            <a:endParaRPr lang="en-US" dirty="0"/>
          </a:p>
        </p:txBody>
      </p:sp>
    </p:spTree>
    <p:extLst>
      <p:ext uri="{BB962C8B-B14F-4D97-AF65-F5344CB8AC3E}">
        <p14:creationId xmlns:p14="http://schemas.microsoft.com/office/powerpoint/2010/main" val="4188521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16317633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21571601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382588" y="695325"/>
            <a:ext cx="6092825" cy="3427413"/>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6040" cy="4114440"/>
          </a:xfrm>
        </p:spPr>
        <p:txBody>
          <a:bodyPr/>
          <a:lstStyle/>
          <a:p>
            <a:endParaRPr lang="en-US" dirty="0"/>
          </a:p>
        </p:txBody>
      </p:sp>
    </p:spTree>
    <p:extLst>
      <p:ext uri="{BB962C8B-B14F-4D97-AF65-F5344CB8AC3E}">
        <p14:creationId xmlns:p14="http://schemas.microsoft.com/office/powerpoint/2010/main" val="39948449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382588" y="695325"/>
            <a:ext cx="6092825" cy="3427413"/>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6040" cy="4114440"/>
          </a:xfrm>
        </p:spPr>
        <p:txBody>
          <a:bodyPr/>
          <a:lstStyle/>
          <a:p>
            <a:endParaRPr lang="en-US" dirty="0"/>
          </a:p>
        </p:txBody>
      </p:sp>
    </p:spTree>
    <p:extLst>
      <p:ext uri="{BB962C8B-B14F-4D97-AF65-F5344CB8AC3E}">
        <p14:creationId xmlns:p14="http://schemas.microsoft.com/office/powerpoint/2010/main" val="4857289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382588" y="695325"/>
            <a:ext cx="6092825" cy="3427413"/>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6040" cy="4114440"/>
          </a:xfrm>
        </p:spPr>
        <p:txBody>
          <a:bodyPr/>
          <a:lstStyle/>
          <a:p>
            <a:endParaRPr lang="en-US" dirty="0"/>
          </a:p>
        </p:txBody>
      </p:sp>
    </p:spTree>
    <p:extLst>
      <p:ext uri="{BB962C8B-B14F-4D97-AF65-F5344CB8AC3E}">
        <p14:creationId xmlns:p14="http://schemas.microsoft.com/office/powerpoint/2010/main" val="27646042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382588" y="695325"/>
            <a:ext cx="6092825" cy="3427413"/>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6040" cy="4114440"/>
          </a:xfrm>
        </p:spPr>
        <p:txBody>
          <a:bodyPr/>
          <a:lstStyle/>
          <a:p>
            <a:endParaRPr lang="en-US" dirty="0"/>
          </a:p>
        </p:txBody>
      </p:sp>
    </p:spTree>
    <p:extLst>
      <p:ext uri="{BB962C8B-B14F-4D97-AF65-F5344CB8AC3E}">
        <p14:creationId xmlns:p14="http://schemas.microsoft.com/office/powerpoint/2010/main" val="8077162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382588" y="695325"/>
            <a:ext cx="6092825" cy="3427413"/>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6040" cy="4114440"/>
          </a:xfrm>
        </p:spPr>
        <p:txBody>
          <a:bodyPr/>
          <a:lstStyle/>
          <a:p>
            <a:endParaRPr lang="en-US" dirty="0"/>
          </a:p>
        </p:txBody>
      </p:sp>
    </p:spTree>
    <p:extLst>
      <p:ext uri="{BB962C8B-B14F-4D97-AF65-F5344CB8AC3E}">
        <p14:creationId xmlns:p14="http://schemas.microsoft.com/office/powerpoint/2010/main" val="29721072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382588" y="695325"/>
            <a:ext cx="6092825" cy="3427413"/>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6040" cy="4114440"/>
          </a:xfrm>
        </p:spPr>
        <p:txBody>
          <a:bodyPr/>
          <a:lstStyle/>
          <a:p>
            <a:endParaRPr lang="en-US" dirty="0"/>
          </a:p>
        </p:txBody>
      </p:sp>
    </p:spTree>
    <p:extLst>
      <p:ext uri="{BB962C8B-B14F-4D97-AF65-F5344CB8AC3E}">
        <p14:creationId xmlns:p14="http://schemas.microsoft.com/office/powerpoint/2010/main" val="13825885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382588" y="695325"/>
            <a:ext cx="6092825" cy="3427413"/>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6040" cy="4114440"/>
          </a:xfrm>
        </p:spPr>
        <p:txBody>
          <a:bodyPr/>
          <a:lstStyle/>
          <a:p>
            <a:endParaRPr lang="en-US" dirty="0"/>
          </a:p>
        </p:txBody>
      </p:sp>
    </p:spTree>
    <p:extLst>
      <p:ext uri="{BB962C8B-B14F-4D97-AF65-F5344CB8AC3E}">
        <p14:creationId xmlns:p14="http://schemas.microsoft.com/office/powerpoint/2010/main" val="29415882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293372807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285178134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35832809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382588" y="695325"/>
            <a:ext cx="6092825" cy="3427413"/>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6040" cy="4114440"/>
          </a:xfrm>
        </p:spPr>
        <p:txBody>
          <a:bodyPr/>
          <a:lstStyle/>
          <a:p>
            <a:endParaRPr lang="en-US" dirty="0"/>
          </a:p>
        </p:txBody>
      </p:sp>
    </p:spTree>
    <p:extLst>
      <p:ext uri="{BB962C8B-B14F-4D97-AF65-F5344CB8AC3E}">
        <p14:creationId xmlns:p14="http://schemas.microsoft.com/office/powerpoint/2010/main" val="385843132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257878238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382588" y="695325"/>
            <a:ext cx="6092825" cy="3427413"/>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6040" cy="4114440"/>
          </a:xfrm>
        </p:spPr>
        <p:txBody>
          <a:bodyPr/>
          <a:lstStyle/>
          <a:p>
            <a:endParaRPr lang="en-US" dirty="0"/>
          </a:p>
        </p:txBody>
      </p:sp>
    </p:spTree>
    <p:extLst>
      <p:ext uri="{BB962C8B-B14F-4D97-AF65-F5344CB8AC3E}">
        <p14:creationId xmlns:p14="http://schemas.microsoft.com/office/powerpoint/2010/main" val="306241904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368740752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382588" y="695325"/>
            <a:ext cx="6092825" cy="3427413"/>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6040" cy="4114440"/>
          </a:xfrm>
        </p:spPr>
        <p:txBody>
          <a:bodyPr/>
          <a:lstStyle/>
          <a:p>
            <a:endParaRPr lang="en-US" dirty="0"/>
          </a:p>
        </p:txBody>
      </p:sp>
    </p:spTree>
    <p:extLst>
      <p:ext uri="{BB962C8B-B14F-4D97-AF65-F5344CB8AC3E}">
        <p14:creationId xmlns:p14="http://schemas.microsoft.com/office/powerpoint/2010/main" val="228031609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382588" y="695325"/>
            <a:ext cx="6092825" cy="3427413"/>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6040" cy="4114440"/>
          </a:xfrm>
        </p:spPr>
        <p:txBody>
          <a:bodyPr/>
          <a:lstStyle/>
          <a:p>
            <a:endParaRPr lang="en-US" dirty="0"/>
          </a:p>
        </p:txBody>
      </p:sp>
    </p:spTree>
    <p:extLst>
      <p:ext uri="{BB962C8B-B14F-4D97-AF65-F5344CB8AC3E}">
        <p14:creationId xmlns:p14="http://schemas.microsoft.com/office/powerpoint/2010/main" val="249333170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382588" y="695325"/>
            <a:ext cx="6092825" cy="3427413"/>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6040" cy="4114440"/>
          </a:xfrm>
        </p:spPr>
        <p:txBody>
          <a:bodyPr/>
          <a:lstStyle/>
          <a:p>
            <a:endParaRPr lang="en-US" dirty="0"/>
          </a:p>
        </p:txBody>
      </p:sp>
    </p:spTree>
    <p:extLst>
      <p:ext uri="{BB962C8B-B14F-4D97-AF65-F5344CB8AC3E}">
        <p14:creationId xmlns:p14="http://schemas.microsoft.com/office/powerpoint/2010/main" val="10867935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153791634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382588" y="695325"/>
            <a:ext cx="6092825" cy="3427413"/>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6040" cy="4114440"/>
          </a:xfrm>
        </p:spPr>
        <p:txBody>
          <a:bodyPr/>
          <a:lstStyle/>
          <a:p>
            <a:endParaRPr lang="en-US" dirty="0"/>
          </a:p>
        </p:txBody>
      </p:sp>
    </p:spTree>
    <p:extLst>
      <p:ext uri="{BB962C8B-B14F-4D97-AF65-F5344CB8AC3E}">
        <p14:creationId xmlns:p14="http://schemas.microsoft.com/office/powerpoint/2010/main" val="367685025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243052016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382588" y="695325"/>
            <a:ext cx="6092825" cy="3427413"/>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6040" cy="4114440"/>
          </a:xfrm>
        </p:spPr>
        <p:txBody>
          <a:bodyPr/>
          <a:lstStyle/>
          <a:p>
            <a:endParaRPr lang="en-US" dirty="0"/>
          </a:p>
        </p:txBody>
      </p:sp>
    </p:spTree>
    <p:extLst>
      <p:ext uri="{BB962C8B-B14F-4D97-AF65-F5344CB8AC3E}">
        <p14:creationId xmlns:p14="http://schemas.microsoft.com/office/powerpoint/2010/main" val="423014425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305281947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239992308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169281412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260088603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331148963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382588" y="695325"/>
            <a:ext cx="6092825" cy="3427413"/>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6040" cy="4114440"/>
          </a:xfrm>
        </p:spPr>
        <p:txBody>
          <a:bodyPr/>
          <a:lstStyle/>
          <a:p>
            <a:endParaRPr lang="en-US" dirty="0"/>
          </a:p>
        </p:txBody>
      </p:sp>
    </p:spTree>
    <p:extLst>
      <p:ext uri="{BB962C8B-B14F-4D97-AF65-F5344CB8AC3E}">
        <p14:creationId xmlns:p14="http://schemas.microsoft.com/office/powerpoint/2010/main" val="77711083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107316647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208622627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180991993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386908167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
        <p:nvSpPr>
          <p:cNvPr id="4" name="Slide Number Placeholder 3"/>
          <p:cNvSpPr txBox="1">
            <a:spLocks noGrp="1"/>
          </p:cNvSpPr>
          <p:nvPr>
            <p:ph type="sldNum" sz="quarter" idx="8"/>
          </p:nvPr>
        </p:nvSpPr>
        <p:spPr>
          <a:xfrm>
            <a:off x="3884759" y="8685360"/>
            <a:ext cx="2971440" cy="456839"/>
          </a:xfrm>
        </p:spPr>
        <p:txBody>
          <a:bodyPr wrap="square" lIns="90000" tIns="45000" rIns="90000" bIns="45000" anchor="t"/>
          <a:lstStyle/>
          <a:p>
            <a:pPr lvl="0" algn="l" hangingPunct="1"/>
            <a:fld id="{CE31FD70-6FBE-4B03-807D-C7CFA7B9A452}" type="slidenum">
              <a:t>39</a:t>
            </a:fld>
            <a:endParaRPr lang="en-US" sz="1800" dirty="0">
              <a:solidFill>
                <a:srgbClr val="000000"/>
              </a:solidFill>
              <a:latin typeface="+mn-lt" pitchFamily="18"/>
              <a:ea typeface="+mn-ea" pitchFamily="2"/>
              <a:cs typeface="+mn-cs" pitchFamily="2"/>
            </a:endParaRPr>
          </a:p>
        </p:txBody>
      </p:sp>
    </p:spTree>
    <p:extLst>
      <p:ext uri="{BB962C8B-B14F-4D97-AF65-F5344CB8AC3E}">
        <p14:creationId xmlns:p14="http://schemas.microsoft.com/office/powerpoint/2010/main" val="120461167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
        <p:nvSpPr>
          <p:cNvPr id="4" name="Slide Number Placeholder 3"/>
          <p:cNvSpPr txBox="1">
            <a:spLocks noGrp="1"/>
          </p:cNvSpPr>
          <p:nvPr>
            <p:ph type="sldNum" sz="quarter" idx="8"/>
          </p:nvPr>
        </p:nvSpPr>
        <p:spPr>
          <a:xfrm>
            <a:off x="3884759" y="8685360"/>
            <a:ext cx="2971440" cy="456839"/>
          </a:xfrm>
        </p:spPr>
        <p:txBody>
          <a:bodyPr wrap="square" lIns="90000" tIns="45000" rIns="90000" bIns="45000" anchor="t"/>
          <a:lstStyle/>
          <a:p>
            <a:pPr lvl="0" algn="l" hangingPunct="1"/>
            <a:fld id="{CE31FD70-6FBE-4B03-807D-C7CFA7B9A452}" type="slidenum">
              <a:t>40</a:t>
            </a:fld>
            <a:endParaRPr lang="en-US" sz="1800" dirty="0">
              <a:solidFill>
                <a:srgbClr val="000000"/>
              </a:solidFill>
              <a:latin typeface="+mn-lt" pitchFamily="18"/>
              <a:ea typeface="+mn-ea" pitchFamily="2"/>
              <a:cs typeface="+mn-cs" pitchFamily="2"/>
            </a:endParaRPr>
          </a:p>
        </p:txBody>
      </p:sp>
    </p:spTree>
    <p:extLst>
      <p:ext uri="{BB962C8B-B14F-4D97-AF65-F5344CB8AC3E}">
        <p14:creationId xmlns:p14="http://schemas.microsoft.com/office/powerpoint/2010/main" val="362580957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155277855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5993599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180227993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
        <p:nvSpPr>
          <p:cNvPr id="4" name="Slide Number Placeholder 3"/>
          <p:cNvSpPr txBox="1">
            <a:spLocks noGrp="1"/>
          </p:cNvSpPr>
          <p:nvPr>
            <p:ph type="sldNum" sz="quarter" idx="8"/>
          </p:nvPr>
        </p:nvSpPr>
        <p:spPr>
          <a:xfrm>
            <a:off x="3884759" y="8685360"/>
            <a:ext cx="2971440" cy="456839"/>
          </a:xfrm>
        </p:spPr>
        <p:txBody>
          <a:bodyPr wrap="square" lIns="90000" tIns="45000" rIns="90000" bIns="45000" anchor="t"/>
          <a:lstStyle/>
          <a:p>
            <a:pPr lvl="0" algn="l" hangingPunct="1"/>
            <a:fld id="{CAE97662-AEA3-41A5-9E33-26C38233B186}" type="slidenum">
              <a:t>44</a:t>
            </a:fld>
            <a:endParaRPr lang="en-US" sz="1800" dirty="0">
              <a:solidFill>
                <a:srgbClr val="000000"/>
              </a:solidFill>
              <a:latin typeface="+mn-lt" pitchFamily="18"/>
              <a:ea typeface="+mn-ea" pitchFamily="2"/>
              <a:cs typeface="+mn-cs" pitchFamily="2"/>
            </a:endParaRPr>
          </a:p>
        </p:txBody>
      </p:sp>
    </p:spTree>
    <p:extLst>
      <p:ext uri="{BB962C8B-B14F-4D97-AF65-F5344CB8AC3E}">
        <p14:creationId xmlns:p14="http://schemas.microsoft.com/office/powerpoint/2010/main" val="298125475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
        <p:nvSpPr>
          <p:cNvPr id="4" name="Slide Number Placeholder 3"/>
          <p:cNvSpPr txBox="1">
            <a:spLocks noGrp="1"/>
          </p:cNvSpPr>
          <p:nvPr>
            <p:ph type="sldNum" sz="quarter" idx="8"/>
          </p:nvPr>
        </p:nvSpPr>
        <p:spPr>
          <a:xfrm>
            <a:off x="3884759" y="8685360"/>
            <a:ext cx="2971440" cy="456839"/>
          </a:xfrm>
        </p:spPr>
        <p:txBody>
          <a:bodyPr wrap="square" lIns="90000" tIns="45000" rIns="90000" bIns="45000" anchor="t"/>
          <a:lstStyle/>
          <a:p>
            <a:pPr lvl="0" algn="l" hangingPunct="1"/>
            <a:fld id="{CAE97662-AEA3-41A5-9E33-26C38233B186}" type="slidenum">
              <a:t>45</a:t>
            </a:fld>
            <a:endParaRPr lang="en-US" sz="1800" dirty="0">
              <a:solidFill>
                <a:srgbClr val="000000"/>
              </a:solidFill>
              <a:latin typeface="+mn-lt" pitchFamily="18"/>
              <a:ea typeface="+mn-ea" pitchFamily="2"/>
              <a:cs typeface="+mn-cs" pitchFamily="2"/>
            </a:endParaRPr>
          </a:p>
        </p:txBody>
      </p:sp>
    </p:spTree>
    <p:extLst>
      <p:ext uri="{BB962C8B-B14F-4D97-AF65-F5344CB8AC3E}">
        <p14:creationId xmlns:p14="http://schemas.microsoft.com/office/powerpoint/2010/main" val="299633584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212307403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353064971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33400" y="763588"/>
            <a:ext cx="6705600" cy="37719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lvl="0"/>
            <a:fld id="{B4A26BF5-BEE9-4E0E-9FC9-727803BEE090}" type="slidenum">
              <a:rPr lang="en-US" smtClean="0"/>
              <a:t>48</a:t>
            </a:fld>
            <a:endParaRPr lang="en-US" dirty="0"/>
          </a:p>
        </p:txBody>
      </p:sp>
    </p:spTree>
    <p:extLst>
      <p:ext uri="{BB962C8B-B14F-4D97-AF65-F5344CB8AC3E}">
        <p14:creationId xmlns:p14="http://schemas.microsoft.com/office/powerpoint/2010/main" val="269206459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342709220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319332913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3366046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Content">
  <p:cSld name="Title Content">
    <p:spTree>
      <p:nvGrpSpPr>
        <p:cNvPr id="1" name="Shape 23"/>
        <p:cNvGrpSpPr/>
        <p:nvPr/>
      </p:nvGrpSpPr>
      <p:grpSpPr>
        <a:xfrm>
          <a:off x="0" y="0"/>
          <a:ext cx="0" cy="0"/>
          <a:chOff x="0" y="0"/>
          <a:chExt cx="0" cy="0"/>
        </a:xfrm>
      </p:grpSpPr>
      <p:sp>
        <p:nvSpPr>
          <p:cNvPr id="24" name="Google Shape;24;p49"/>
          <p:cNvSpPr txBox="1">
            <a:spLocks noGrp="1"/>
          </p:cNvSpPr>
          <p:nvPr>
            <p:ph type="title"/>
          </p:nvPr>
        </p:nvSpPr>
        <p:spPr>
          <a:xfrm>
            <a:off x="476844" y="473246"/>
            <a:ext cx="11241915" cy="898354"/>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dirty="0"/>
              <a:t>Click to edit Master title style</a:t>
            </a:r>
            <a:endParaRPr dirty="0"/>
          </a:p>
        </p:txBody>
      </p:sp>
      <p:sp>
        <p:nvSpPr>
          <p:cNvPr id="25" name="Google Shape;25;p49"/>
          <p:cNvSpPr txBox="1">
            <a:spLocks noGrp="1"/>
          </p:cNvSpPr>
          <p:nvPr>
            <p:ph type="body" idx="1"/>
          </p:nvPr>
        </p:nvSpPr>
        <p:spPr>
          <a:xfrm>
            <a:off x="476844" y="1563626"/>
            <a:ext cx="11241915" cy="4613339"/>
          </a:xfrm>
          <a:prstGeom prst="rect">
            <a:avLst/>
          </a:prstGeom>
          <a:noFill/>
          <a:ln>
            <a:noFill/>
          </a:ln>
        </p:spPr>
        <p:txBody>
          <a:bodyPr spcFirstLastPara="1" wrap="square" lIns="91425" tIns="45700" rIns="91425" bIns="45700" anchor="t" anchorCtr="0">
            <a:noAutofit/>
          </a:bodyPr>
          <a:lstStyle>
            <a:lvl1pPr marL="342900" lvl="0" indent="-342900" algn="l">
              <a:lnSpc>
                <a:spcPct val="100000"/>
              </a:lnSpc>
              <a:spcBef>
                <a:spcPts val="468"/>
              </a:spcBef>
              <a:spcAft>
                <a:spcPts val="0"/>
              </a:spcAft>
              <a:buSzPts val="2800"/>
              <a:buChar char="•"/>
              <a:defRPr sz="2100"/>
            </a:lvl1pPr>
            <a:lvl2pPr marL="685800" lvl="1" indent="-295275" algn="l">
              <a:lnSpc>
                <a:spcPct val="100000"/>
              </a:lnSpc>
              <a:spcBef>
                <a:spcPts val="468"/>
              </a:spcBef>
              <a:spcAft>
                <a:spcPts val="0"/>
              </a:spcAft>
              <a:buSzPts val="2600"/>
              <a:buChar char="−"/>
              <a:defRPr sz="1950" b="0"/>
            </a:lvl2pPr>
            <a:lvl3pPr marL="1028700" lvl="2" indent="-262889" algn="l">
              <a:lnSpc>
                <a:spcPct val="100000"/>
              </a:lnSpc>
              <a:spcBef>
                <a:spcPts val="468"/>
              </a:spcBef>
              <a:spcAft>
                <a:spcPts val="0"/>
              </a:spcAft>
              <a:buSzPts val="1920"/>
              <a:buChar char="▪"/>
              <a:defRPr sz="1800" b="0"/>
            </a:lvl3pPr>
            <a:lvl4pPr marL="1371600" marR="0" lvl="3" indent="-171450" algn="l">
              <a:lnSpc>
                <a:spcPct val="100000"/>
              </a:lnSpc>
              <a:spcBef>
                <a:spcPts val="468"/>
              </a:spcBef>
              <a:spcAft>
                <a:spcPts val="0"/>
              </a:spcAft>
              <a:buClr>
                <a:schemeClr val="dk1"/>
              </a:buClr>
              <a:buSzPts val="2400"/>
              <a:buFont typeface="Arial"/>
              <a:buNone/>
              <a:defRPr/>
            </a:lvl4pPr>
            <a:lvl5pPr marL="1714500" lvl="4" indent="-257175" algn="l">
              <a:lnSpc>
                <a:spcPct val="90000"/>
              </a:lnSpc>
              <a:spcBef>
                <a:spcPts val="450"/>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dirty="0"/>
              <a:t>Click to edit Master text styles</a:t>
            </a:r>
          </a:p>
        </p:txBody>
      </p:sp>
    </p:spTree>
    <p:extLst>
      <p:ext uri="{BB962C8B-B14F-4D97-AF65-F5344CB8AC3E}">
        <p14:creationId xmlns:p14="http://schemas.microsoft.com/office/powerpoint/2010/main" val="31702133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26"/>
        <p:cNvGrpSpPr/>
        <p:nvPr/>
      </p:nvGrpSpPr>
      <p:grpSpPr>
        <a:xfrm>
          <a:off x="0" y="0"/>
          <a:ext cx="0" cy="0"/>
          <a:chOff x="0" y="0"/>
          <a:chExt cx="0" cy="0"/>
        </a:xfrm>
      </p:grpSpPr>
      <p:sp>
        <p:nvSpPr>
          <p:cNvPr id="27" name="Google Shape;27;p50"/>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28" name="Google Shape;28;p50"/>
          <p:cNvSpPr txBox="1">
            <a:spLocks noGrp="1"/>
          </p:cNvSpPr>
          <p:nvPr>
            <p:ph type="body" idx="1"/>
          </p:nvPr>
        </p:nvSpPr>
        <p:spPr>
          <a:xfrm>
            <a:off x="476844" y="1825625"/>
            <a:ext cx="5542957"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285750" algn="l">
              <a:lnSpc>
                <a:spcPct val="90000"/>
              </a:lnSpc>
              <a:spcBef>
                <a:spcPts val="600"/>
              </a:spcBef>
              <a:spcAft>
                <a:spcPts val="0"/>
              </a:spcAft>
              <a:buClr>
                <a:schemeClr val="dk1"/>
              </a:buClr>
              <a:buSzPts val="2400"/>
              <a:buFont typeface="Arial"/>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29" name="Google Shape;29;p50"/>
          <p:cNvSpPr txBox="1">
            <a:spLocks noGrp="1"/>
          </p:cNvSpPr>
          <p:nvPr>
            <p:ph type="body" idx="2"/>
          </p:nvPr>
        </p:nvSpPr>
        <p:spPr>
          <a:xfrm>
            <a:off x="6172201" y="1825625"/>
            <a:ext cx="5542956"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285750" algn="l">
              <a:lnSpc>
                <a:spcPct val="90000"/>
              </a:lnSpc>
              <a:spcBef>
                <a:spcPts val="600"/>
              </a:spcBef>
              <a:spcAft>
                <a:spcPts val="0"/>
              </a:spcAft>
              <a:buClr>
                <a:schemeClr val="dk1"/>
              </a:buClr>
              <a:buSzPts val="2400"/>
              <a:buFont typeface="Arial"/>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25390771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30"/>
        <p:cNvGrpSpPr/>
        <p:nvPr/>
      </p:nvGrpSpPr>
      <p:grpSpPr>
        <a:xfrm>
          <a:off x="0" y="0"/>
          <a:ext cx="0" cy="0"/>
          <a:chOff x="0" y="0"/>
          <a:chExt cx="0" cy="0"/>
        </a:xfrm>
      </p:grpSpPr>
      <p:sp>
        <p:nvSpPr>
          <p:cNvPr id="31" name="Google Shape;31;p51"/>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32" name="Google Shape;32;p51"/>
          <p:cNvSpPr txBox="1">
            <a:spLocks noGrp="1"/>
          </p:cNvSpPr>
          <p:nvPr>
            <p:ph type="body" idx="1"/>
          </p:nvPr>
        </p:nvSpPr>
        <p:spPr>
          <a:xfrm>
            <a:off x="476844" y="1825625"/>
            <a:ext cx="11241915" cy="4351338"/>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33" name="Google Shape;33;p51"/>
          <p:cNvSpPr txBox="1">
            <a:spLocks noGrp="1"/>
          </p:cNvSpPr>
          <p:nvPr>
            <p:ph type="dt" idx="10"/>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350">
                <a:solidFill>
                  <a:schemeClr val="dk1"/>
                </a:solidFill>
                <a:latin typeface="Calibri"/>
                <a:ea typeface="Calibri"/>
                <a:cs typeface="Calibri"/>
                <a:sym typeface="Calibri"/>
              </a:defRPr>
            </a:lvl1pPr>
            <a:lvl2pPr marR="0" lvl="1"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9pPr>
          </a:lstStyle>
          <a:p>
            <a:pPr lvl="0"/>
            <a:fld id="{2FF9FBFB-5C68-4D85-ACE0-FB9DFA4D7253}" type="datetime1">
              <a:rPr lang="en-US" smtClean="0"/>
              <a:pPr lvl="0"/>
              <a:t>12/4/2024</a:t>
            </a:fld>
            <a:endParaRPr lang="en-US"/>
          </a:p>
        </p:txBody>
      </p:sp>
      <p:sp>
        <p:nvSpPr>
          <p:cNvPr id="34" name="Google Shape;34;p51"/>
          <p:cNvSpPr txBox="1">
            <a:spLocks noGrp="1"/>
          </p:cNvSpPr>
          <p:nvPr>
            <p:ph type="ftr" idx="1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350">
                <a:solidFill>
                  <a:schemeClr val="dk1"/>
                </a:solidFill>
                <a:latin typeface="Calibri"/>
                <a:ea typeface="Calibri"/>
                <a:cs typeface="Calibri"/>
                <a:sym typeface="Calibri"/>
              </a:defRPr>
            </a:lvl1pPr>
            <a:lvl2pPr marR="0" lvl="1"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9pPr>
          </a:lstStyle>
          <a:p>
            <a:pPr lvl="0"/>
            <a:endParaRPr lang="en-US"/>
          </a:p>
        </p:txBody>
      </p:sp>
      <p:sp>
        <p:nvSpPr>
          <p:cNvPr id="35" name="Google Shape;35;p51"/>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spcAft>
                <a:spcPts val="0"/>
              </a:spcAft>
              <a:buNone/>
              <a:defRPr sz="1350">
                <a:solidFill>
                  <a:schemeClr val="dk1"/>
                </a:solidFill>
                <a:latin typeface="Calibri"/>
                <a:ea typeface="Calibri"/>
                <a:cs typeface="Calibri"/>
                <a:sym typeface="Calibri"/>
              </a:defRPr>
            </a:lvl1pPr>
            <a:lvl2pPr marL="0" marR="0" lvl="1" indent="0" algn="l" rtl="0">
              <a:spcBef>
                <a:spcPts val="0"/>
              </a:spcBef>
              <a:spcAft>
                <a:spcPts val="0"/>
              </a:spcAft>
              <a:buNone/>
              <a:defRPr sz="1350">
                <a:solidFill>
                  <a:schemeClr val="dk1"/>
                </a:solidFill>
                <a:latin typeface="Calibri"/>
                <a:ea typeface="Calibri"/>
                <a:cs typeface="Calibri"/>
                <a:sym typeface="Calibri"/>
              </a:defRPr>
            </a:lvl2pPr>
            <a:lvl3pPr marL="0" marR="0" lvl="2" indent="0" algn="l" rtl="0">
              <a:spcBef>
                <a:spcPts val="0"/>
              </a:spcBef>
              <a:spcAft>
                <a:spcPts val="0"/>
              </a:spcAft>
              <a:buNone/>
              <a:defRPr sz="1350">
                <a:solidFill>
                  <a:schemeClr val="dk1"/>
                </a:solidFill>
                <a:latin typeface="Calibri"/>
                <a:ea typeface="Calibri"/>
                <a:cs typeface="Calibri"/>
                <a:sym typeface="Calibri"/>
              </a:defRPr>
            </a:lvl3pPr>
            <a:lvl4pPr marL="0" marR="0" lvl="3" indent="0" algn="l" rtl="0">
              <a:spcBef>
                <a:spcPts val="0"/>
              </a:spcBef>
              <a:spcAft>
                <a:spcPts val="0"/>
              </a:spcAft>
              <a:buNone/>
              <a:defRPr sz="1350">
                <a:solidFill>
                  <a:schemeClr val="dk1"/>
                </a:solidFill>
                <a:latin typeface="Calibri"/>
                <a:ea typeface="Calibri"/>
                <a:cs typeface="Calibri"/>
                <a:sym typeface="Calibri"/>
              </a:defRPr>
            </a:lvl4pPr>
            <a:lvl5pPr marL="0" marR="0" lvl="4" indent="0" algn="l" rtl="0">
              <a:spcBef>
                <a:spcPts val="0"/>
              </a:spcBef>
              <a:spcAft>
                <a:spcPts val="0"/>
              </a:spcAft>
              <a:buNone/>
              <a:defRPr sz="1350">
                <a:solidFill>
                  <a:schemeClr val="dk1"/>
                </a:solidFill>
                <a:latin typeface="Calibri"/>
                <a:ea typeface="Calibri"/>
                <a:cs typeface="Calibri"/>
                <a:sym typeface="Calibri"/>
              </a:defRPr>
            </a:lvl5pPr>
            <a:lvl6pPr marL="0" marR="0" lvl="5" indent="0" algn="l" rtl="0">
              <a:spcBef>
                <a:spcPts val="0"/>
              </a:spcBef>
              <a:spcAft>
                <a:spcPts val="0"/>
              </a:spcAft>
              <a:buNone/>
              <a:defRPr sz="1350">
                <a:solidFill>
                  <a:schemeClr val="dk1"/>
                </a:solidFill>
                <a:latin typeface="Calibri"/>
                <a:ea typeface="Calibri"/>
                <a:cs typeface="Calibri"/>
                <a:sym typeface="Calibri"/>
              </a:defRPr>
            </a:lvl6pPr>
            <a:lvl7pPr marL="0" marR="0" lvl="6" indent="0" algn="l" rtl="0">
              <a:spcBef>
                <a:spcPts val="0"/>
              </a:spcBef>
              <a:spcAft>
                <a:spcPts val="0"/>
              </a:spcAft>
              <a:buNone/>
              <a:defRPr sz="1350">
                <a:solidFill>
                  <a:schemeClr val="dk1"/>
                </a:solidFill>
                <a:latin typeface="Calibri"/>
                <a:ea typeface="Calibri"/>
                <a:cs typeface="Calibri"/>
                <a:sym typeface="Calibri"/>
              </a:defRPr>
            </a:lvl7pPr>
            <a:lvl8pPr marL="0" marR="0" lvl="7" indent="0" algn="l" rtl="0">
              <a:spcBef>
                <a:spcPts val="0"/>
              </a:spcBef>
              <a:spcAft>
                <a:spcPts val="0"/>
              </a:spcAft>
              <a:buNone/>
              <a:defRPr sz="1350">
                <a:solidFill>
                  <a:schemeClr val="dk1"/>
                </a:solidFill>
                <a:latin typeface="Calibri"/>
                <a:ea typeface="Calibri"/>
                <a:cs typeface="Calibri"/>
                <a:sym typeface="Calibri"/>
              </a:defRPr>
            </a:lvl8pPr>
            <a:lvl9pPr marL="0" marR="0" lvl="8" indent="0" algn="l" rtl="0">
              <a:spcBef>
                <a:spcPts val="0"/>
              </a:spcBef>
              <a:spcAft>
                <a:spcPts val="0"/>
              </a:spcAft>
              <a:buNone/>
              <a:defRPr sz="1350">
                <a:solidFill>
                  <a:schemeClr val="dk1"/>
                </a:solidFill>
                <a:latin typeface="Calibri"/>
                <a:ea typeface="Calibri"/>
                <a:cs typeface="Calibri"/>
                <a:sym typeface="Calibri"/>
              </a:defRPr>
            </a:lvl9pPr>
          </a:lstStyle>
          <a:p>
            <a:pPr lvl="0"/>
            <a:fld id="{80D15112-C39E-4A8B-BAB6-DDB9F247AD89}" type="slidenum">
              <a:rPr lang="en-US" smtClean="0"/>
              <a:t>‹#›</a:t>
            </a:fld>
            <a:endParaRPr lang="en-US"/>
          </a:p>
        </p:txBody>
      </p:sp>
    </p:spTree>
    <p:extLst>
      <p:ext uri="{BB962C8B-B14F-4D97-AF65-F5344CB8AC3E}">
        <p14:creationId xmlns:p14="http://schemas.microsoft.com/office/powerpoint/2010/main" val="42888534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Divider">
  <p:cSld name="Section Divider">
    <p:spTree>
      <p:nvGrpSpPr>
        <p:cNvPr id="1" name="Shape 36"/>
        <p:cNvGrpSpPr/>
        <p:nvPr/>
      </p:nvGrpSpPr>
      <p:grpSpPr>
        <a:xfrm>
          <a:off x="0" y="0"/>
          <a:ext cx="0" cy="0"/>
          <a:chOff x="0" y="0"/>
          <a:chExt cx="0" cy="0"/>
        </a:xfrm>
      </p:grpSpPr>
      <p:pic>
        <p:nvPicPr>
          <p:cNvPr id="37" name="Google Shape;37;p52"/>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38" name="Google Shape;38;p52"/>
          <p:cNvSpPr txBox="1">
            <a:spLocks noGrp="1"/>
          </p:cNvSpPr>
          <p:nvPr>
            <p:ph type="ctrTitle"/>
          </p:nvPr>
        </p:nvSpPr>
        <p:spPr>
          <a:xfrm>
            <a:off x="914400" y="1153123"/>
            <a:ext cx="10424160" cy="23876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Clr>
                <a:schemeClr val="lt1"/>
              </a:buClr>
              <a:buSzPts val="5400"/>
              <a:buFont typeface="Work Sans"/>
              <a:buNone/>
              <a:defRPr sz="405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39" name="Google Shape;39;p52"/>
          <p:cNvSpPr txBox="1">
            <a:spLocks noGrp="1"/>
          </p:cNvSpPr>
          <p:nvPr>
            <p:ph type="subTitle" idx="1"/>
          </p:nvPr>
        </p:nvSpPr>
        <p:spPr>
          <a:xfrm>
            <a:off x="914400" y="3809720"/>
            <a:ext cx="10424160" cy="142493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750"/>
              </a:spcBef>
              <a:spcAft>
                <a:spcPts val="0"/>
              </a:spcAft>
              <a:buSzPts val="3600"/>
              <a:buNone/>
              <a:defRPr sz="2700">
                <a:solidFill>
                  <a:schemeClr val="lt1"/>
                </a:solidFill>
              </a:defRPr>
            </a:lvl1pPr>
            <a:lvl2pPr lvl="1" algn="ctr">
              <a:lnSpc>
                <a:spcPct val="100000"/>
              </a:lnSpc>
              <a:spcBef>
                <a:spcPts val="600"/>
              </a:spcBef>
              <a:spcAft>
                <a:spcPts val="0"/>
              </a:spcAft>
              <a:buSzPts val="2000"/>
              <a:buNone/>
              <a:defRPr sz="1500"/>
            </a:lvl2pPr>
            <a:lvl3pPr lvl="2" algn="ctr">
              <a:lnSpc>
                <a:spcPct val="100000"/>
              </a:lnSpc>
              <a:spcBef>
                <a:spcPts val="600"/>
              </a:spcBef>
              <a:spcAft>
                <a:spcPts val="0"/>
              </a:spcAft>
              <a:buSzPts val="1440"/>
              <a:buNone/>
              <a:defRPr sz="1350"/>
            </a:lvl3pPr>
            <a:lvl4pPr lvl="3" algn="ctr">
              <a:lnSpc>
                <a:spcPct val="90000"/>
              </a:lnSpc>
              <a:spcBef>
                <a:spcPts val="600"/>
              </a:spcBef>
              <a:spcAft>
                <a:spcPts val="0"/>
              </a:spcAft>
              <a:buSzPts val="1600"/>
              <a:buNone/>
              <a:defRPr sz="1200"/>
            </a:lvl4pPr>
            <a:lvl5pPr lvl="4" algn="ctr">
              <a:lnSpc>
                <a:spcPct val="90000"/>
              </a:lnSpc>
              <a:spcBef>
                <a:spcPts val="375"/>
              </a:spcBef>
              <a:spcAft>
                <a:spcPts val="0"/>
              </a:spcAft>
              <a:buClr>
                <a:schemeClr val="accent1"/>
              </a:buClr>
              <a:buSzPts val="1600"/>
              <a:buNone/>
              <a:defRPr sz="1200"/>
            </a:lvl5pPr>
            <a:lvl6pPr lvl="5" algn="ctr">
              <a:lnSpc>
                <a:spcPct val="90000"/>
              </a:lnSpc>
              <a:spcBef>
                <a:spcPts val="375"/>
              </a:spcBef>
              <a:spcAft>
                <a:spcPts val="0"/>
              </a:spcAft>
              <a:buClr>
                <a:schemeClr val="dk1"/>
              </a:buClr>
              <a:buSzPts val="1600"/>
              <a:buNone/>
              <a:defRPr sz="1200"/>
            </a:lvl6pPr>
            <a:lvl7pPr lvl="6" algn="ctr">
              <a:lnSpc>
                <a:spcPct val="90000"/>
              </a:lnSpc>
              <a:spcBef>
                <a:spcPts val="375"/>
              </a:spcBef>
              <a:spcAft>
                <a:spcPts val="0"/>
              </a:spcAft>
              <a:buClr>
                <a:schemeClr val="dk1"/>
              </a:buClr>
              <a:buSzPts val="1600"/>
              <a:buNone/>
              <a:defRPr sz="1200"/>
            </a:lvl7pPr>
            <a:lvl8pPr lvl="7" algn="ctr">
              <a:lnSpc>
                <a:spcPct val="90000"/>
              </a:lnSpc>
              <a:spcBef>
                <a:spcPts val="375"/>
              </a:spcBef>
              <a:spcAft>
                <a:spcPts val="0"/>
              </a:spcAft>
              <a:buClr>
                <a:schemeClr val="dk1"/>
              </a:buClr>
              <a:buSzPts val="1600"/>
              <a:buNone/>
              <a:defRPr sz="1200"/>
            </a:lvl8pPr>
            <a:lvl9pPr lvl="8" algn="ctr">
              <a:lnSpc>
                <a:spcPct val="90000"/>
              </a:lnSpc>
              <a:spcBef>
                <a:spcPts val="375"/>
              </a:spcBef>
              <a:spcAft>
                <a:spcPts val="0"/>
              </a:spcAft>
              <a:buClr>
                <a:schemeClr val="dk1"/>
              </a:buClr>
              <a:buSzPts val="1600"/>
              <a:buNone/>
              <a:defRPr sz="1200"/>
            </a:lvl9pPr>
          </a:lstStyle>
          <a:p>
            <a:r>
              <a:rPr lang="en-US"/>
              <a:t>Click to edit Master subtitle style</a:t>
            </a:r>
            <a:endParaRPr/>
          </a:p>
        </p:txBody>
      </p:sp>
      <p:pic>
        <p:nvPicPr>
          <p:cNvPr id="40" name="Google Shape;40;p52"/>
          <p:cNvPicPr preferRelativeResize="0"/>
          <p:nvPr/>
        </p:nvPicPr>
        <p:blipFill rotWithShape="1">
          <a:blip r:embed="rId3">
            <a:alphaModFix/>
          </a:blip>
          <a:srcRect/>
          <a:stretch/>
        </p:blipFill>
        <p:spPr>
          <a:xfrm>
            <a:off x="183089" y="6223887"/>
            <a:ext cx="1820281" cy="610675"/>
          </a:xfrm>
          <a:prstGeom prst="rect">
            <a:avLst/>
          </a:prstGeom>
          <a:noFill/>
          <a:ln>
            <a:noFill/>
          </a:ln>
        </p:spPr>
      </p:pic>
      <p:sp>
        <p:nvSpPr>
          <p:cNvPr id="41" name="Google Shape;41;p52"/>
          <p:cNvSpPr txBox="1"/>
          <p:nvPr/>
        </p:nvSpPr>
        <p:spPr>
          <a:xfrm>
            <a:off x="11082189" y="6449054"/>
            <a:ext cx="734291" cy="365760"/>
          </a:xfrm>
          <a:prstGeom prst="rect">
            <a:avLst/>
          </a:prstGeom>
          <a:noFill/>
          <a:ln>
            <a:noFill/>
          </a:ln>
        </p:spPr>
        <p:txBody>
          <a:bodyPr spcFirstLastPara="1" wrap="square" lIns="68569" tIns="34275" rIns="68569" bIns="34275" anchor="ctr" anchorCtr="0">
            <a:noAutofit/>
          </a:bodyPr>
          <a:lstStyle/>
          <a:p>
            <a:pPr marL="0" marR="0" lvl="0" indent="0" algn="r" rtl="0">
              <a:spcBef>
                <a:spcPts val="0"/>
              </a:spcBef>
              <a:spcAft>
                <a:spcPts val="0"/>
              </a:spcAft>
              <a:buNone/>
            </a:pPr>
            <a:fld id="{00000000-1234-1234-1234-123412341234}" type="slidenum">
              <a:rPr lang="en-US" sz="825">
                <a:solidFill>
                  <a:schemeClr val="lt1"/>
                </a:solidFill>
                <a:latin typeface="Work Sans"/>
                <a:ea typeface="Work Sans"/>
                <a:cs typeface="Work Sans"/>
                <a:sym typeface="Work Sans"/>
              </a:rPr>
              <a:pPr marL="0" marR="0" lvl="0" indent="0" algn="r" rtl="0">
                <a:spcBef>
                  <a:spcPts val="0"/>
                </a:spcBef>
                <a:spcAft>
                  <a:spcPts val="0"/>
                </a:spcAft>
                <a:buNone/>
              </a:pPr>
              <a:t>‹#›</a:t>
            </a:fld>
            <a:endParaRPr sz="825">
              <a:solidFill>
                <a:schemeClr val="lt1"/>
              </a:solidFill>
              <a:latin typeface="Work Sans"/>
              <a:ea typeface="Work Sans"/>
              <a:cs typeface="Work Sans"/>
              <a:sym typeface="Work Sans"/>
            </a:endParaRPr>
          </a:p>
        </p:txBody>
      </p:sp>
      <p:sp>
        <p:nvSpPr>
          <p:cNvPr id="42" name="Google Shape;42;p52"/>
          <p:cNvSpPr txBox="1"/>
          <p:nvPr/>
        </p:nvSpPr>
        <p:spPr>
          <a:xfrm>
            <a:off x="2322513" y="6393562"/>
            <a:ext cx="8677275" cy="346218"/>
          </a:xfrm>
          <a:prstGeom prst="rect">
            <a:avLst/>
          </a:prstGeom>
          <a:noFill/>
          <a:ln>
            <a:noFill/>
          </a:ln>
        </p:spPr>
        <p:txBody>
          <a:bodyPr spcFirstLastPara="1" wrap="square" lIns="68569" tIns="34275" rIns="68569" bIns="34275" anchor="t" anchorCtr="0">
            <a:spAutoFit/>
          </a:bodyPr>
          <a:lstStyle/>
          <a:p>
            <a:pPr marL="0" marR="0" lvl="0" indent="0" algn="l" rtl="0">
              <a:lnSpc>
                <a:spcPct val="100000"/>
              </a:lnSpc>
              <a:spcBef>
                <a:spcPts val="0"/>
              </a:spcBef>
              <a:spcAft>
                <a:spcPts val="0"/>
              </a:spcAft>
              <a:buClr>
                <a:schemeClr val="lt1"/>
              </a:buClr>
              <a:buSzPts val="1200"/>
              <a:buFont typeface="Arial"/>
              <a:buNone/>
            </a:pPr>
            <a:r>
              <a:rPr lang="en-US" sz="900">
                <a:solidFill>
                  <a:schemeClr val="lt1"/>
                </a:solidFill>
                <a:latin typeface="Arial"/>
                <a:ea typeface="Arial"/>
                <a:cs typeface="Arial"/>
                <a:sym typeface="Arial"/>
              </a:rPr>
              <a:t>Rob Thompson and Jack Erjavec, Automotive Technology: A Systems Approach, 8</a:t>
            </a:r>
            <a:r>
              <a:rPr lang="en-US" sz="900" baseline="30000">
                <a:solidFill>
                  <a:schemeClr val="lt1"/>
                </a:solidFill>
                <a:latin typeface="Arial"/>
                <a:ea typeface="Arial"/>
                <a:cs typeface="Arial"/>
                <a:sym typeface="Arial"/>
              </a:rPr>
              <a:t>th</a:t>
            </a:r>
            <a:r>
              <a:rPr lang="en-US" sz="900">
                <a:solidFill>
                  <a:schemeClr val="lt1"/>
                </a:solidFill>
                <a:latin typeface="Arial"/>
                <a:ea typeface="Arial"/>
                <a:cs typeface="Arial"/>
                <a:sym typeface="Arial"/>
              </a:rPr>
              <a:t> Edition. © 2025 Cengage. All Rights Reserved. May not be scanned, copied or duplicated, or posted to a publicly accessible website, in whole or in part.</a:t>
            </a:r>
            <a:endParaRPr sz="1050"/>
          </a:p>
        </p:txBody>
      </p:sp>
    </p:spTree>
    <p:extLst>
      <p:ext uri="{BB962C8B-B14F-4D97-AF65-F5344CB8AC3E}">
        <p14:creationId xmlns:p14="http://schemas.microsoft.com/office/powerpoint/2010/main" val="10487567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1_Title Content">
  <p:cSld name="1_Title Content">
    <p:spTree>
      <p:nvGrpSpPr>
        <p:cNvPr id="1" name="Shape 43"/>
        <p:cNvGrpSpPr/>
        <p:nvPr/>
      </p:nvGrpSpPr>
      <p:grpSpPr>
        <a:xfrm>
          <a:off x="0" y="0"/>
          <a:ext cx="0" cy="0"/>
          <a:chOff x="0" y="0"/>
          <a:chExt cx="0" cy="0"/>
        </a:xfrm>
      </p:grpSpPr>
      <p:sp>
        <p:nvSpPr>
          <p:cNvPr id="44" name="Google Shape;44;p53"/>
          <p:cNvSpPr txBox="1">
            <a:spLocks noGrp="1"/>
          </p:cNvSpPr>
          <p:nvPr>
            <p:ph type="title"/>
          </p:nvPr>
        </p:nvSpPr>
        <p:spPr>
          <a:xfrm>
            <a:off x="476844" y="473246"/>
            <a:ext cx="11241915" cy="710096"/>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45" name="Google Shape;45;p53"/>
          <p:cNvSpPr txBox="1">
            <a:spLocks noGrp="1"/>
          </p:cNvSpPr>
          <p:nvPr>
            <p:ph type="body" idx="1"/>
          </p:nvPr>
        </p:nvSpPr>
        <p:spPr>
          <a:xfrm>
            <a:off x="476844" y="1508125"/>
            <a:ext cx="8429413" cy="1920876"/>
          </a:xfrm>
          <a:prstGeom prst="rect">
            <a:avLst/>
          </a:prstGeom>
          <a:noFill/>
          <a:ln>
            <a:noFill/>
          </a:ln>
        </p:spPr>
        <p:txBody>
          <a:bodyPr spcFirstLastPara="1" wrap="square" lIns="91425" tIns="45700" rIns="91425" bIns="45700" anchor="t" anchorCtr="0">
            <a:noAutofit/>
          </a:bodyPr>
          <a:lstStyle>
            <a:lvl1pPr marL="342900" lvl="0" indent="-304800" algn="l">
              <a:lnSpc>
                <a:spcPct val="100000"/>
              </a:lnSpc>
              <a:spcBef>
                <a:spcPts val="468"/>
              </a:spcBef>
              <a:spcAft>
                <a:spcPts val="0"/>
              </a:spcAft>
              <a:buSzPts val="2800"/>
              <a:buChar char="•"/>
              <a:defRPr sz="2100"/>
            </a:lvl1pPr>
            <a:lvl2pPr marL="685800" lvl="1" indent="-295275" algn="l">
              <a:lnSpc>
                <a:spcPct val="100000"/>
              </a:lnSpc>
              <a:spcBef>
                <a:spcPts val="468"/>
              </a:spcBef>
              <a:spcAft>
                <a:spcPts val="0"/>
              </a:spcAft>
              <a:buSzPts val="2600"/>
              <a:buChar char="−"/>
              <a:defRPr sz="1950" b="0"/>
            </a:lvl2pPr>
            <a:lvl3pPr marL="1028700" lvl="2" indent="-262889" algn="l">
              <a:lnSpc>
                <a:spcPct val="100000"/>
              </a:lnSpc>
              <a:spcBef>
                <a:spcPts val="468"/>
              </a:spcBef>
              <a:spcAft>
                <a:spcPts val="0"/>
              </a:spcAft>
              <a:buSzPts val="1920"/>
              <a:buChar char="▪"/>
              <a:defRPr sz="1800" b="0"/>
            </a:lvl3pPr>
            <a:lvl4pPr marL="1371600" marR="0" lvl="3" indent="-171450" algn="l">
              <a:lnSpc>
                <a:spcPct val="100000"/>
              </a:lnSpc>
              <a:spcBef>
                <a:spcPts val="468"/>
              </a:spcBef>
              <a:spcAft>
                <a:spcPts val="0"/>
              </a:spcAft>
              <a:buClr>
                <a:schemeClr val="dk1"/>
              </a:buClr>
              <a:buSzPts val="2400"/>
              <a:buFont typeface="Arial"/>
              <a:buNone/>
              <a:defRPr/>
            </a:lvl4pPr>
            <a:lvl5pPr marL="1714500" lvl="4" indent="-257175" algn="l">
              <a:lnSpc>
                <a:spcPct val="90000"/>
              </a:lnSpc>
              <a:spcBef>
                <a:spcPts val="450"/>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46" name="Google Shape;46;p53"/>
          <p:cNvSpPr>
            <a:spLocks noGrp="1"/>
          </p:cNvSpPr>
          <p:nvPr>
            <p:ph type="pic" idx="2"/>
          </p:nvPr>
        </p:nvSpPr>
        <p:spPr>
          <a:xfrm>
            <a:off x="712789" y="3713163"/>
            <a:ext cx="3640137" cy="1636712"/>
          </a:xfrm>
          <a:prstGeom prst="rect">
            <a:avLst/>
          </a:prstGeom>
          <a:noFill/>
          <a:ln>
            <a:noFill/>
          </a:ln>
        </p:spPr>
      </p:sp>
      <p:sp>
        <p:nvSpPr>
          <p:cNvPr id="47" name="Google Shape;47;p53"/>
          <p:cNvSpPr>
            <a:spLocks noGrp="1"/>
          </p:cNvSpPr>
          <p:nvPr>
            <p:ph type="pic" idx="3"/>
          </p:nvPr>
        </p:nvSpPr>
        <p:spPr>
          <a:xfrm>
            <a:off x="5157790" y="3713165"/>
            <a:ext cx="3062287" cy="1343025"/>
          </a:xfrm>
          <a:prstGeom prst="rect">
            <a:avLst/>
          </a:prstGeom>
          <a:noFill/>
          <a:ln>
            <a:noFill/>
          </a:ln>
        </p:spPr>
      </p:sp>
      <p:sp>
        <p:nvSpPr>
          <p:cNvPr id="48" name="Google Shape;48;p53"/>
          <p:cNvSpPr txBox="1">
            <a:spLocks noGrp="1"/>
          </p:cNvSpPr>
          <p:nvPr>
            <p:ph type="body" idx="4"/>
          </p:nvPr>
        </p:nvSpPr>
        <p:spPr>
          <a:xfrm>
            <a:off x="7839076" y="2259013"/>
            <a:ext cx="3408363" cy="1454150"/>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49" name="Google Shape;49;p53"/>
          <p:cNvSpPr txBox="1">
            <a:spLocks noGrp="1"/>
          </p:cNvSpPr>
          <p:nvPr>
            <p:ph type="body" idx="5"/>
          </p:nvPr>
        </p:nvSpPr>
        <p:spPr>
          <a:xfrm>
            <a:off x="8494713" y="4856163"/>
            <a:ext cx="914400" cy="914400"/>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18666092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_Title Content and image caption">
  <p:cSld name="1_Title Content and image caption">
    <p:spTree>
      <p:nvGrpSpPr>
        <p:cNvPr id="1" name="Shape 50"/>
        <p:cNvGrpSpPr/>
        <p:nvPr/>
      </p:nvGrpSpPr>
      <p:grpSpPr>
        <a:xfrm>
          <a:off x="0" y="0"/>
          <a:ext cx="0" cy="0"/>
          <a:chOff x="0" y="0"/>
          <a:chExt cx="0" cy="0"/>
        </a:xfrm>
      </p:grpSpPr>
      <p:sp>
        <p:nvSpPr>
          <p:cNvPr id="51" name="Google Shape;51;p54"/>
          <p:cNvSpPr txBox="1">
            <a:spLocks noGrp="1"/>
          </p:cNvSpPr>
          <p:nvPr>
            <p:ph type="title"/>
          </p:nvPr>
        </p:nvSpPr>
        <p:spPr>
          <a:xfrm>
            <a:off x="476844" y="473246"/>
            <a:ext cx="11241915" cy="710096"/>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52" name="Google Shape;52;p54"/>
          <p:cNvSpPr txBox="1">
            <a:spLocks noGrp="1"/>
          </p:cNvSpPr>
          <p:nvPr>
            <p:ph type="body" idx="1"/>
          </p:nvPr>
        </p:nvSpPr>
        <p:spPr>
          <a:xfrm>
            <a:off x="476844" y="1280161"/>
            <a:ext cx="11241915" cy="1775012"/>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171450" algn="l">
              <a:lnSpc>
                <a:spcPct val="90000"/>
              </a:lnSpc>
              <a:spcBef>
                <a:spcPts val="600"/>
              </a:spcBef>
              <a:spcAft>
                <a:spcPts val="0"/>
              </a:spcAft>
              <a:buClr>
                <a:schemeClr val="dk1"/>
              </a:buClr>
              <a:buSzPts val="2400"/>
              <a:buFont typeface="Arial"/>
              <a:buNone/>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53" name="Google Shape;53;p54"/>
          <p:cNvSpPr txBox="1">
            <a:spLocks noGrp="1"/>
          </p:cNvSpPr>
          <p:nvPr>
            <p:ph type="body" idx="2"/>
          </p:nvPr>
        </p:nvSpPr>
        <p:spPr>
          <a:xfrm>
            <a:off x="476251" y="3184525"/>
            <a:ext cx="4525963" cy="61277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54" name="Google Shape;54;p54"/>
          <p:cNvSpPr txBox="1">
            <a:spLocks noGrp="1"/>
          </p:cNvSpPr>
          <p:nvPr>
            <p:ph type="body" idx="3"/>
          </p:nvPr>
        </p:nvSpPr>
        <p:spPr>
          <a:xfrm>
            <a:off x="476251" y="3925890"/>
            <a:ext cx="4525963" cy="61277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55" name="Google Shape;55;p54"/>
          <p:cNvSpPr>
            <a:spLocks noGrp="1"/>
          </p:cNvSpPr>
          <p:nvPr>
            <p:ph type="pic" idx="4"/>
          </p:nvPr>
        </p:nvSpPr>
        <p:spPr>
          <a:xfrm>
            <a:off x="5745164" y="3313113"/>
            <a:ext cx="2484437" cy="1054100"/>
          </a:xfrm>
          <a:prstGeom prst="rect">
            <a:avLst/>
          </a:prstGeom>
          <a:noFill/>
          <a:ln>
            <a:noFill/>
          </a:ln>
        </p:spPr>
      </p:sp>
      <p:sp>
        <p:nvSpPr>
          <p:cNvPr id="56" name="Google Shape;56;p54"/>
          <p:cNvSpPr>
            <a:spLocks noGrp="1"/>
          </p:cNvSpPr>
          <p:nvPr>
            <p:ph type="pic" idx="5"/>
          </p:nvPr>
        </p:nvSpPr>
        <p:spPr>
          <a:xfrm>
            <a:off x="5948364" y="4538663"/>
            <a:ext cx="2033587" cy="754062"/>
          </a:xfrm>
          <a:prstGeom prst="rect">
            <a:avLst/>
          </a:prstGeom>
          <a:noFill/>
          <a:ln>
            <a:noFill/>
          </a:ln>
        </p:spPr>
      </p:sp>
    </p:spTree>
    <p:extLst>
      <p:ext uri="{BB962C8B-B14F-4D97-AF65-F5344CB8AC3E}">
        <p14:creationId xmlns:p14="http://schemas.microsoft.com/office/powerpoint/2010/main" val="39154045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hree Content">
  <p:cSld name="Three Content">
    <p:spTree>
      <p:nvGrpSpPr>
        <p:cNvPr id="1" name="Shape 57"/>
        <p:cNvGrpSpPr/>
        <p:nvPr/>
      </p:nvGrpSpPr>
      <p:grpSpPr>
        <a:xfrm>
          <a:off x="0" y="0"/>
          <a:ext cx="0" cy="0"/>
          <a:chOff x="0" y="0"/>
          <a:chExt cx="0" cy="0"/>
        </a:xfrm>
      </p:grpSpPr>
      <p:sp>
        <p:nvSpPr>
          <p:cNvPr id="58" name="Google Shape;58;p55"/>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59" name="Google Shape;59;p55"/>
          <p:cNvSpPr txBox="1">
            <a:spLocks noGrp="1"/>
          </p:cNvSpPr>
          <p:nvPr>
            <p:ph type="body" idx="1"/>
          </p:nvPr>
        </p:nvSpPr>
        <p:spPr>
          <a:xfrm>
            <a:off x="476844" y="1825625"/>
            <a:ext cx="3344531"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285750" algn="l">
              <a:lnSpc>
                <a:spcPct val="90000"/>
              </a:lnSpc>
              <a:spcBef>
                <a:spcPts val="600"/>
              </a:spcBef>
              <a:spcAft>
                <a:spcPts val="0"/>
              </a:spcAft>
              <a:buClr>
                <a:schemeClr val="dk1"/>
              </a:buClr>
              <a:buSzPts val="2400"/>
              <a:buFont typeface="Arial"/>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60" name="Google Shape;60;p55"/>
          <p:cNvSpPr txBox="1">
            <a:spLocks noGrp="1"/>
          </p:cNvSpPr>
          <p:nvPr>
            <p:ph type="body" idx="2"/>
          </p:nvPr>
        </p:nvSpPr>
        <p:spPr>
          <a:xfrm>
            <a:off x="4423735" y="1829037"/>
            <a:ext cx="3344531"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285750" algn="l">
              <a:lnSpc>
                <a:spcPct val="90000"/>
              </a:lnSpc>
              <a:spcBef>
                <a:spcPts val="600"/>
              </a:spcBef>
              <a:spcAft>
                <a:spcPts val="0"/>
              </a:spcAft>
              <a:buClr>
                <a:schemeClr val="dk1"/>
              </a:buClr>
              <a:buSzPts val="2400"/>
              <a:buFont typeface="Arial"/>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61" name="Google Shape;61;p55"/>
          <p:cNvSpPr txBox="1">
            <a:spLocks noGrp="1"/>
          </p:cNvSpPr>
          <p:nvPr>
            <p:ph type="body" idx="3"/>
          </p:nvPr>
        </p:nvSpPr>
        <p:spPr>
          <a:xfrm>
            <a:off x="8370625" y="1825625"/>
            <a:ext cx="3344531"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285750" algn="l">
              <a:lnSpc>
                <a:spcPct val="90000"/>
              </a:lnSpc>
              <a:spcBef>
                <a:spcPts val="600"/>
              </a:spcBef>
              <a:spcAft>
                <a:spcPts val="0"/>
              </a:spcAft>
              <a:buClr>
                <a:schemeClr val="dk1"/>
              </a:buClr>
              <a:buSzPts val="2400"/>
              <a:buFont typeface="Arial"/>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6763642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Subtitle">
  <p:cSld name="Title/Subtitle">
    <p:spTree>
      <p:nvGrpSpPr>
        <p:cNvPr id="1" name="Shape 62"/>
        <p:cNvGrpSpPr/>
        <p:nvPr/>
      </p:nvGrpSpPr>
      <p:grpSpPr>
        <a:xfrm>
          <a:off x="0" y="0"/>
          <a:ext cx="0" cy="0"/>
          <a:chOff x="0" y="0"/>
          <a:chExt cx="0" cy="0"/>
        </a:xfrm>
      </p:grpSpPr>
      <p:sp>
        <p:nvSpPr>
          <p:cNvPr id="63" name="Google Shape;63;p56"/>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64" name="Google Shape;64;p56"/>
          <p:cNvSpPr txBox="1">
            <a:spLocks noGrp="1"/>
          </p:cNvSpPr>
          <p:nvPr>
            <p:ph type="body" idx="1"/>
          </p:nvPr>
        </p:nvSpPr>
        <p:spPr>
          <a:xfrm>
            <a:off x="476844" y="1887676"/>
            <a:ext cx="11241915" cy="691143"/>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800"/>
              <a:buNone/>
              <a:defRPr sz="2100" b="1"/>
            </a:lvl1pPr>
            <a:lvl2pPr marL="685800" lvl="1" indent="-304800" algn="l">
              <a:lnSpc>
                <a:spcPct val="100000"/>
              </a:lnSpc>
              <a:spcBef>
                <a:spcPts val="600"/>
              </a:spcBef>
              <a:spcAft>
                <a:spcPts val="0"/>
              </a:spcAft>
              <a:buSzPts val="2800"/>
              <a:buChar char="−"/>
              <a:defRPr sz="2100" b="0"/>
            </a:lvl2pPr>
            <a:lvl3pPr marL="1028700" lvl="2" indent="-262889" algn="l">
              <a:lnSpc>
                <a:spcPct val="100000"/>
              </a:lnSpc>
              <a:spcBef>
                <a:spcPts val="600"/>
              </a:spcBef>
              <a:spcAft>
                <a:spcPts val="0"/>
              </a:spcAft>
              <a:buSzPts val="1920"/>
              <a:buChar char="▪"/>
              <a:defRPr sz="180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65" name="Google Shape;65;p56"/>
          <p:cNvSpPr txBox="1">
            <a:spLocks noGrp="1"/>
          </p:cNvSpPr>
          <p:nvPr>
            <p:ph type="body" idx="2"/>
          </p:nvPr>
        </p:nvSpPr>
        <p:spPr>
          <a:xfrm>
            <a:off x="476844" y="2677888"/>
            <a:ext cx="11241915" cy="2621900"/>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b="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171450" algn="l">
              <a:lnSpc>
                <a:spcPct val="90000"/>
              </a:lnSpc>
              <a:spcBef>
                <a:spcPts val="600"/>
              </a:spcBef>
              <a:spcAft>
                <a:spcPts val="0"/>
              </a:spcAft>
              <a:buClr>
                <a:schemeClr val="dk1"/>
              </a:buClr>
              <a:buSzPts val="2400"/>
              <a:buFont typeface="Arial"/>
              <a:buNone/>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66" name="Google Shape;66;p56"/>
          <p:cNvSpPr txBox="1">
            <a:spLocks noGrp="1"/>
          </p:cNvSpPr>
          <p:nvPr>
            <p:ph type="body" idx="3"/>
          </p:nvPr>
        </p:nvSpPr>
        <p:spPr>
          <a:xfrm>
            <a:off x="476844" y="5395329"/>
            <a:ext cx="11241915" cy="951787"/>
          </a:xfrm>
          <a:prstGeom prst="rect">
            <a:avLst/>
          </a:prstGeom>
          <a:noFill/>
          <a:ln>
            <a:noFill/>
          </a:ln>
        </p:spPr>
        <p:txBody>
          <a:bodyPr spcFirstLastPara="1" wrap="square" lIns="91425" tIns="45700" rIns="91425" bIns="45700" anchor="t" anchorCtr="0">
            <a:noAutofit/>
          </a:bodyPr>
          <a:lstStyle>
            <a:lvl1pPr marL="342900" lvl="0" indent="-214313" algn="l">
              <a:lnSpc>
                <a:spcPct val="100000"/>
              </a:lnSpc>
              <a:spcBef>
                <a:spcPts val="750"/>
              </a:spcBef>
              <a:spcAft>
                <a:spcPts val="0"/>
              </a:spcAft>
              <a:buSzPts val="900"/>
              <a:buChar char="•"/>
              <a:defRPr sz="675" b="0"/>
            </a:lvl1pPr>
            <a:lvl2pPr marL="685800" lvl="1" indent="-214313" algn="l">
              <a:lnSpc>
                <a:spcPct val="100000"/>
              </a:lnSpc>
              <a:spcBef>
                <a:spcPts val="600"/>
              </a:spcBef>
              <a:spcAft>
                <a:spcPts val="0"/>
              </a:spcAft>
              <a:buSzPts val="900"/>
              <a:buChar char="−"/>
              <a:defRPr sz="675" b="0"/>
            </a:lvl2pPr>
            <a:lvl3pPr marL="1028700" lvl="2" indent="-205739" algn="l">
              <a:lnSpc>
                <a:spcPct val="100000"/>
              </a:lnSpc>
              <a:spcBef>
                <a:spcPts val="600"/>
              </a:spcBef>
              <a:spcAft>
                <a:spcPts val="0"/>
              </a:spcAft>
              <a:buSzPts val="720"/>
              <a:buChar char="▪"/>
              <a:defRPr sz="675" b="0"/>
            </a:lvl3pPr>
            <a:lvl4pPr marL="1371600" lvl="3" indent="-214313" algn="l">
              <a:lnSpc>
                <a:spcPct val="90000"/>
              </a:lnSpc>
              <a:spcBef>
                <a:spcPts val="600"/>
              </a:spcBef>
              <a:spcAft>
                <a:spcPts val="0"/>
              </a:spcAft>
              <a:buSzPts val="900"/>
              <a:buChar char="•"/>
              <a:defRPr sz="675" b="0"/>
            </a:lvl4pPr>
            <a:lvl5pPr marL="1714500" lvl="4" indent="-214313" algn="l">
              <a:lnSpc>
                <a:spcPct val="90000"/>
              </a:lnSpc>
              <a:spcBef>
                <a:spcPts val="375"/>
              </a:spcBef>
              <a:spcAft>
                <a:spcPts val="0"/>
              </a:spcAft>
              <a:buClr>
                <a:schemeClr val="accent1"/>
              </a:buClr>
              <a:buSzPts val="900"/>
              <a:buChar char="•"/>
              <a:defRPr sz="675" b="0"/>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432539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Subtitle/Images">
  <p:cSld name="Title/Subtitle/Images">
    <p:spTree>
      <p:nvGrpSpPr>
        <p:cNvPr id="1" name="Shape 67"/>
        <p:cNvGrpSpPr/>
        <p:nvPr/>
      </p:nvGrpSpPr>
      <p:grpSpPr>
        <a:xfrm>
          <a:off x="0" y="0"/>
          <a:ext cx="0" cy="0"/>
          <a:chOff x="0" y="0"/>
          <a:chExt cx="0" cy="0"/>
        </a:xfrm>
      </p:grpSpPr>
      <p:sp>
        <p:nvSpPr>
          <p:cNvPr id="68" name="Google Shape;68;p57"/>
          <p:cNvSpPr txBox="1">
            <a:spLocks noGrp="1"/>
          </p:cNvSpPr>
          <p:nvPr>
            <p:ph type="title"/>
          </p:nvPr>
        </p:nvSpPr>
        <p:spPr>
          <a:xfrm>
            <a:off x="476844" y="475488"/>
            <a:ext cx="11241915" cy="1071533"/>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69" name="Google Shape;69;p57"/>
          <p:cNvSpPr txBox="1">
            <a:spLocks noGrp="1"/>
          </p:cNvSpPr>
          <p:nvPr>
            <p:ph type="body" idx="1"/>
          </p:nvPr>
        </p:nvSpPr>
        <p:spPr>
          <a:xfrm>
            <a:off x="476844" y="1857696"/>
            <a:ext cx="11241915" cy="691143"/>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800"/>
              <a:buNone/>
              <a:defRPr sz="2100" b="1"/>
            </a:lvl1pPr>
            <a:lvl2pPr marL="685800" lvl="1" indent="-304800" algn="l">
              <a:lnSpc>
                <a:spcPct val="100000"/>
              </a:lnSpc>
              <a:spcBef>
                <a:spcPts val="600"/>
              </a:spcBef>
              <a:spcAft>
                <a:spcPts val="0"/>
              </a:spcAft>
              <a:buSzPts val="2800"/>
              <a:buChar char="−"/>
              <a:defRPr sz="2100" b="0"/>
            </a:lvl2pPr>
            <a:lvl3pPr marL="1028700" lvl="2" indent="-262889" algn="l">
              <a:lnSpc>
                <a:spcPct val="100000"/>
              </a:lnSpc>
              <a:spcBef>
                <a:spcPts val="600"/>
              </a:spcBef>
              <a:spcAft>
                <a:spcPts val="0"/>
              </a:spcAft>
              <a:buSzPts val="1920"/>
              <a:buChar char="▪"/>
              <a:defRPr sz="180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0" name="Google Shape;70;p57"/>
          <p:cNvSpPr txBox="1">
            <a:spLocks noGrp="1"/>
          </p:cNvSpPr>
          <p:nvPr>
            <p:ph type="body" idx="2"/>
          </p:nvPr>
        </p:nvSpPr>
        <p:spPr>
          <a:xfrm>
            <a:off x="476844" y="2677888"/>
            <a:ext cx="11241915" cy="1505492"/>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b="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1" name="Google Shape;71;p57"/>
          <p:cNvSpPr txBox="1">
            <a:spLocks noGrp="1"/>
          </p:cNvSpPr>
          <p:nvPr>
            <p:ph type="body" idx="3"/>
          </p:nvPr>
        </p:nvSpPr>
        <p:spPr>
          <a:xfrm>
            <a:off x="476844" y="4310385"/>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2" name="Google Shape;72;p57"/>
          <p:cNvSpPr txBox="1">
            <a:spLocks noGrp="1"/>
          </p:cNvSpPr>
          <p:nvPr>
            <p:ph type="body" idx="4"/>
          </p:nvPr>
        </p:nvSpPr>
        <p:spPr>
          <a:xfrm>
            <a:off x="3382488" y="4310385"/>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3" name="Google Shape;73;p57"/>
          <p:cNvSpPr txBox="1">
            <a:spLocks noGrp="1"/>
          </p:cNvSpPr>
          <p:nvPr>
            <p:ph type="body" idx="5"/>
          </p:nvPr>
        </p:nvSpPr>
        <p:spPr>
          <a:xfrm>
            <a:off x="6281896" y="4319291"/>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4" name="Google Shape;74;p57"/>
          <p:cNvSpPr txBox="1">
            <a:spLocks noGrp="1"/>
          </p:cNvSpPr>
          <p:nvPr>
            <p:ph type="body" idx="6"/>
          </p:nvPr>
        </p:nvSpPr>
        <p:spPr>
          <a:xfrm>
            <a:off x="9151916" y="4319291"/>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24951725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Multi Image/Content">
  <p:cSld name="Multi Image/Content">
    <p:spTree>
      <p:nvGrpSpPr>
        <p:cNvPr id="1" name="Shape 75"/>
        <p:cNvGrpSpPr/>
        <p:nvPr/>
      </p:nvGrpSpPr>
      <p:grpSpPr>
        <a:xfrm>
          <a:off x="0" y="0"/>
          <a:ext cx="0" cy="0"/>
          <a:chOff x="0" y="0"/>
          <a:chExt cx="0" cy="0"/>
        </a:xfrm>
      </p:grpSpPr>
      <p:sp>
        <p:nvSpPr>
          <p:cNvPr id="76" name="Google Shape;76;p58"/>
          <p:cNvSpPr txBox="1">
            <a:spLocks noGrp="1"/>
          </p:cNvSpPr>
          <p:nvPr>
            <p:ph type="title"/>
          </p:nvPr>
        </p:nvSpPr>
        <p:spPr>
          <a:xfrm>
            <a:off x="476844" y="473247"/>
            <a:ext cx="11241915" cy="51430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3200"/>
              <a:buFont typeface="Arial"/>
              <a:buNone/>
              <a:defRPr sz="24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77" name="Google Shape;77;p58"/>
          <p:cNvSpPr txBox="1">
            <a:spLocks noGrp="1"/>
          </p:cNvSpPr>
          <p:nvPr>
            <p:ph type="body" idx="1"/>
          </p:nvPr>
        </p:nvSpPr>
        <p:spPr>
          <a:xfrm>
            <a:off x="480447" y="1176279"/>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8" name="Google Shape;78;p58"/>
          <p:cNvSpPr txBox="1">
            <a:spLocks noGrp="1"/>
          </p:cNvSpPr>
          <p:nvPr>
            <p:ph type="body" idx="2"/>
          </p:nvPr>
        </p:nvSpPr>
        <p:spPr>
          <a:xfrm>
            <a:off x="3386091" y="1176279"/>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9" name="Google Shape;79;p58"/>
          <p:cNvSpPr txBox="1">
            <a:spLocks noGrp="1"/>
          </p:cNvSpPr>
          <p:nvPr>
            <p:ph type="body" idx="3"/>
          </p:nvPr>
        </p:nvSpPr>
        <p:spPr>
          <a:xfrm>
            <a:off x="6285499" y="1185185"/>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0" name="Google Shape;80;p58"/>
          <p:cNvSpPr txBox="1">
            <a:spLocks noGrp="1"/>
          </p:cNvSpPr>
          <p:nvPr>
            <p:ph type="body" idx="4"/>
          </p:nvPr>
        </p:nvSpPr>
        <p:spPr>
          <a:xfrm>
            <a:off x="9155519" y="1185185"/>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1" name="Google Shape;81;p58"/>
          <p:cNvSpPr txBox="1">
            <a:spLocks noGrp="1"/>
          </p:cNvSpPr>
          <p:nvPr>
            <p:ph type="body" idx="5"/>
          </p:nvPr>
        </p:nvSpPr>
        <p:spPr>
          <a:xfrm>
            <a:off x="480446" y="3359963"/>
            <a:ext cx="2563241"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2" name="Google Shape;82;p58"/>
          <p:cNvSpPr txBox="1">
            <a:spLocks noGrp="1"/>
          </p:cNvSpPr>
          <p:nvPr>
            <p:ph type="body" idx="6"/>
          </p:nvPr>
        </p:nvSpPr>
        <p:spPr>
          <a:xfrm>
            <a:off x="3386090" y="3359963"/>
            <a:ext cx="2563241"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3" name="Google Shape;83;p58"/>
          <p:cNvSpPr txBox="1">
            <a:spLocks noGrp="1"/>
          </p:cNvSpPr>
          <p:nvPr>
            <p:ph type="body" idx="7"/>
          </p:nvPr>
        </p:nvSpPr>
        <p:spPr>
          <a:xfrm>
            <a:off x="6285498" y="3368869"/>
            <a:ext cx="2563241"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4" name="Google Shape;84;p58"/>
          <p:cNvSpPr txBox="1">
            <a:spLocks noGrp="1"/>
          </p:cNvSpPr>
          <p:nvPr>
            <p:ph type="body" idx="8"/>
          </p:nvPr>
        </p:nvSpPr>
        <p:spPr>
          <a:xfrm>
            <a:off x="9155518" y="3368869"/>
            <a:ext cx="2563241"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5" name="Google Shape;85;p58"/>
          <p:cNvSpPr txBox="1">
            <a:spLocks noGrp="1"/>
          </p:cNvSpPr>
          <p:nvPr>
            <p:ph type="body" idx="9"/>
          </p:nvPr>
        </p:nvSpPr>
        <p:spPr>
          <a:xfrm>
            <a:off x="741362" y="5549902"/>
            <a:ext cx="1909763" cy="430213"/>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6" name="Google Shape;86;p58"/>
          <p:cNvSpPr txBox="1">
            <a:spLocks noGrp="1"/>
          </p:cNvSpPr>
          <p:nvPr>
            <p:ph type="body" idx="13"/>
          </p:nvPr>
        </p:nvSpPr>
        <p:spPr>
          <a:xfrm>
            <a:off x="3305177" y="5549902"/>
            <a:ext cx="2562225" cy="430213"/>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7" name="Google Shape;87;p58"/>
          <p:cNvSpPr txBox="1">
            <a:spLocks noGrp="1"/>
          </p:cNvSpPr>
          <p:nvPr>
            <p:ph type="body" idx="14"/>
          </p:nvPr>
        </p:nvSpPr>
        <p:spPr>
          <a:xfrm>
            <a:off x="6181726" y="5543550"/>
            <a:ext cx="2562225" cy="514350"/>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8" name="Google Shape;88;p58"/>
          <p:cNvSpPr txBox="1">
            <a:spLocks noGrp="1"/>
          </p:cNvSpPr>
          <p:nvPr>
            <p:ph type="body" idx="15"/>
          </p:nvPr>
        </p:nvSpPr>
        <p:spPr>
          <a:xfrm>
            <a:off x="9156534" y="5549900"/>
            <a:ext cx="2562225" cy="514350"/>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35500209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wo Image/One Content">
  <p:cSld name="Two Image/One Content">
    <p:spTree>
      <p:nvGrpSpPr>
        <p:cNvPr id="1" name="Shape 89"/>
        <p:cNvGrpSpPr/>
        <p:nvPr/>
      </p:nvGrpSpPr>
      <p:grpSpPr>
        <a:xfrm>
          <a:off x="0" y="0"/>
          <a:ext cx="0" cy="0"/>
          <a:chOff x="0" y="0"/>
          <a:chExt cx="0" cy="0"/>
        </a:xfrm>
      </p:grpSpPr>
      <p:sp>
        <p:nvSpPr>
          <p:cNvPr id="90" name="Google Shape;90;p59"/>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91" name="Google Shape;91;p59"/>
          <p:cNvSpPr txBox="1">
            <a:spLocks noGrp="1"/>
          </p:cNvSpPr>
          <p:nvPr>
            <p:ph type="body" idx="1"/>
          </p:nvPr>
        </p:nvSpPr>
        <p:spPr>
          <a:xfrm>
            <a:off x="476844" y="1825628"/>
            <a:ext cx="2875957" cy="2045728"/>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92" name="Google Shape;92;p59"/>
          <p:cNvSpPr txBox="1">
            <a:spLocks noGrp="1"/>
          </p:cNvSpPr>
          <p:nvPr>
            <p:ph type="body" idx="2"/>
          </p:nvPr>
        </p:nvSpPr>
        <p:spPr>
          <a:xfrm>
            <a:off x="476844" y="4132560"/>
            <a:ext cx="2875957" cy="2045727"/>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93" name="Google Shape;93;p59"/>
          <p:cNvSpPr txBox="1">
            <a:spLocks noGrp="1"/>
          </p:cNvSpPr>
          <p:nvPr>
            <p:ph type="body" idx="3"/>
          </p:nvPr>
        </p:nvSpPr>
        <p:spPr>
          <a:xfrm>
            <a:off x="3624200" y="1825625"/>
            <a:ext cx="8090957"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b="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171450" algn="l">
              <a:lnSpc>
                <a:spcPct val="90000"/>
              </a:lnSpc>
              <a:spcBef>
                <a:spcPts val="600"/>
              </a:spcBef>
              <a:spcAft>
                <a:spcPts val="0"/>
              </a:spcAft>
              <a:buClr>
                <a:schemeClr val="dk1"/>
              </a:buClr>
              <a:buSzPts val="2400"/>
              <a:buFont typeface="Arial"/>
              <a:buNone/>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231050963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wo Image/Two Content">
  <p:cSld name="Two Image/Two Content">
    <p:spTree>
      <p:nvGrpSpPr>
        <p:cNvPr id="1" name="Shape 94"/>
        <p:cNvGrpSpPr/>
        <p:nvPr/>
      </p:nvGrpSpPr>
      <p:grpSpPr>
        <a:xfrm>
          <a:off x="0" y="0"/>
          <a:ext cx="0" cy="0"/>
          <a:chOff x="0" y="0"/>
          <a:chExt cx="0" cy="0"/>
        </a:xfrm>
      </p:grpSpPr>
      <p:sp>
        <p:nvSpPr>
          <p:cNvPr id="95" name="Google Shape;95;p60"/>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96" name="Google Shape;96;p60"/>
          <p:cNvSpPr txBox="1">
            <a:spLocks noGrp="1"/>
          </p:cNvSpPr>
          <p:nvPr>
            <p:ph type="body" idx="1"/>
          </p:nvPr>
        </p:nvSpPr>
        <p:spPr>
          <a:xfrm>
            <a:off x="476844" y="1825628"/>
            <a:ext cx="2875957" cy="2045728"/>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97" name="Google Shape;97;p60"/>
          <p:cNvSpPr txBox="1">
            <a:spLocks noGrp="1"/>
          </p:cNvSpPr>
          <p:nvPr>
            <p:ph type="body" idx="2"/>
          </p:nvPr>
        </p:nvSpPr>
        <p:spPr>
          <a:xfrm>
            <a:off x="3624200" y="1825625"/>
            <a:ext cx="8090957" cy="204572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b="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171450" algn="l">
              <a:lnSpc>
                <a:spcPct val="90000"/>
              </a:lnSpc>
              <a:spcBef>
                <a:spcPts val="600"/>
              </a:spcBef>
              <a:spcAft>
                <a:spcPts val="0"/>
              </a:spcAft>
              <a:buClr>
                <a:schemeClr val="dk1"/>
              </a:buClr>
              <a:buSzPts val="2400"/>
              <a:buFont typeface="Arial"/>
              <a:buNone/>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98" name="Google Shape;98;p60"/>
          <p:cNvSpPr txBox="1">
            <a:spLocks noGrp="1"/>
          </p:cNvSpPr>
          <p:nvPr>
            <p:ph type="body" idx="3"/>
          </p:nvPr>
        </p:nvSpPr>
        <p:spPr>
          <a:xfrm>
            <a:off x="476844" y="4132560"/>
            <a:ext cx="2875957" cy="2045727"/>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99" name="Google Shape;99;p60"/>
          <p:cNvSpPr txBox="1">
            <a:spLocks noGrp="1"/>
          </p:cNvSpPr>
          <p:nvPr>
            <p:ph type="body" idx="4"/>
          </p:nvPr>
        </p:nvSpPr>
        <p:spPr>
          <a:xfrm>
            <a:off x="3624200" y="4136860"/>
            <a:ext cx="8090957" cy="204572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b="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171450" algn="l">
              <a:lnSpc>
                <a:spcPct val="90000"/>
              </a:lnSpc>
              <a:spcBef>
                <a:spcPts val="600"/>
              </a:spcBef>
              <a:spcAft>
                <a:spcPts val="0"/>
              </a:spcAft>
              <a:buClr>
                <a:schemeClr val="dk1"/>
              </a:buClr>
              <a:buSzPts val="2400"/>
              <a:buFont typeface="Arial"/>
              <a:buNone/>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373847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hree Image/Three Content">
  <p:cSld name="Three Image/Three Content">
    <p:spTree>
      <p:nvGrpSpPr>
        <p:cNvPr id="1" name="Shape 100"/>
        <p:cNvGrpSpPr/>
        <p:nvPr/>
      </p:nvGrpSpPr>
      <p:grpSpPr>
        <a:xfrm>
          <a:off x="0" y="0"/>
          <a:ext cx="0" cy="0"/>
          <a:chOff x="0" y="0"/>
          <a:chExt cx="0" cy="0"/>
        </a:xfrm>
      </p:grpSpPr>
      <p:sp>
        <p:nvSpPr>
          <p:cNvPr id="101" name="Google Shape;101;p61"/>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102" name="Google Shape;102;p61"/>
          <p:cNvSpPr txBox="1">
            <a:spLocks noGrp="1"/>
          </p:cNvSpPr>
          <p:nvPr>
            <p:ph type="body" idx="1"/>
          </p:nvPr>
        </p:nvSpPr>
        <p:spPr>
          <a:xfrm>
            <a:off x="476844" y="1825630"/>
            <a:ext cx="2875957" cy="1217447"/>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03" name="Google Shape;103;p61"/>
          <p:cNvSpPr txBox="1">
            <a:spLocks noGrp="1"/>
          </p:cNvSpPr>
          <p:nvPr>
            <p:ph type="body" idx="2"/>
          </p:nvPr>
        </p:nvSpPr>
        <p:spPr>
          <a:xfrm>
            <a:off x="3624200" y="1825625"/>
            <a:ext cx="8090957" cy="1217450"/>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04" name="Google Shape;104;p61"/>
          <p:cNvSpPr txBox="1">
            <a:spLocks noGrp="1"/>
          </p:cNvSpPr>
          <p:nvPr>
            <p:ph type="body" idx="3"/>
          </p:nvPr>
        </p:nvSpPr>
        <p:spPr>
          <a:xfrm>
            <a:off x="479344" y="3207221"/>
            <a:ext cx="2875957" cy="1217447"/>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05" name="Google Shape;105;p61"/>
          <p:cNvSpPr txBox="1">
            <a:spLocks noGrp="1"/>
          </p:cNvSpPr>
          <p:nvPr>
            <p:ph type="body" idx="4"/>
          </p:nvPr>
        </p:nvSpPr>
        <p:spPr>
          <a:xfrm>
            <a:off x="3626700" y="3207216"/>
            <a:ext cx="8090957" cy="1217450"/>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06" name="Google Shape;106;p61"/>
          <p:cNvSpPr txBox="1">
            <a:spLocks noGrp="1"/>
          </p:cNvSpPr>
          <p:nvPr>
            <p:ph type="body" idx="5"/>
          </p:nvPr>
        </p:nvSpPr>
        <p:spPr>
          <a:xfrm>
            <a:off x="479344" y="4631284"/>
            <a:ext cx="2875957" cy="1217447"/>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07" name="Google Shape;107;p61"/>
          <p:cNvSpPr txBox="1">
            <a:spLocks noGrp="1"/>
          </p:cNvSpPr>
          <p:nvPr>
            <p:ph type="body" idx="6"/>
          </p:nvPr>
        </p:nvSpPr>
        <p:spPr>
          <a:xfrm>
            <a:off x="3626700" y="4631279"/>
            <a:ext cx="8090957" cy="1217450"/>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117811338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Four Image/Four Content">
  <p:cSld name="Four Image/Four Content">
    <p:spTree>
      <p:nvGrpSpPr>
        <p:cNvPr id="1" name="Shape 108"/>
        <p:cNvGrpSpPr/>
        <p:nvPr/>
      </p:nvGrpSpPr>
      <p:grpSpPr>
        <a:xfrm>
          <a:off x="0" y="0"/>
          <a:ext cx="0" cy="0"/>
          <a:chOff x="0" y="0"/>
          <a:chExt cx="0" cy="0"/>
        </a:xfrm>
      </p:grpSpPr>
      <p:sp>
        <p:nvSpPr>
          <p:cNvPr id="109" name="Google Shape;109;p62"/>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110" name="Google Shape;110;p62"/>
          <p:cNvSpPr txBox="1">
            <a:spLocks noGrp="1"/>
          </p:cNvSpPr>
          <p:nvPr>
            <p:ph type="body" idx="1"/>
          </p:nvPr>
        </p:nvSpPr>
        <p:spPr>
          <a:xfrm>
            <a:off x="476844" y="1825628"/>
            <a:ext cx="2875957" cy="899814"/>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1" name="Google Shape;111;p62"/>
          <p:cNvSpPr txBox="1">
            <a:spLocks noGrp="1"/>
          </p:cNvSpPr>
          <p:nvPr>
            <p:ph type="body" idx="2"/>
          </p:nvPr>
        </p:nvSpPr>
        <p:spPr>
          <a:xfrm>
            <a:off x="3624200" y="1825627"/>
            <a:ext cx="8090957" cy="89551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2" name="Google Shape;112;p62"/>
          <p:cNvSpPr txBox="1">
            <a:spLocks noGrp="1"/>
          </p:cNvSpPr>
          <p:nvPr>
            <p:ph type="body" idx="3"/>
          </p:nvPr>
        </p:nvSpPr>
        <p:spPr>
          <a:xfrm>
            <a:off x="476844" y="2941438"/>
            <a:ext cx="2875957" cy="899814"/>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3" name="Google Shape;113;p62"/>
          <p:cNvSpPr txBox="1">
            <a:spLocks noGrp="1"/>
          </p:cNvSpPr>
          <p:nvPr>
            <p:ph type="body" idx="4"/>
          </p:nvPr>
        </p:nvSpPr>
        <p:spPr>
          <a:xfrm>
            <a:off x="3624200" y="2941437"/>
            <a:ext cx="8090957" cy="89551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4" name="Google Shape;114;p62"/>
          <p:cNvSpPr txBox="1">
            <a:spLocks noGrp="1"/>
          </p:cNvSpPr>
          <p:nvPr>
            <p:ph type="body" idx="5"/>
          </p:nvPr>
        </p:nvSpPr>
        <p:spPr>
          <a:xfrm>
            <a:off x="480444" y="4065961"/>
            <a:ext cx="2875957" cy="899814"/>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5" name="Google Shape;115;p62"/>
          <p:cNvSpPr txBox="1">
            <a:spLocks noGrp="1"/>
          </p:cNvSpPr>
          <p:nvPr>
            <p:ph type="body" idx="6"/>
          </p:nvPr>
        </p:nvSpPr>
        <p:spPr>
          <a:xfrm>
            <a:off x="3627802" y="4065960"/>
            <a:ext cx="8090957" cy="89551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6" name="Google Shape;116;p62"/>
          <p:cNvSpPr txBox="1">
            <a:spLocks noGrp="1"/>
          </p:cNvSpPr>
          <p:nvPr>
            <p:ph type="body" idx="7"/>
          </p:nvPr>
        </p:nvSpPr>
        <p:spPr>
          <a:xfrm>
            <a:off x="480444" y="5181771"/>
            <a:ext cx="2875957" cy="899814"/>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7" name="Google Shape;117;p62"/>
          <p:cNvSpPr txBox="1">
            <a:spLocks noGrp="1"/>
          </p:cNvSpPr>
          <p:nvPr>
            <p:ph type="body" idx="8"/>
          </p:nvPr>
        </p:nvSpPr>
        <p:spPr>
          <a:xfrm>
            <a:off x="3627802" y="5181770"/>
            <a:ext cx="8090957" cy="89551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257592190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lvl="0"/>
            <a:fld id="{2FF9FBFB-5C68-4D85-ACE0-FB9DFA4D7253}" type="datetime1">
              <a:rPr lang="en-US" smtClean="0"/>
              <a:pPr lvl="0"/>
              <a:t>12/4/2024</a:t>
            </a:fld>
            <a:endParaRPr lang="en-US"/>
          </a:p>
        </p:txBody>
      </p:sp>
      <p:sp>
        <p:nvSpPr>
          <p:cNvPr id="3" name="Footer Placeholder 2"/>
          <p:cNvSpPr>
            <a:spLocks noGrp="1"/>
          </p:cNvSpPr>
          <p:nvPr>
            <p:ph type="ftr" sz="quarter" idx="11"/>
          </p:nvPr>
        </p:nvSpPr>
        <p:spPr/>
        <p:txBody>
          <a:bodyPr/>
          <a:lstStyle/>
          <a:p>
            <a:pPr lvl="0"/>
            <a:endParaRPr lang="en-US"/>
          </a:p>
        </p:txBody>
      </p:sp>
      <p:sp>
        <p:nvSpPr>
          <p:cNvPr id="4" name="Slide Number Placeholder 3"/>
          <p:cNvSpPr>
            <a:spLocks noGrp="1"/>
          </p:cNvSpPr>
          <p:nvPr>
            <p:ph type="sldNum" sz="quarter" idx="12"/>
          </p:nvPr>
        </p:nvSpPr>
        <p:spPr/>
        <p:txBody>
          <a:bodyPr/>
          <a:lstStyle/>
          <a:p>
            <a:pPr lvl="0"/>
            <a:fld id="{1DA870C4-66BF-4A56-ABBD-32412C310E09}" type="slidenum">
              <a:rPr lang="en-US" smtClean="0"/>
              <a:t>‹#›</a:t>
            </a:fld>
            <a:endParaRPr lang="en-US"/>
          </a:p>
        </p:txBody>
      </p:sp>
    </p:spTree>
    <p:extLst>
      <p:ext uri="{BB962C8B-B14F-4D97-AF65-F5344CB8AC3E}">
        <p14:creationId xmlns:p14="http://schemas.microsoft.com/office/powerpoint/2010/main" val="4144107503"/>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First Slide)" userDrawn="1">
  <p:cSld name="Title (First Slide)">
    <p:spTree>
      <p:nvGrpSpPr>
        <p:cNvPr id="1" name="Shape 15"/>
        <p:cNvGrpSpPr/>
        <p:nvPr/>
      </p:nvGrpSpPr>
      <p:grpSpPr>
        <a:xfrm>
          <a:off x="0" y="0"/>
          <a:ext cx="0" cy="0"/>
          <a:chOff x="0" y="0"/>
          <a:chExt cx="0" cy="0"/>
        </a:xfrm>
      </p:grpSpPr>
      <p:pic>
        <p:nvPicPr>
          <p:cNvPr id="16" name="Google Shape;16;p48"/>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17" name="Google Shape;17;p48"/>
          <p:cNvSpPr txBox="1">
            <a:spLocks noGrp="1"/>
          </p:cNvSpPr>
          <p:nvPr>
            <p:ph type="ctrTitle"/>
          </p:nvPr>
        </p:nvSpPr>
        <p:spPr>
          <a:xfrm>
            <a:off x="5646422" y="1168663"/>
            <a:ext cx="6104303" cy="23876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lt1"/>
              </a:buClr>
              <a:buSzPts val="4800"/>
              <a:buFont typeface="Work Sans"/>
              <a:buNone/>
              <a:defRPr sz="27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18" name="Google Shape;18;p48"/>
          <p:cNvSpPr txBox="1">
            <a:spLocks noGrp="1"/>
          </p:cNvSpPr>
          <p:nvPr>
            <p:ph type="subTitle" idx="1"/>
          </p:nvPr>
        </p:nvSpPr>
        <p:spPr>
          <a:xfrm>
            <a:off x="5646422" y="3809720"/>
            <a:ext cx="6104303" cy="1424930"/>
          </a:xfrm>
          <a:prstGeom prst="rect">
            <a:avLst/>
          </a:prstGeom>
          <a:noFill/>
          <a:ln>
            <a:noFill/>
          </a:ln>
        </p:spPr>
        <p:txBody>
          <a:bodyPr spcFirstLastPara="1" wrap="square" lIns="91425" tIns="45700" rIns="91425" bIns="45700" anchor="t" anchorCtr="0">
            <a:noAutofit/>
          </a:bodyPr>
          <a:lstStyle>
            <a:lvl1pPr lvl="0" algn="l">
              <a:lnSpc>
                <a:spcPct val="100000"/>
              </a:lnSpc>
              <a:spcBef>
                <a:spcPts val="563"/>
              </a:spcBef>
              <a:spcAft>
                <a:spcPts val="0"/>
              </a:spcAft>
              <a:buSzPts val="3200"/>
              <a:buNone/>
              <a:defRPr sz="1800">
                <a:solidFill>
                  <a:schemeClr val="lt1"/>
                </a:solidFill>
              </a:defRPr>
            </a:lvl1pPr>
            <a:lvl2pPr lvl="1" algn="ctr">
              <a:lnSpc>
                <a:spcPct val="100000"/>
              </a:lnSpc>
              <a:spcBef>
                <a:spcPts val="450"/>
              </a:spcBef>
              <a:spcAft>
                <a:spcPts val="0"/>
              </a:spcAft>
              <a:buSzPts val="2000"/>
              <a:buNone/>
              <a:defRPr sz="1125"/>
            </a:lvl2pPr>
            <a:lvl3pPr lvl="2" algn="ctr">
              <a:lnSpc>
                <a:spcPct val="100000"/>
              </a:lnSpc>
              <a:spcBef>
                <a:spcPts val="450"/>
              </a:spcBef>
              <a:spcAft>
                <a:spcPts val="0"/>
              </a:spcAft>
              <a:buSzPts val="1440"/>
              <a:buNone/>
              <a:defRPr sz="1013"/>
            </a:lvl3pPr>
            <a:lvl4pPr lvl="3" algn="ctr">
              <a:lnSpc>
                <a:spcPct val="90000"/>
              </a:lnSpc>
              <a:spcBef>
                <a:spcPts val="450"/>
              </a:spcBef>
              <a:spcAft>
                <a:spcPts val="0"/>
              </a:spcAft>
              <a:buSzPts val="1600"/>
              <a:buNone/>
              <a:defRPr sz="900"/>
            </a:lvl4pPr>
            <a:lvl5pPr lvl="4" algn="ctr">
              <a:lnSpc>
                <a:spcPct val="90000"/>
              </a:lnSpc>
              <a:spcBef>
                <a:spcPts val="281"/>
              </a:spcBef>
              <a:spcAft>
                <a:spcPts val="0"/>
              </a:spcAft>
              <a:buClr>
                <a:schemeClr val="accent1"/>
              </a:buClr>
              <a:buSzPts val="1600"/>
              <a:buNone/>
              <a:defRPr sz="900"/>
            </a:lvl5pPr>
            <a:lvl6pPr lvl="5" algn="ctr">
              <a:lnSpc>
                <a:spcPct val="90000"/>
              </a:lnSpc>
              <a:spcBef>
                <a:spcPts val="281"/>
              </a:spcBef>
              <a:spcAft>
                <a:spcPts val="0"/>
              </a:spcAft>
              <a:buClr>
                <a:schemeClr val="dk1"/>
              </a:buClr>
              <a:buSzPts val="1600"/>
              <a:buNone/>
              <a:defRPr sz="900"/>
            </a:lvl6pPr>
            <a:lvl7pPr lvl="6" algn="ctr">
              <a:lnSpc>
                <a:spcPct val="90000"/>
              </a:lnSpc>
              <a:spcBef>
                <a:spcPts val="281"/>
              </a:spcBef>
              <a:spcAft>
                <a:spcPts val="0"/>
              </a:spcAft>
              <a:buClr>
                <a:schemeClr val="dk1"/>
              </a:buClr>
              <a:buSzPts val="1600"/>
              <a:buNone/>
              <a:defRPr sz="900"/>
            </a:lvl7pPr>
            <a:lvl8pPr lvl="7" algn="ctr">
              <a:lnSpc>
                <a:spcPct val="90000"/>
              </a:lnSpc>
              <a:spcBef>
                <a:spcPts val="281"/>
              </a:spcBef>
              <a:spcAft>
                <a:spcPts val="0"/>
              </a:spcAft>
              <a:buClr>
                <a:schemeClr val="dk1"/>
              </a:buClr>
              <a:buSzPts val="1600"/>
              <a:buNone/>
              <a:defRPr sz="900"/>
            </a:lvl8pPr>
            <a:lvl9pPr lvl="8" algn="ctr">
              <a:lnSpc>
                <a:spcPct val="90000"/>
              </a:lnSpc>
              <a:spcBef>
                <a:spcPts val="281"/>
              </a:spcBef>
              <a:spcAft>
                <a:spcPts val="0"/>
              </a:spcAft>
              <a:buClr>
                <a:schemeClr val="dk1"/>
              </a:buClr>
              <a:buSzPts val="1600"/>
              <a:buNone/>
              <a:defRPr sz="900"/>
            </a:lvl9pPr>
          </a:lstStyle>
          <a:p>
            <a:r>
              <a:rPr lang="en-US"/>
              <a:t>Click to edit Master subtitle style</a:t>
            </a:r>
            <a:endParaRPr/>
          </a:p>
        </p:txBody>
      </p:sp>
      <p:sp>
        <p:nvSpPr>
          <p:cNvPr id="19" name="Google Shape;19;p48"/>
          <p:cNvSpPr>
            <a:spLocks noGrp="1"/>
          </p:cNvSpPr>
          <p:nvPr>
            <p:ph type="pic" idx="2"/>
          </p:nvPr>
        </p:nvSpPr>
        <p:spPr>
          <a:xfrm>
            <a:off x="475251" y="808041"/>
            <a:ext cx="4713288" cy="5241925"/>
          </a:xfrm>
          <a:prstGeom prst="rect">
            <a:avLst/>
          </a:prstGeom>
          <a:noFill/>
          <a:ln>
            <a:noFill/>
          </a:ln>
        </p:spPr>
      </p:sp>
      <p:sp>
        <p:nvSpPr>
          <p:cNvPr id="20" name="Google Shape;20;p48"/>
          <p:cNvSpPr txBox="1"/>
          <p:nvPr/>
        </p:nvSpPr>
        <p:spPr>
          <a:xfrm>
            <a:off x="11082189" y="6449054"/>
            <a:ext cx="734291" cy="365760"/>
          </a:xfrm>
          <a:prstGeom prst="rect">
            <a:avLst/>
          </a:prstGeom>
          <a:noFill/>
          <a:ln>
            <a:noFill/>
          </a:ln>
        </p:spPr>
        <p:txBody>
          <a:bodyPr spcFirstLastPara="1" wrap="square" lIns="51427" tIns="25706" rIns="51427" bIns="25706" anchor="ctr" anchorCtr="0">
            <a:noAutofit/>
          </a:bodyPr>
          <a:lstStyle/>
          <a:p>
            <a:pPr marL="0" marR="0" lvl="0" indent="0" algn="r" rtl="0">
              <a:spcBef>
                <a:spcPts val="0"/>
              </a:spcBef>
              <a:spcAft>
                <a:spcPts val="0"/>
              </a:spcAft>
              <a:buNone/>
            </a:pPr>
            <a:fld id="{00000000-1234-1234-1234-123412341234}" type="slidenum">
              <a:rPr lang="en-US" sz="619">
                <a:solidFill>
                  <a:schemeClr val="lt1"/>
                </a:solidFill>
                <a:latin typeface="Work Sans"/>
                <a:ea typeface="Work Sans"/>
                <a:cs typeface="Work Sans"/>
                <a:sym typeface="Work Sans"/>
              </a:rPr>
              <a:pPr marL="0" marR="0" lvl="0" indent="0" algn="r" rtl="0">
                <a:spcBef>
                  <a:spcPts val="0"/>
                </a:spcBef>
                <a:spcAft>
                  <a:spcPts val="0"/>
                </a:spcAft>
                <a:buNone/>
              </a:pPr>
              <a:t>‹#›</a:t>
            </a:fld>
            <a:endParaRPr sz="619">
              <a:solidFill>
                <a:schemeClr val="lt1"/>
              </a:solidFill>
              <a:latin typeface="Work Sans"/>
              <a:ea typeface="Work Sans"/>
              <a:cs typeface="Work Sans"/>
              <a:sym typeface="Work Sans"/>
            </a:endParaRPr>
          </a:p>
        </p:txBody>
      </p:sp>
      <p:pic>
        <p:nvPicPr>
          <p:cNvPr id="21" name="Google Shape;21;p48"/>
          <p:cNvPicPr preferRelativeResize="0"/>
          <p:nvPr/>
        </p:nvPicPr>
        <p:blipFill rotWithShape="1">
          <a:blip r:embed="rId3">
            <a:alphaModFix/>
          </a:blip>
          <a:srcRect/>
          <a:stretch/>
        </p:blipFill>
        <p:spPr>
          <a:xfrm>
            <a:off x="183090" y="6223889"/>
            <a:ext cx="1820281" cy="610675"/>
          </a:xfrm>
          <a:prstGeom prst="rect">
            <a:avLst/>
          </a:prstGeom>
          <a:noFill/>
          <a:ln>
            <a:noFill/>
          </a:ln>
        </p:spPr>
      </p:pic>
      <p:sp>
        <p:nvSpPr>
          <p:cNvPr id="3" name="Content Placeholder 2">
            <a:extLst>
              <a:ext uri="{FF2B5EF4-FFF2-40B4-BE49-F238E27FC236}">
                <a16:creationId xmlns:a16="http://schemas.microsoft.com/office/drawing/2014/main" id="{D8B08991-0D45-1B8C-3A5C-27A18BB573EC}"/>
              </a:ext>
            </a:extLst>
          </p:cNvPr>
          <p:cNvSpPr>
            <a:spLocks noGrp="1"/>
          </p:cNvSpPr>
          <p:nvPr>
            <p:ph sz="quarter" idx="10"/>
          </p:nvPr>
        </p:nvSpPr>
        <p:spPr>
          <a:xfrm>
            <a:off x="2073275" y="6362702"/>
            <a:ext cx="9220200" cy="2651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307384007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Content" preserve="1">
  <p:cSld name="2_Title Content">
    <p:spTree>
      <p:nvGrpSpPr>
        <p:cNvPr id="1" name="Shape 23"/>
        <p:cNvGrpSpPr/>
        <p:nvPr/>
      </p:nvGrpSpPr>
      <p:grpSpPr>
        <a:xfrm>
          <a:off x="0" y="0"/>
          <a:ext cx="0" cy="0"/>
          <a:chOff x="0" y="0"/>
          <a:chExt cx="0" cy="0"/>
        </a:xfrm>
      </p:grpSpPr>
      <p:sp>
        <p:nvSpPr>
          <p:cNvPr id="24" name="Google Shape;24;p49"/>
          <p:cNvSpPr txBox="1">
            <a:spLocks noGrp="1"/>
          </p:cNvSpPr>
          <p:nvPr>
            <p:ph type="title"/>
          </p:nvPr>
        </p:nvSpPr>
        <p:spPr>
          <a:xfrm>
            <a:off x="476844" y="473246"/>
            <a:ext cx="11241915" cy="898354"/>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dirty="0"/>
              <a:t>Click to edit Master title style</a:t>
            </a:r>
            <a:endParaRPr dirty="0"/>
          </a:p>
        </p:txBody>
      </p:sp>
      <p:sp>
        <p:nvSpPr>
          <p:cNvPr id="25" name="Google Shape;25;p49"/>
          <p:cNvSpPr txBox="1">
            <a:spLocks noGrp="1"/>
          </p:cNvSpPr>
          <p:nvPr>
            <p:ph type="body" idx="1"/>
          </p:nvPr>
        </p:nvSpPr>
        <p:spPr>
          <a:xfrm>
            <a:off x="476844" y="1563626"/>
            <a:ext cx="11241915" cy="4613339"/>
          </a:xfrm>
          <a:prstGeom prst="rect">
            <a:avLst/>
          </a:prstGeom>
          <a:noFill/>
          <a:ln>
            <a:noFill/>
          </a:ln>
        </p:spPr>
        <p:txBody>
          <a:bodyPr spcFirstLastPara="1" wrap="square" lIns="91425" tIns="45700" rIns="91425" bIns="45700" anchor="t" anchorCtr="0">
            <a:noAutofit/>
          </a:bodyPr>
          <a:lstStyle>
            <a:lvl1pPr marL="360363" lvl="0" indent="-360363" algn="l">
              <a:lnSpc>
                <a:spcPct val="100000"/>
              </a:lnSpc>
              <a:spcBef>
                <a:spcPts val="624"/>
              </a:spcBef>
              <a:spcAft>
                <a:spcPts val="600"/>
              </a:spcAft>
              <a:buClr>
                <a:schemeClr val="tx1"/>
              </a:buClr>
              <a:buSzPct val="100000"/>
              <a:buChar char="•"/>
              <a:defRPr sz="2600"/>
            </a:lvl1pPr>
            <a:lvl2pPr marL="720725" lvl="1" indent="-360363" algn="l">
              <a:lnSpc>
                <a:spcPct val="100000"/>
              </a:lnSpc>
              <a:spcBef>
                <a:spcPts val="624"/>
              </a:spcBef>
              <a:spcAft>
                <a:spcPts val="600"/>
              </a:spcAft>
              <a:buSzPct val="100000"/>
              <a:buFont typeface="Arial" panose="020B0604020202020204" pitchFamily="34" charset="0"/>
              <a:buChar char="–"/>
              <a:defRPr sz="2400" b="0"/>
            </a:lvl2pPr>
            <a:lvl3pPr marL="1081088" lvl="2" indent="-360363" algn="l">
              <a:lnSpc>
                <a:spcPct val="100000"/>
              </a:lnSpc>
              <a:spcBef>
                <a:spcPts val="624"/>
              </a:spcBef>
              <a:spcAft>
                <a:spcPts val="600"/>
              </a:spcAft>
              <a:buSzPct val="100000"/>
              <a:buChar char="▪"/>
              <a:defRPr sz="2200" b="0"/>
            </a:lvl3pPr>
            <a:lvl4pPr marL="1371600" marR="0" lvl="3" indent="-171450" algn="l">
              <a:lnSpc>
                <a:spcPct val="100000"/>
              </a:lnSpc>
              <a:spcBef>
                <a:spcPts val="468"/>
              </a:spcBef>
              <a:spcAft>
                <a:spcPts val="0"/>
              </a:spcAft>
              <a:buClr>
                <a:schemeClr val="dk1"/>
              </a:buClr>
              <a:buSzPts val="2400"/>
              <a:buFont typeface="Arial"/>
              <a:buNone/>
              <a:defRPr/>
            </a:lvl4pPr>
            <a:lvl5pPr marL="1714500" lvl="4" indent="-257175" algn="l">
              <a:lnSpc>
                <a:spcPct val="90000"/>
              </a:lnSpc>
              <a:spcBef>
                <a:spcPts val="450"/>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dirty="0"/>
              <a:t>Click to edit Master text styles</a:t>
            </a:r>
          </a:p>
          <a:p>
            <a:pPr lvl="1"/>
            <a:endParaRPr lang="en-US" dirty="0"/>
          </a:p>
          <a:p>
            <a:pPr lvl="2"/>
            <a:endParaRPr lang="en-US" dirty="0"/>
          </a:p>
        </p:txBody>
      </p:sp>
    </p:spTree>
    <p:extLst>
      <p:ext uri="{BB962C8B-B14F-4D97-AF65-F5344CB8AC3E}">
        <p14:creationId xmlns:p14="http://schemas.microsoft.com/office/powerpoint/2010/main" val="402011222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Content" preserve="1" userDrawn="1">
  <p:cSld name="2_Title Content">
    <p:spTree>
      <p:nvGrpSpPr>
        <p:cNvPr id="1" name="Shape 23"/>
        <p:cNvGrpSpPr/>
        <p:nvPr/>
      </p:nvGrpSpPr>
      <p:grpSpPr>
        <a:xfrm>
          <a:off x="0" y="0"/>
          <a:ext cx="0" cy="0"/>
          <a:chOff x="0" y="0"/>
          <a:chExt cx="0" cy="0"/>
        </a:xfrm>
      </p:grpSpPr>
      <p:sp>
        <p:nvSpPr>
          <p:cNvPr id="24" name="Google Shape;24;p49"/>
          <p:cNvSpPr txBox="1">
            <a:spLocks noGrp="1"/>
          </p:cNvSpPr>
          <p:nvPr>
            <p:ph type="title"/>
          </p:nvPr>
        </p:nvSpPr>
        <p:spPr>
          <a:xfrm>
            <a:off x="476844" y="473246"/>
            <a:ext cx="11241915" cy="898354"/>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dirty="0"/>
              <a:t>Click to edit Master title style</a:t>
            </a:r>
            <a:endParaRPr dirty="0"/>
          </a:p>
        </p:txBody>
      </p:sp>
      <p:sp>
        <p:nvSpPr>
          <p:cNvPr id="25" name="Google Shape;25;p49"/>
          <p:cNvSpPr txBox="1">
            <a:spLocks noGrp="1"/>
          </p:cNvSpPr>
          <p:nvPr>
            <p:ph type="body" idx="1"/>
          </p:nvPr>
        </p:nvSpPr>
        <p:spPr>
          <a:xfrm>
            <a:off x="476844" y="1563627"/>
            <a:ext cx="11241915" cy="2551174"/>
          </a:xfrm>
          <a:prstGeom prst="rect">
            <a:avLst/>
          </a:prstGeom>
          <a:noFill/>
          <a:ln>
            <a:noFill/>
          </a:ln>
        </p:spPr>
        <p:txBody>
          <a:bodyPr spcFirstLastPara="1" wrap="square" lIns="91425" tIns="45700" rIns="91425" bIns="45700" anchor="t" anchorCtr="0">
            <a:noAutofit/>
          </a:bodyPr>
          <a:lstStyle>
            <a:lvl1pPr marL="360363" lvl="0" indent="-360363" algn="l">
              <a:lnSpc>
                <a:spcPct val="100000"/>
              </a:lnSpc>
              <a:spcBef>
                <a:spcPts val="624"/>
              </a:spcBef>
              <a:spcAft>
                <a:spcPts val="600"/>
              </a:spcAft>
              <a:buClr>
                <a:schemeClr val="tx1"/>
              </a:buClr>
              <a:buSzPct val="100000"/>
              <a:buChar char="•"/>
              <a:defRPr sz="2600"/>
            </a:lvl1pPr>
            <a:lvl2pPr marL="720725" lvl="1" indent="-360363" algn="l">
              <a:lnSpc>
                <a:spcPct val="100000"/>
              </a:lnSpc>
              <a:spcBef>
                <a:spcPts val="624"/>
              </a:spcBef>
              <a:spcAft>
                <a:spcPts val="600"/>
              </a:spcAft>
              <a:buSzPct val="100000"/>
              <a:buFont typeface="Arial" panose="020B0604020202020204" pitchFamily="34" charset="0"/>
              <a:buChar char="–"/>
              <a:defRPr sz="2400" b="0"/>
            </a:lvl2pPr>
            <a:lvl3pPr marL="1081088" lvl="2" indent="-360363" algn="l">
              <a:lnSpc>
                <a:spcPct val="100000"/>
              </a:lnSpc>
              <a:spcBef>
                <a:spcPts val="624"/>
              </a:spcBef>
              <a:spcAft>
                <a:spcPts val="600"/>
              </a:spcAft>
              <a:buSzPct val="100000"/>
              <a:buChar char="▪"/>
              <a:defRPr sz="2200" b="0"/>
            </a:lvl3pPr>
            <a:lvl4pPr marL="1371600" marR="0" lvl="3" indent="-171450" algn="l">
              <a:lnSpc>
                <a:spcPct val="100000"/>
              </a:lnSpc>
              <a:spcBef>
                <a:spcPts val="468"/>
              </a:spcBef>
              <a:spcAft>
                <a:spcPts val="0"/>
              </a:spcAft>
              <a:buClr>
                <a:schemeClr val="dk1"/>
              </a:buClr>
              <a:buSzPts val="2400"/>
              <a:buFont typeface="Arial"/>
              <a:buNone/>
              <a:defRPr/>
            </a:lvl4pPr>
            <a:lvl5pPr marL="1714500" lvl="4" indent="-257175" algn="l">
              <a:lnSpc>
                <a:spcPct val="90000"/>
              </a:lnSpc>
              <a:spcBef>
                <a:spcPts val="450"/>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dirty="0"/>
              <a:t>Click to edit Master text styles</a:t>
            </a:r>
          </a:p>
          <a:p>
            <a:pPr lvl="1"/>
            <a:endParaRPr lang="en-US" dirty="0"/>
          </a:p>
          <a:p>
            <a:pPr lvl="2"/>
            <a:endParaRPr lang="en-US" dirty="0"/>
          </a:p>
        </p:txBody>
      </p:sp>
      <p:sp>
        <p:nvSpPr>
          <p:cNvPr id="3" name="Content Placeholder 2">
            <a:extLst>
              <a:ext uri="{FF2B5EF4-FFF2-40B4-BE49-F238E27FC236}">
                <a16:creationId xmlns:a16="http://schemas.microsoft.com/office/drawing/2014/main" id="{05143E8C-46ED-2E14-EB8A-6445EF130748}"/>
              </a:ext>
            </a:extLst>
          </p:cNvPr>
          <p:cNvSpPr>
            <a:spLocks noGrp="1"/>
          </p:cNvSpPr>
          <p:nvPr>
            <p:ph sz="quarter" idx="10"/>
          </p:nvPr>
        </p:nvSpPr>
        <p:spPr>
          <a:xfrm>
            <a:off x="838200" y="4572000"/>
            <a:ext cx="914400" cy="91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Picture Placeholder 4">
            <a:extLst>
              <a:ext uri="{FF2B5EF4-FFF2-40B4-BE49-F238E27FC236}">
                <a16:creationId xmlns:a16="http://schemas.microsoft.com/office/drawing/2014/main" id="{C870ABA9-ACC6-B40B-3811-25A9A50116EE}"/>
              </a:ext>
            </a:extLst>
          </p:cNvPr>
          <p:cNvSpPr>
            <a:spLocks noGrp="1"/>
          </p:cNvSpPr>
          <p:nvPr>
            <p:ph type="pic" sz="quarter" idx="11"/>
          </p:nvPr>
        </p:nvSpPr>
        <p:spPr>
          <a:xfrm>
            <a:off x="2362200" y="4648200"/>
            <a:ext cx="914400" cy="914400"/>
          </a:xfrm>
        </p:spPr>
        <p:txBody>
          <a:bodyPr/>
          <a:lstStyle/>
          <a:p>
            <a:endParaRPr lang="en-IN"/>
          </a:p>
        </p:txBody>
      </p:sp>
      <p:sp>
        <p:nvSpPr>
          <p:cNvPr id="7" name="Picture Placeholder 6">
            <a:extLst>
              <a:ext uri="{FF2B5EF4-FFF2-40B4-BE49-F238E27FC236}">
                <a16:creationId xmlns:a16="http://schemas.microsoft.com/office/drawing/2014/main" id="{F7096ACE-C5DD-5843-8F79-B2992916A8F9}"/>
              </a:ext>
            </a:extLst>
          </p:cNvPr>
          <p:cNvSpPr>
            <a:spLocks noGrp="1"/>
          </p:cNvSpPr>
          <p:nvPr>
            <p:ph type="pic" sz="quarter" idx="12"/>
          </p:nvPr>
        </p:nvSpPr>
        <p:spPr>
          <a:xfrm>
            <a:off x="3962400" y="4645891"/>
            <a:ext cx="914400" cy="914400"/>
          </a:xfrm>
        </p:spPr>
        <p:txBody>
          <a:bodyPr/>
          <a:lstStyle/>
          <a:p>
            <a:endParaRPr lang="en-IN"/>
          </a:p>
        </p:txBody>
      </p:sp>
      <p:sp>
        <p:nvSpPr>
          <p:cNvPr id="9" name="Table Placeholder 8">
            <a:extLst>
              <a:ext uri="{FF2B5EF4-FFF2-40B4-BE49-F238E27FC236}">
                <a16:creationId xmlns:a16="http://schemas.microsoft.com/office/drawing/2014/main" id="{03E2AE06-A83B-18FF-ABEE-6F5BF7CCC5D3}"/>
              </a:ext>
            </a:extLst>
          </p:cNvPr>
          <p:cNvSpPr>
            <a:spLocks noGrp="1"/>
          </p:cNvSpPr>
          <p:nvPr>
            <p:ph type="tbl" sz="quarter" idx="13"/>
          </p:nvPr>
        </p:nvSpPr>
        <p:spPr>
          <a:xfrm>
            <a:off x="5486400" y="4572000"/>
            <a:ext cx="914400" cy="914400"/>
          </a:xfrm>
        </p:spPr>
        <p:txBody>
          <a:bodyPr/>
          <a:lstStyle/>
          <a:p>
            <a:endParaRPr lang="en-IN"/>
          </a:p>
        </p:txBody>
      </p:sp>
    </p:spTree>
    <p:extLst>
      <p:ext uri="{BB962C8B-B14F-4D97-AF65-F5344CB8AC3E}">
        <p14:creationId xmlns:p14="http://schemas.microsoft.com/office/powerpoint/2010/main" val="180470318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1_Title Content" userDrawn="1">
  <p:cSld name="2_Title Content">
    <p:spTree>
      <p:nvGrpSpPr>
        <p:cNvPr id="1" name="Shape 43"/>
        <p:cNvGrpSpPr/>
        <p:nvPr/>
      </p:nvGrpSpPr>
      <p:grpSpPr>
        <a:xfrm>
          <a:off x="0" y="0"/>
          <a:ext cx="0" cy="0"/>
          <a:chOff x="0" y="0"/>
          <a:chExt cx="0" cy="0"/>
        </a:xfrm>
      </p:grpSpPr>
      <p:sp>
        <p:nvSpPr>
          <p:cNvPr id="44" name="Google Shape;44;p53"/>
          <p:cNvSpPr txBox="1">
            <a:spLocks noGrp="1"/>
          </p:cNvSpPr>
          <p:nvPr>
            <p:ph type="title"/>
          </p:nvPr>
        </p:nvSpPr>
        <p:spPr>
          <a:xfrm>
            <a:off x="476844" y="473246"/>
            <a:ext cx="11241915" cy="898354"/>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45" name="Google Shape;45;p53"/>
          <p:cNvSpPr txBox="1">
            <a:spLocks noGrp="1"/>
          </p:cNvSpPr>
          <p:nvPr>
            <p:ph type="body" idx="1"/>
          </p:nvPr>
        </p:nvSpPr>
        <p:spPr>
          <a:xfrm>
            <a:off x="476844" y="1508124"/>
            <a:ext cx="11241915" cy="2073276"/>
          </a:xfrm>
          <a:prstGeom prst="rect">
            <a:avLst/>
          </a:prstGeom>
          <a:noFill/>
          <a:ln>
            <a:noFill/>
          </a:ln>
        </p:spPr>
        <p:txBody>
          <a:bodyPr spcFirstLastPara="1" wrap="square" lIns="91425" tIns="45700" rIns="91425" bIns="45700" anchor="t" anchorCtr="0">
            <a:noAutofit/>
          </a:bodyPr>
          <a:lstStyle>
            <a:lvl1pPr marL="360363" lvl="0" indent="-360363" algn="l">
              <a:lnSpc>
                <a:spcPct val="100000"/>
              </a:lnSpc>
              <a:spcBef>
                <a:spcPts val="624"/>
              </a:spcBef>
              <a:spcAft>
                <a:spcPts val="600"/>
              </a:spcAft>
              <a:buSzPct val="100000"/>
              <a:buChar char="•"/>
              <a:defRPr sz="2600"/>
            </a:lvl1pPr>
            <a:lvl2pPr marL="720725" lvl="1" indent="-360363" algn="l">
              <a:lnSpc>
                <a:spcPct val="100000"/>
              </a:lnSpc>
              <a:spcBef>
                <a:spcPts val="624"/>
              </a:spcBef>
              <a:spcAft>
                <a:spcPts val="600"/>
              </a:spcAft>
              <a:buSzPct val="100000"/>
              <a:buFont typeface="Work Sans" pitchFamily="2" charset="0"/>
              <a:buChar char="–"/>
              <a:defRPr sz="2400" b="0"/>
            </a:lvl2pPr>
            <a:lvl3pPr marL="1073150" lvl="2" indent="-352425" algn="l">
              <a:lnSpc>
                <a:spcPct val="100000"/>
              </a:lnSpc>
              <a:spcBef>
                <a:spcPts val="624"/>
              </a:spcBef>
              <a:spcAft>
                <a:spcPts val="600"/>
              </a:spcAft>
              <a:buSzPct val="100000"/>
              <a:buChar char="▪"/>
              <a:defRPr sz="2200" b="0"/>
            </a:lvl3pPr>
            <a:lvl4pPr marL="1371600" marR="0" lvl="3" indent="-171450" algn="l">
              <a:lnSpc>
                <a:spcPct val="100000"/>
              </a:lnSpc>
              <a:spcBef>
                <a:spcPts val="468"/>
              </a:spcBef>
              <a:spcAft>
                <a:spcPts val="0"/>
              </a:spcAft>
              <a:buClr>
                <a:schemeClr val="dk1"/>
              </a:buClr>
              <a:buSzPts val="2400"/>
              <a:buFont typeface="Arial"/>
              <a:buNone/>
              <a:defRPr/>
            </a:lvl4pPr>
            <a:lvl5pPr marL="1714500" lvl="4" indent="-257175" algn="l">
              <a:lnSpc>
                <a:spcPct val="90000"/>
              </a:lnSpc>
              <a:spcBef>
                <a:spcPts val="450"/>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a:p>
            <a:pPr lvl="1"/>
            <a:r>
              <a:rPr lang="en-US"/>
              <a:t> </a:t>
            </a:r>
          </a:p>
          <a:p>
            <a:pPr lvl="2"/>
            <a:r>
              <a:rPr lang="en-US"/>
              <a:t> </a:t>
            </a:r>
          </a:p>
        </p:txBody>
      </p:sp>
      <p:sp>
        <p:nvSpPr>
          <p:cNvPr id="3" name="Picture Placeholder 2">
            <a:extLst>
              <a:ext uri="{FF2B5EF4-FFF2-40B4-BE49-F238E27FC236}">
                <a16:creationId xmlns:a16="http://schemas.microsoft.com/office/drawing/2014/main" id="{6047C520-AD9F-68A1-032C-940500EFAFD4}"/>
              </a:ext>
            </a:extLst>
          </p:cNvPr>
          <p:cNvSpPr>
            <a:spLocks noGrp="1"/>
          </p:cNvSpPr>
          <p:nvPr>
            <p:ph type="pic" sz="quarter" idx="10"/>
          </p:nvPr>
        </p:nvSpPr>
        <p:spPr>
          <a:xfrm>
            <a:off x="476250" y="3657600"/>
            <a:ext cx="914400" cy="914400"/>
          </a:xfrm>
        </p:spPr>
        <p:txBody>
          <a:bodyPr/>
          <a:lstStyle/>
          <a:p>
            <a:endParaRPr lang="en-IN"/>
          </a:p>
        </p:txBody>
      </p:sp>
      <p:sp>
        <p:nvSpPr>
          <p:cNvPr id="5" name="Table Placeholder 4">
            <a:extLst>
              <a:ext uri="{FF2B5EF4-FFF2-40B4-BE49-F238E27FC236}">
                <a16:creationId xmlns:a16="http://schemas.microsoft.com/office/drawing/2014/main" id="{DA9922FD-86D6-A254-23F6-176DE5C89F84}"/>
              </a:ext>
            </a:extLst>
          </p:cNvPr>
          <p:cNvSpPr>
            <a:spLocks noGrp="1"/>
          </p:cNvSpPr>
          <p:nvPr>
            <p:ph type="tbl" sz="quarter" idx="11"/>
          </p:nvPr>
        </p:nvSpPr>
        <p:spPr>
          <a:xfrm>
            <a:off x="1600200" y="3717925"/>
            <a:ext cx="914400" cy="914400"/>
          </a:xfrm>
        </p:spPr>
        <p:txBody>
          <a:bodyPr/>
          <a:lstStyle/>
          <a:p>
            <a:endParaRPr lang="en-IN"/>
          </a:p>
        </p:txBody>
      </p:sp>
    </p:spTree>
    <p:extLst>
      <p:ext uri="{BB962C8B-B14F-4D97-AF65-F5344CB8AC3E}">
        <p14:creationId xmlns:p14="http://schemas.microsoft.com/office/powerpoint/2010/main" val="7950191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
        <p:cNvGrpSpPr/>
        <p:nvPr/>
      </p:nvGrpSpPr>
      <p:grpSpPr>
        <a:xfrm>
          <a:off x="0" y="0"/>
          <a:ext cx="0" cy="0"/>
          <a:chOff x="0" y="0"/>
          <a:chExt cx="0" cy="0"/>
        </a:xfrm>
      </p:grpSpPr>
      <p:sp>
        <p:nvSpPr>
          <p:cNvPr id="9" name="Google Shape;9;p47"/>
          <p:cNvSpPr/>
          <p:nvPr/>
        </p:nvSpPr>
        <p:spPr>
          <a:xfrm>
            <a:off x="0" y="6176964"/>
            <a:ext cx="12192000" cy="681036"/>
          </a:xfrm>
          <a:prstGeom prst="rect">
            <a:avLst/>
          </a:prstGeom>
          <a:solidFill>
            <a:schemeClr val="accent1"/>
          </a:solidFill>
          <a:ln>
            <a:noFill/>
          </a:ln>
        </p:spPr>
        <p:txBody>
          <a:bodyPr spcFirstLastPara="1" wrap="square" lIns="68569" tIns="34275" rIns="68569" bIns="34275" anchor="ctr" anchorCtr="0">
            <a:noAutofit/>
          </a:bodyPr>
          <a:lstStyle/>
          <a:p>
            <a:pPr marL="0" marR="0" lvl="0" indent="0" algn="ctr" rtl="0">
              <a:spcBef>
                <a:spcPts val="0"/>
              </a:spcBef>
              <a:spcAft>
                <a:spcPts val="0"/>
              </a:spcAft>
              <a:buNone/>
            </a:pPr>
            <a:endParaRPr sz="1350" b="0" i="0" u="none" strike="noStrike" cap="none" dirty="0">
              <a:solidFill>
                <a:schemeClr val="lt1"/>
              </a:solidFill>
              <a:latin typeface="Calibri"/>
              <a:ea typeface="Calibri"/>
              <a:cs typeface="Calibri"/>
              <a:sym typeface="Calibri"/>
            </a:endParaRPr>
          </a:p>
        </p:txBody>
      </p:sp>
      <p:sp>
        <p:nvSpPr>
          <p:cNvPr id="10" name="Google Shape;10;p47"/>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marR="0" lvl="0" algn="ctr" rtl="0">
              <a:lnSpc>
                <a:spcPct val="90000"/>
              </a:lnSpc>
              <a:spcBef>
                <a:spcPts val="0"/>
              </a:spcBef>
              <a:spcAft>
                <a:spcPts val="0"/>
              </a:spcAft>
              <a:buClr>
                <a:schemeClr val="dk1"/>
              </a:buClr>
              <a:buSzPts val="4000"/>
              <a:buFont typeface="Work Sans"/>
              <a:buNone/>
              <a:defRPr sz="4000" b="1" i="0" u="none" strike="noStrike" cap="none">
                <a:solidFill>
                  <a:schemeClr val="dk1"/>
                </a:solidFill>
                <a:latin typeface="Work Sans"/>
                <a:ea typeface="Work Sans"/>
                <a:cs typeface="Work Sans"/>
                <a:sym typeface="Work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47"/>
          <p:cNvSpPr txBox="1">
            <a:spLocks noGrp="1"/>
          </p:cNvSpPr>
          <p:nvPr>
            <p:ph type="body" idx="1"/>
          </p:nvPr>
        </p:nvSpPr>
        <p:spPr>
          <a:xfrm>
            <a:off x="476844" y="1825625"/>
            <a:ext cx="11241915" cy="4351338"/>
          </a:xfrm>
          <a:prstGeom prst="rect">
            <a:avLst/>
          </a:prstGeom>
          <a:noFill/>
          <a:ln>
            <a:noFill/>
          </a:ln>
        </p:spPr>
        <p:txBody>
          <a:bodyPr spcFirstLastPara="1" wrap="square" lIns="91425" tIns="45700" rIns="91425" bIns="45700" anchor="t" anchorCtr="0">
            <a:noAutofit/>
          </a:bodyPr>
          <a:lstStyle>
            <a:lvl1pPr marL="457200" marR="0" lvl="0" indent="-381000" algn="l" rtl="0">
              <a:lnSpc>
                <a:spcPct val="100000"/>
              </a:lnSpc>
              <a:spcBef>
                <a:spcPts val="10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1pPr>
            <a:lvl2pPr marL="914400" marR="0" lvl="1" indent="-381000" algn="l" rtl="0">
              <a:lnSpc>
                <a:spcPct val="100000"/>
              </a:lnSpc>
              <a:spcBef>
                <a:spcPts val="8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2pPr>
            <a:lvl3pPr marL="1371600" marR="0" lvl="2" indent="-350519" algn="l" rtl="0">
              <a:lnSpc>
                <a:spcPct val="100000"/>
              </a:lnSpc>
              <a:spcBef>
                <a:spcPts val="800"/>
              </a:spcBef>
              <a:spcAft>
                <a:spcPts val="0"/>
              </a:spcAft>
              <a:buClr>
                <a:schemeClr val="dk1"/>
              </a:buClr>
              <a:buSzPts val="1920"/>
              <a:buFont typeface="Noto Sans Symbols"/>
              <a:buChar char="▪"/>
              <a:defRPr sz="2400" b="0" i="0" u="none" strike="noStrike" cap="none">
                <a:solidFill>
                  <a:schemeClr val="dk1"/>
                </a:solidFill>
                <a:latin typeface="Work Sans"/>
                <a:ea typeface="Work Sans"/>
                <a:cs typeface="Work Sans"/>
                <a:sym typeface="Work Sans"/>
              </a:defRPr>
            </a:lvl3pPr>
            <a:lvl4pPr marL="1828800" marR="0" lvl="3" indent="-381000" algn="l" rtl="0">
              <a:lnSpc>
                <a:spcPct val="90000"/>
              </a:lnSpc>
              <a:spcBef>
                <a:spcPts val="8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4pPr>
            <a:lvl5pPr marL="2286000" marR="0" lvl="4" indent="-431800" algn="l" rtl="0">
              <a:lnSpc>
                <a:spcPct val="90000"/>
              </a:lnSpc>
              <a:spcBef>
                <a:spcPts val="500"/>
              </a:spcBef>
              <a:spcAft>
                <a:spcPts val="0"/>
              </a:spcAft>
              <a:buClr>
                <a:schemeClr val="accent1"/>
              </a:buClr>
              <a:buSzPts val="3200"/>
              <a:buFont typeface="Arial"/>
              <a:buChar char="•"/>
              <a:defRPr sz="3200" b="1" i="0" u="none" strike="noStrike" cap="none">
                <a:solidFill>
                  <a:schemeClr val="accent1"/>
                </a:solidFill>
                <a:latin typeface="Work Sans"/>
                <a:ea typeface="Work Sans"/>
                <a:cs typeface="Work Sans"/>
                <a:sym typeface="Work San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9pPr>
          </a:lstStyle>
          <a:p>
            <a:endParaRPr/>
          </a:p>
        </p:txBody>
      </p:sp>
      <p:pic>
        <p:nvPicPr>
          <p:cNvPr id="12" name="Google Shape;12;p47"/>
          <p:cNvPicPr preferRelativeResize="0"/>
          <p:nvPr/>
        </p:nvPicPr>
        <p:blipFill rotWithShape="1">
          <a:blip r:embed="rId21">
            <a:alphaModFix/>
          </a:blip>
          <a:srcRect/>
          <a:stretch/>
        </p:blipFill>
        <p:spPr>
          <a:xfrm>
            <a:off x="183089" y="6223887"/>
            <a:ext cx="1820281" cy="610675"/>
          </a:xfrm>
          <a:prstGeom prst="rect">
            <a:avLst/>
          </a:prstGeom>
          <a:noFill/>
          <a:ln>
            <a:noFill/>
          </a:ln>
        </p:spPr>
      </p:pic>
      <p:sp>
        <p:nvSpPr>
          <p:cNvPr id="13" name="Google Shape;13;p47"/>
          <p:cNvSpPr txBox="1"/>
          <p:nvPr/>
        </p:nvSpPr>
        <p:spPr>
          <a:xfrm>
            <a:off x="11082189" y="6449054"/>
            <a:ext cx="734291" cy="365760"/>
          </a:xfrm>
          <a:prstGeom prst="rect">
            <a:avLst/>
          </a:prstGeom>
          <a:noFill/>
          <a:ln>
            <a:noFill/>
          </a:ln>
        </p:spPr>
        <p:txBody>
          <a:bodyPr spcFirstLastPara="1" wrap="square" lIns="68569" tIns="34275" rIns="68569" bIns="34275" anchor="ctr" anchorCtr="0">
            <a:noAutofit/>
          </a:bodyPr>
          <a:lstStyle/>
          <a:p>
            <a:pPr marL="0" marR="0" lvl="0" indent="0" algn="r" rtl="0">
              <a:spcBef>
                <a:spcPts val="0"/>
              </a:spcBef>
              <a:spcAft>
                <a:spcPts val="0"/>
              </a:spcAft>
              <a:buNone/>
            </a:pPr>
            <a:fld id="{00000000-1234-1234-1234-123412341234}" type="slidenum">
              <a:rPr lang="en-US" sz="825" b="0" i="0" u="none" strike="noStrike" cap="none">
                <a:solidFill>
                  <a:schemeClr val="lt1"/>
                </a:solidFill>
                <a:latin typeface="Work Sans"/>
                <a:ea typeface="Work Sans"/>
                <a:cs typeface="Work Sans"/>
                <a:sym typeface="Work Sans"/>
              </a:rPr>
              <a:pPr marL="0" marR="0" lvl="0" indent="0" algn="r" rtl="0">
                <a:spcBef>
                  <a:spcPts val="0"/>
                </a:spcBef>
                <a:spcAft>
                  <a:spcPts val="0"/>
                </a:spcAft>
                <a:buNone/>
              </a:pPr>
              <a:t>‹#›</a:t>
            </a:fld>
            <a:endParaRPr sz="825" b="0" i="0" u="none" strike="noStrike" cap="none" dirty="0">
              <a:solidFill>
                <a:schemeClr val="lt1"/>
              </a:solidFill>
              <a:latin typeface="Work Sans"/>
              <a:ea typeface="Work Sans"/>
              <a:cs typeface="Work Sans"/>
              <a:sym typeface="Work Sans"/>
            </a:endParaRPr>
          </a:p>
        </p:txBody>
      </p:sp>
      <p:sp>
        <p:nvSpPr>
          <p:cNvPr id="2" name="Content Placeholder 4">
            <a:extLst>
              <a:ext uri="{FF2B5EF4-FFF2-40B4-BE49-F238E27FC236}">
                <a16:creationId xmlns:a16="http://schemas.microsoft.com/office/drawing/2014/main" id="{FD089994-F01F-FA19-AE31-AF1EF1D005A2}"/>
              </a:ext>
            </a:extLst>
          </p:cNvPr>
          <p:cNvSpPr txBox="1">
            <a:spLocks/>
          </p:cNvSpPr>
          <p:nvPr userDrawn="1"/>
        </p:nvSpPr>
        <p:spPr>
          <a:xfrm>
            <a:off x="2031365" y="6315289"/>
            <a:ext cx="9220200" cy="461624"/>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r>
              <a:rPr lang="en-US" sz="1200" kern="1200" dirty="0">
                <a:solidFill>
                  <a:schemeClr val="bg1"/>
                </a:solidFill>
                <a:latin typeface="Work Sans" pitchFamily="2" charset="0"/>
                <a:cs typeface="Arial" panose="020B0604020202020204" pitchFamily="34" charset="0"/>
              </a:rPr>
              <a:t>Rob Thompson and Jack Erjavec, Automotive Technology: A Systems Approach, 8</a:t>
            </a:r>
            <a:r>
              <a:rPr lang="en-US" sz="1200" kern="1200" baseline="30000" dirty="0">
                <a:solidFill>
                  <a:schemeClr val="bg1"/>
                </a:solidFill>
                <a:latin typeface="Work Sans" pitchFamily="2" charset="0"/>
                <a:cs typeface="Arial" panose="020B0604020202020204" pitchFamily="34" charset="0"/>
              </a:rPr>
              <a:t>th</a:t>
            </a:r>
            <a:r>
              <a:rPr lang="en-US" sz="1200" kern="1200" dirty="0">
                <a:solidFill>
                  <a:schemeClr val="bg1"/>
                </a:solidFill>
                <a:latin typeface="Work Sans" pitchFamily="2" charset="0"/>
                <a:cs typeface="Arial" panose="020B0604020202020204" pitchFamily="34" charset="0"/>
              </a:rPr>
              <a:t> Edition. © 2025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4018592444"/>
      </p:ext>
    </p:extLst>
  </p:cSld>
  <p:clrMap bg1="lt1" tx1="dk1" bg2="dk2" tx2="lt2" accent1="accent1" accent2="accent2" accent3="accent3" accent4="accent4" accent5="accent5" accent6="accent6" hlink="hlink" folHlink="folHlink"/>
  <p:sldLayoutIdLst>
    <p:sldLayoutId id="2147483711" r:id="rId1"/>
    <p:sldLayoutId id="2147483712" r:id="rId2"/>
    <p:sldLayoutId id="2147483713" r:id="rId3"/>
    <p:sldLayoutId id="2147483714" r:id="rId4"/>
    <p:sldLayoutId id="2147483715" r:id="rId5"/>
    <p:sldLayoutId id="2147483716" r:id="rId6"/>
    <p:sldLayoutId id="2147483717" r:id="rId7"/>
    <p:sldLayoutId id="2147483718" r:id="rId8"/>
    <p:sldLayoutId id="2147483719" r:id="rId9"/>
    <p:sldLayoutId id="2147483720" r:id="rId10"/>
    <p:sldLayoutId id="2147483721" r:id="rId11"/>
    <p:sldLayoutId id="2147483722" r:id="rId12"/>
    <p:sldLayoutId id="2147483723" r:id="rId13"/>
    <p:sldLayoutId id="2147483724" r:id="rId14"/>
    <p:sldLayoutId id="2147483725" r:id="rId15"/>
    <p:sldLayoutId id="2147483726" r:id="rId16"/>
    <p:sldLayoutId id="2147483727" r:id="rId17"/>
    <p:sldLayoutId id="2147483728" r:id="rId18"/>
    <p:sldLayoutId id="2147483729" r:id="rId19"/>
  </p:sldLayoutIdLst>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7.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0.xml"/><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7.xml"/></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4.xml"/><Relationship Id="rId1" Type="http://schemas.openxmlformats.org/officeDocument/2006/relationships/slideLayout" Target="../slideLayouts/slideLayout18.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7.xml"/></Relationships>
</file>

<file path=ppt/slides/_rels/slide2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6.xml"/><Relationship Id="rId1" Type="http://schemas.openxmlformats.org/officeDocument/2006/relationships/slideLayout" Target="../slideLayouts/slideLayout18.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7.xml"/></Relationships>
</file>

<file path=ppt/slides/_rels/slide3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4.xml"/><Relationship Id="rId1" Type="http://schemas.openxmlformats.org/officeDocument/2006/relationships/slideLayout" Target="../slideLayouts/slideLayout18.xml"/></Relationships>
</file>

<file path=ppt/slides/_rels/slide3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5.xml"/><Relationship Id="rId1" Type="http://schemas.openxmlformats.org/officeDocument/2006/relationships/slideLayout" Target="../slideLayouts/slideLayout18.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7.xml"/></Relationships>
</file>

<file path=ppt/slides/_rels/slide3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7.xml"/><Relationship Id="rId1" Type="http://schemas.openxmlformats.org/officeDocument/2006/relationships/slideLayout" Target="../slideLayouts/slideLayout18.xml"/></Relationships>
</file>

<file path=ppt/slides/_rels/slide4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8.xml"/><Relationship Id="rId1" Type="http://schemas.openxmlformats.org/officeDocument/2006/relationships/slideLayout" Target="../slideLayouts/slideLayout18.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7.xml"/></Relationships>
</file>

<file path=ppt/slides/_rels/slide4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1.xml"/><Relationship Id="rId1" Type="http://schemas.openxmlformats.org/officeDocument/2006/relationships/slideLayout" Target="../slideLayouts/slideLayout18.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7.xml"/></Relationships>
</file>

<file path=ppt/slides/_rels/slide4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6.xml"/><Relationship Id="rId1" Type="http://schemas.openxmlformats.org/officeDocument/2006/relationships/slideLayout" Target="../slideLayouts/slideLayout19.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7.xml"/></Relationships>
</file>

<file path=ppt/slides/_rels/slide5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9.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1"/>
          <p:cNvSpPr txBox="1">
            <a:spLocks noGrp="1"/>
          </p:cNvSpPr>
          <p:nvPr>
            <p:ph type="ctrTitle"/>
          </p:nvPr>
        </p:nvSpPr>
        <p:spPr>
          <a:prstGeom prst="rect">
            <a:avLst/>
          </a:prstGeom>
          <a:noFill/>
          <a:ln>
            <a:noFill/>
          </a:ln>
        </p:spPr>
        <p:txBody>
          <a:bodyPr spcFirstLastPara="1" wrap="square" lIns="68569" tIns="34275" rIns="68569" bIns="34275" anchor="b" anchorCtr="0">
            <a:noAutofit/>
          </a:bodyPr>
          <a:lstStyle/>
          <a:p>
            <a:pPr>
              <a:buSzPts val="4000"/>
            </a:pPr>
            <a:r>
              <a:rPr lang="en-US" sz="4000" dirty="0">
                <a:latin typeface="Work Sans" pitchFamily="2" charset="0"/>
                <a:ea typeface="Arial"/>
                <a:cs typeface="Arial"/>
                <a:sym typeface="Arial"/>
              </a:rPr>
              <a:t>Automotive Technology: A Systems Approach, 8e</a:t>
            </a:r>
            <a:endParaRPr sz="4000" dirty="0">
              <a:latin typeface="Work Sans" pitchFamily="2" charset="0"/>
              <a:ea typeface="Arial"/>
              <a:cs typeface="Arial"/>
              <a:sym typeface="Arial"/>
            </a:endParaRPr>
          </a:p>
        </p:txBody>
      </p:sp>
      <p:sp>
        <p:nvSpPr>
          <p:cNvPr id="124" name="Google Shape;124;p1"/>
          <p:cNvSpPr txBox="1">
            <a:spLocks noGrp="1"/>
          </p:cNvSpPr>
          <p:nvPr>
            <p:ph type="subTitle" idx="1"/>
          </p:nvPr>
        </p:nvSpPr>
        <p:spPr>
          <a:prstGeom prst="rect">
            <a:avLst/>
          </a:prstGeom>
          <a:noFill/>
          <a:ln>
            <a:noFill/>
          </a:ln>
        </p:spPr>
        <p:txBody>
          <a:bodyPr spcFirstLastPara="1" wrap="square" lIns="68569" tIns="34275" rIns="68569" bIns="34275" anchor="t" anchorCtr="0">
            <a:noAutofit/>
          </a:bodyPr>
          <a:lstStyle/>
          <a:p>
            <a:pPr marL="0" indent="0"/>
            <a:r>
              <a:rPr lang="en-US" sz="3200" dirty="0">
                <a:latin typeface="Work Sans" pitchFamily="2" charset="0"/>
                <a:ea typeface="Arial"/>
                <a:cs typeface="Arial"/>
                <a:sym typeface="Arial"/>
              </a:rPr>
              <a:t>Chapter 43: Automatic Transmission and Transaxle Service</a:t>
            </a:r>
          </a:p>
        </p:txBody>
      </p:sp>
      <p:pic>
        <p:nvPicPr>
          <p:cNvPr id="4" name="Picture Placeholder 1" descr="The front cover reads, Automotive Technology, A Systems Approach, 8 e edition by Rob Thompson, and Jack Erjavec. The logo at the top left reads, Cengage.">
            <a:extLst>
              <a:ext uri="{FF2B5EF4-FFF2-40B4-BE49-F238E27FC236}">
                <a16:creationId xmlns:a16="http://schemas.microsoft.com/office/drawing/2014/main" id="{FDB99020-A06F-75A8-4066-0CF07954B800}"/>
              </a:ext>
            </a:extLst>
          </p:cNvPr>
          <p:cNvPicPr>
            <a:picLocks noGrp="1" noChangeAspect="1"/>
          </p:cNvPicPr>
          <p:nvPr>
            <p:ph type="pic" idx="2"/>
          </p:nvPr>
        </p:nvPicPr>
        <p:blipFill rotWithShape="1">
          <a:blip r:embed="rId3"/>
          <a:stretch/>
        </p:blipFill>
        <p:spPr>
          <a:xfrm>
            <a:off x="595173" y="556200"/>
            <a:ext cx="4381500" cy="5611091"/>
          </a:xfrm>
          <a:prstGeom prst="rect">
            <a:avLst/>
          </a:prstGeom>
        </p:spPr>
      </p:pic>
      <p:sp>
        <p:nvSpPr>
          <p:cNvPr id="7" name="Content Placeholder 4">
            <a:extLst>
              <a:ext uri="{FF2B5EF4-FFF2-40B4-BE49-F238E27FC236}">
                <a16:creationId xmlns:a16="http://schemas.microsoft.com/office/drawing/2014/main" id="{9ADBD692-C193-CBE4-9654-BE90037C8B10}"/>
              </a:ext>
            </a:extLst>
          </p:cNvPr>
          <p:cNvSpPr txBox="1">
            <a:spLocks noGrp="1"/>
          </p:cNvSpPr>
          <p:nvPr>
            <p:ph sz="quarter" idx="10"/>
          </p:nvPr>
        </p:nvSpPr>
        <p:spPr>
          <a:xfrm>
            <a:off x="2031365" y="6315289"/>
            <a:ext cx="9220200" cy="461624"/>
          </a:xfrm>
          <a:prstGeom prst="rect">
            <a:avLst/>
          </a:prstGeom>
          <a:noFill/>
        </p:spPr>
        <p:txBody>
          <a:bodyPr wrap="square" rtlCol="0">
            <a:spAutoFit/>
          </a:bodyPr>
          <a:lstStyle/>
          <a:p>
            <a:pPr marL="0" indent="0">
              <a:spcBef>
                <a:spcPts val="0"/>
              </a:spcBef>
              <a:buNone/>
            </a:pPr>
            <a:r>
              <a:rPr lang="en-US" sz="1200" kern="1200" dirty="0">
                <a:solidFill>
                  <a:schemeClr val="bg1"/>
                </a:solidFill>
                <a:cs typeface="Arial" panose="020B0604020202020204" pitchFamily="34" charset="0"/>
              </a:rPr>
              <a:t>Rob Thompson and Jack Erjavec, Automotive Technology: A Systems Approach, 8</a:t>
            </a:r>
            <a:r>
              <a:rPr lang="en-US" sz="1200" kern="1200" baseline="30000" dirty="0">
                <a:solidFill>
                  <a:schemeClr val="bg1"/>
                </a:solidFill>
                <a:cs typeface="Arial" panose="020B0604020202020204" pitchFamily="34" charset="0"/>
              </a:rPr>
              <a:t>th</a:t>
            </a:r>
            <a:r>
              <a:rPr lang="en-US" sz="1200" kern="1200" dirty="0">
                <a:solidFill>
                  <a:schemeClr val="bg1"/>
                </a:solidFill>
                <a:cs typeface="Arial" panose="020B0604020202020204" pitchFamily="34" charset="0"/>
              </a:rPr>
              <a:t> Edition. © 2025 Cengage. All Rights Reserved. May not be scanned, copied or duplicated, or posted to a publicly accessible website, in whole or in part.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704B3-24A0-B917-1913-CA983B1E53E9}"/>
              </a:ext>
            </a:extLst>
          </p:cNvPr>
          <p:cNvSpPr>
            <a:spLocks noGrp="1"/>
          </p:cNvSpPr>
          <p:nvPr>
            <p:ph type="title"/>
          </p:nvPr>
        </p:nvSpPr>
        <p:spPr/>
        <p:txBody>
          <a:bodyPr/>
          <a:lstStyle/>
          <a:p>
            <a:r>
              <a:rPr lang="en-US" dirty="0"/>
              <a:t>Chapter Objectives (1 of 2)</a:t>
            </a:r>
          </a:p>
        </p:txBody>
      </p:sp>
      <p:sp>
        <p:nvSpPr>
          <p:cNvPr id="3" name="Text Placeholder 2">
            <a:extLst>
              <a:ext uri="{FF2B5EF4-FFF2-40B4-BE49-F238E27FC236}">
                <a16:creationId xmlns:a16="http://schemas.microsoft.com/office/drawing/2014/main" id="{A1F3F69F-9F59-F794-BBEF-80FF75B44E21}"/>
              </a:ext>
            </a:extLst>
          </p:cNvPr>
          <p:cNvSpPr>
            <a:spLocks noGrp="1"/>
          </p:cNvSpPr>
          <p:nvPr>
            <p:ph type="body" idx="1"/>
          </p:nvPr>
        </p:nvSpPr>
        <p:spPr/>
        <p:txBody>
          <a:bodyPr/>
          <a:lstStyle/>
          <a:p>
            <a:pPr algn="l">
              <a:buClr>
                <a:schemeClr val="tx1"/>
              </a:buClr>
              <a:buFont typeface="Arial" panose="020B0604020202020204" pitchFamily="34" charset="0"/>
              <a:buChar char="•"/>
            </a:pPr>
            <a:r>
              <a:rPr lang="en-US" sz="2600" dirty="0">
                <a:solidFill>
                  <a:schemeClr val="tx1"/>
                </a:solidFill>
                <a:latin typeface="Work Sans" pitchFamily="2" charset="0"/>
              </a:rPr>
              <a:t>43.01 Identify automatic transmission and transaxle models.</a:t>
            </a:r>
          </a:p>
          <a:p>
            <a:pPr algn="l">
              <a:buClr>
                <a:schemeClr val="tx1"/>
              </a:buClr>
              <a:buFont typeface="Arial" panose="020B0604020202020204" pitchFamily="34" charset="0"/>
              <a:buChar char="•"/>
            </a:pPr>
            <a:r>
              <a:rPr lang="en-US" sz="2600" dirty="0">
                <a:solidFill>
                  <a:schemeClr val="tx1"/>
                </a:solidFill>
                <a:latin typeface="Work Sans" pitchFamily="2" charset="0"/>
              </a:rPr>
              <a:t>43.02 Replace automatic transmission fluid and filters.</a:t>
            </a:r>
          </a:p>
          <a:p>
            <a:pPr algn="l">
              <a:buClr>
                <a:schemeClr val="tx1"/>
              </a:buClr>
              <a:buFont typeface="Arial" panose="020B0604020202020204" pitchFamily="34" charset="0"/>
              <a:buChar char="•"/>
            </a:pPr>
            <a:r>
              <a:rPr lang="en-US" sz="2600" dirty="0">
                <a:solidFill>
                  <a:schemeClr val="tx1"/>
                </a:solidFill>
                <a:latin typeface="Work Sans" pitchFamily="2" charset="0"/>
              </a:rPr>
              <a:t>43.03 Perform basic diagnostic procedures on automatic transmissions.</a:t>
            </a:r>
          </a:p>
          <a:p>
            <a:pPr>
              <a:buClr>
                <a:schemeClr val="tx1"/>
              </a:buClr>
              <a:buFont typeface="Arial" panose="020B0604020202020204" pitchFamily="34" charset="0"/>
              <a:buChar char="•"/>
            </a:pPr>
            <a:r>
              <a:rPr lang="en-US" sz="2600" dirty="0">
                <a:solidFill>
                  <a:schemeClr val="tx1"/>
                </a:solidFill>
                <a:latin typeface="Work Sans" pitchFamily="2" charset="0"/>
              </a:rPr>
              <a:t>43.04 Describe how to road test the vehicle to diagnose noise and vibration concerns.</a:t>
            </a:r>
          </a:p>
        </p:txBody>
      </p:sp>
    </p:spTree>
    <p:extLst>
      <p:ext uri="{BB962C8B-B14F-4D97-AF65-F5344CB8AC3E}">
        <p14:creationId xmlns:p14="http://schemas.microsoft.com/office/powerpoint/2010/main" val="39878113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292C0E-5595-4000-1AA3-C3C9E62C8652}"/>
              </a:ext>
            </a:extLst>
          </p:cNvPr>
          <p:cNvSpPr>
            <a:spLocks noGrp="1"/>
          </p:cNvSpPr>
          <p:nvPr>
            <p:ph type="title"/>
          </p:nvPr>
        </p:nvSpPr>
        <p:spPr/>
        <p:txBody>
          <a:bodyPr/>
          <a:lstStyle/>
          <a:p>
            <a:r>
              <a:rPr lang="en-US" dirty="0"/>
              <a:t>Chapter Objectives (2 of 2)</a:t>
            </a:r>
          </a:p>
        </p:txBody>
      </p:sp>
      <p:sp>
        <p:nvSpPr>
          <p:cNvPr id="3" name="Text Placeholder 2">
            <a:extLst>
              <a:ext uri="{FF2B5EF4-FFF2-40B4-BE49-F238E27FC236}">
                <a16:creationId xmlns:a16="http://schemas.microsoft.com/office/drawing/2014/main" id="{94175288-908A-5748-49F5-9578E23E174C}"/>
              </a:ext>
            </a:extLst>
          </p:cNvPr>
          <p:cNvSpPr>
            <a:spLocks noGrp="1"/>
          </p:cNvSpPr>
          <p:nvPr>
            <p:ph type="body" idx="1"/>
          </p:nvPr>
        </p:nvSpPr>
        <p:spPr/>
        <p:txBody>
          <a:bodyPr/>
          <a:lstStyle/>
          <a:p>
            <a:r>
              <a:rPr lang="en-US" sz="2600" dirty="0">
                <a:solidFill>
                  <a:schemeClr val="tx1"/>
                </a:solidFill>
                <a:latin typeface="Work Sans" pitchFamily="2" charset="0"/>
              </a:rPr>
              <a:t>43.05 Perform torque converter tests.</a:t>
            </a:r>
          </a:p>
          <a:p>
            <a:r>
              <a:rPr lang="en-US" sz="2600" dirty="0">
                <a:solidFill>
                  <a:schemeClr val="tx1"/>
                </a:solidFill>
                <a:latin typeface="Work Sans" pitchFamily="2" charset="0"/>
              </a:rPr>
              <a:t>43.06 Diagnose hydraulic control systems.</a:t>
            </a:r>
          </a:p>
          <a:p>
            <a:r>
              <a:rPr lang="en-US" sz="2600" dirty="0">
                <a:solidFill>
                  <a:schemeClr val="tx1"/>
                </a:solidFill>
                <a:latin typeface="Work Sans" pitchFamily="2" charset="0"/>
              </a:rPr>
              <a:t>43.07 Inspect and adjust external linkages.</a:t>
            </a:r>
          </a:p>
          <a:p>
            <a:r>
              <a:rPr lang="en-US" sz="2600" dirty="0">
                <a:solidFill>
                  <a:schemeClr val="tx1"/>
                </a:solidFill>
                <a:latin typeface="Work Sans" pitchFamily="2" charset="0"/>
              </a:rPr>
              <a:t>43.08 Describe the basic steps for overhauling a transmission.</a:t>
            </a:r>
          </a:p>
        </p:txBody>
      </p:sp>
    </p:spTree>
    <p:extLst>
      <p:ext uri="{BB962C8B-B14F-4D97-AF65-F5344CB8AC3E}">
        <p14:creationId xmlns:p14="http://schemas.microsoft.com/office/powerpoint/2010/main" val="31695028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Identification">
    <p:spTree>
      <p:nvGrpSpPr>
        <p:cNvPr id="1" name=""/>
        <p:cNvGrpSpPr/>
        <p:nvPr/>
      </p:nvGrpSpPr>
      <p:grpSpPr>
        <a:xfrm>
          <a:off x="0" y="0"/>
          <a:ext cx="0" cy="0"/>
          <a:chOff x="0" y="0"/>
          <a:chExt cx="0" cy="0"/>
        </a:xfrm>
      </p:grpSpPr>
      <p:sp>
        <p:nvSpPr>
          <p:cNvPr id="2" name="Title 7"/>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Identification</a:t>
            </a:r>
          </a:p>
        </p:txBody>
      </p:sp>
      <p:sp>
        <p:nvSpPr>
          <p:cNvPr id="3" name="Content Placeholder 8"/>
          <p:cNvSpPr txBox="1">
            <a:spLocks noGrp="1"/>
          </p:cNvSpPr>
          <p:nvPr>
            <p:ph type="body" idx="1"/>
          </p:nvPr>
        </p:nvSpPr>
        <p:spPr>
          <a:xfrm>
            <a:off x="476845" y="1563626"/>
            <a:ext cx="6457356" cy="4227574"/>
          </a:xfrm>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0" indent="0">
              <a:spcBef>
                <a:spcPts val="624"/>
              </a:spcBef>
              <a:spcAft>
                <a:spcPts val="600"/>
              </a:spcAft>
              <a:buNone/>
            </a:pPr>
            <a:r>
              <a:rPr lang="en-US" sz="2600" b="1" dirty="0">
                <a:solidFill>
                  <a:schemeClr val="tx1"/>
                </a:solidFill>
                <a:latin typeface="Work Sans" pitchFamily="2" charset="0"/>
              </a:rPr>
              <a:t>43.01 Identify automatic transmission and transaxle models</a:t>
            </a:r>
            <a:r>
              <a:rPr lang="en-US" sz="2600" dirty="0">
                <a:solidFill>
                  <a:schemeClr val="tx1"/>
                </a:solidFill>
                <a:latin typeface="Work Sans" pitchFamily="2" charset="0"/>
              </a:rPr>
              <a:t>.</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Pan shape can sometimes be used.</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Best method is to used the ID numbers stamped on the case or on a metal tag.</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Many use bar codes for quick ID.</a:t>
            </a:r>
          </a:p>
        </p:txBody>
      </p:sp>
      <p:pic>
        <p:nvPicPr>
          <p:cNvPr id="10" name="Picture Placeholder 9" descr="A quick response code with the alphanumeric character beside reads as follows: 5 A A - L P- T D 025 -T/C M H I - Group M A 15052210001 49373- 07010.">
            <a:extLst>
              <a:ext uri="{FF2B5EF4-FFF2-40B4-BE49-F238E27FC236}">
                <a16:creationId xmlns:a16="http://schemas.microsoft.com/office/drawing/2014/main" id="{08DD2DAF-0C7B-954F-CAF2-5A7ADE0334C0}"/>
              </a:ext>
            </a:extLst>
          </p:cNvPr>
          <p:cNvPicPr>
            <a:picLocks noGrp="1" noChangeAspect="1"/>
          </p:cNvPicPr>
          <p:nvPr>
            <p:ph type="pic" sz="quarter" idx="12"/>
          </p:nvPr>
        </p:nvPicPr>
        <p:blipFill>
          <a:blip r:embed="rId3"/>
          <a:srcRect b="14584"/>
          <a:stretch/>
        </p:blipFill>
        <p:spPr>
          <a:xfrm>
            <a:off x="7162801" y="2024085"/>
            <a:ext cx="4681924" cy="285271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Basic Service">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Basic Service</a:t>
            </a:r>
          </a:p>
        </p:txBody>
      </p:sp>
      <p:sp>
        <p:nvSpPr>
          <p:cNvPr id="3"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457200" indent="-4572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Fluid level should be checked regularly.</a:t>
            </a:r>
          </a:p>
          <a:p>
            <a:pPr marL="457200" indent="-4572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Follow the manufacturer’s procedure to get an accurate reading.</a:t>
            </a:r>
          </a:p>
          <a:p>
            <a:pPr marL="457200" indent="-4572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Many transmissions do not have a dip stick and special fluid checking procedures are required.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Dipstick Markings ">
    <p:spTree>
      <p:nvGrpSpPr>
        <p:cNvPr id="1" name=""/>
        <p:cNvGrpSpPr/>
        <p:nvPr/>
      </p:nvGrpSpPr>
      <p:grpSpPr>
        <a:xfrm>
          <a:off x="0" y="0"/>
          <a:ext cx="0" cy="0"/>
          <a:chOff x="0" y="0"/>
          <a:chExt cx="0" cy="0"/>
        </a:xfrm>
      </p:grpSpPr>
      <p:sp>
        <p:nvSpPr>
          <p:cNvPr id="2" name="Title 4"/>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Dipstick</a:t>
            </a:r>
          </a:p>
        </p:txBody>
      </p:sp>
      <p:pic>
        <p:nvPicPr>
          <p:cNvPr id="9" name="Picture Placeholder 8" descr="A typical location of a transaxle with the Dipstick, labeled and encircled.">
            <a:extLst>
              <a:ext uri="{FF2B5EF4-FFF2-40B4-BE49-F238E27FC236}">
                <a16:creationId xmlns:a16="http://schemas.microsoft.com/office/drawing/2014/main" id="{6627FC3A-0006-1BB7-0251-EC947ECC0997}"/>
              </a:ext>
            </a:extLst>
          </p:cNvPr>
          <p:cNvPicPr>
            <a:picLocks noGrp="1" noChangeAspect="1"/>
          </p:cNvPicPr>
          <p:nvPr>
            <p:ph type="pic" sz="quarter" idx="12"/>
          </p:nvPr>
        </p:nvPicPr>
        <p:blipFill>
          <a:blip r:embed="rId3"/>
          <a:srcRect b="8984"/>
          <a:stretch/>
        </p:blipFill>
        <p:spPr>
          <a:xfrm>
            <a:off x="3886394" y="1592941"/>
            <a:ext cx="4419212" cy="435065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Transmissions Without a Dipstick">
    <p:spTree>
      <p:nvGrpSpPr>
        <p:cNvPr id="1" name=""/>
        <p:cNvGrpSpPr/>
        <p:nvPr/>
      </p:nvGrpSpPr>
      <p:grpSpPr>
        <a:xfrm>
          <a:off x="0" y="0"/>
          <a:ext cx="0" cy="0"/>
          <a:chOff x="0" y="0"/>
          <a:chExt cx="0" cy="0"/>
        </a:xfrm>
      </p:grpSpPr>
      <p:sp>
        <p:nvSpPr>
          <p:cNvPr id="3" name="Title 3"/>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Transmissions Without a Dipstick</a:t>
            </a:r>
          </a:p>
        </p:txBody>
      </p:sp>
      <p:sp>
        <p:nvSpPr>
          <p:cNvPr id="2" name="Content Placeholder 8"/>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7188" indent="-357188">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Checked similar to a manual transmissions.</a:t>
            </a:r>
          </a:p>
          <a:p>
            <a:pPr marL="357188" indent="-357188">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Done to prevent overfilling and causing damage.</a:t>
            </a:r>
          </a:p>
          <a:p>
            <a:pPr marL="357188" indent="-357188">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Some transmissions use a fluid level sensor to alert the driver.</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Transmission Fluid">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Transmission Fluid</a:t>
            </a:r>
          </a:p>
        </p:txBody>
      </p:sp>
      <p:sp>
        <p:nvSpPr>
          <p:cNvPr id="3"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7188" indent="-357188">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The normal color of ATF is red.</a:t>
            </a:r>
          </a:p>
          <a:p>
            <a:pPr marL="357188" indent="-357188">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If fluid needs to be added to the transmission, make sure it is the type recommended by the manufacturer.</a:t>
            </a:r>
          </a:p>
          <a:p>
            <a:pPr marL="357188" indent="-357188">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Check for any TSBs regarding updated fluid specifications.</a:t>
            </a:r>
          </a:p>
          <a:p>
            <a:pPr marL="357188" indent="-357188">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Synthetic ATF is normally a darker red than petroleum-based fluid.</a:t>
            </a:r>
          </a:p>
          <a:p>
            <a:pPr marL="357188" indent="-357188">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Smell and appearance are not good indicators of fluid condition.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Transmission Fluid, Cont.">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Checking Transmission Fluid</a:t>
            </a:r>
          </a:p>
        </p:txBody>
      </p:sp>
      <p:sp>
        <p:nvSpPr>
          <p:cNvPr id="3"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7188" indent="-357188">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Wipe the dipstick on absorbent white paper and look at the stain left by the fluid.</a:t>
            </a:r>
          </a:p>
          <a:p>
            <a:pPr marL="714375" lvl="2" indent="-357188">
              <a:spcBef>
                <a:spcPts val="624"/>
              </a:spcBef>
              <a:spcAft>
                <a:spcPts val="600"/>
              </a:spcAft>
              <a:buSzPct val="100000"/>
              <a:buFont typeface="Arial" panose="020B0604020202020204" pitchFamily="34" charset="0"/>
              <a:buChar char="–"/>
            </a:pPr>
            <a:r>
              <a:rPr lang="en-US" sz="2400" dirty="0">
                <a:solidFill>
                  <a:schemeClr val="tx1"/>
                </a:solidFill>
                <a:latin typeface="Work Sans" pitchFamily="2" charset="0"/>
              </a:rPr>
              <a:t>Dark particles are normally band and/or clutch material.</a:t>
            </a:r>
          </a:p>
          <a:p>
            <a:pPr marL="714375" lvl="2" indent="-357188">
              <a:spcBef>
                <a:spcPts val="624"/>
              </a:spcBef>
              <a:spcAft>
                <a:spcPts val="600"/>
              </a:spcAft>
              <a:buSzPct val="100000"/>
              <a:buFont typeface="Arial" panose="020B0604020202020204" pitchFamily="34" charset="0"/>
              <a:buChar char="–"/>
            </a:pPr>
            <a:r>
              <a:rPr lang="en-US" sz="2400" dirty="0">
                <a:solidFill>
                  <a:schemeClr val="tx1"/>
                </a:solidFill>
                <a:latin typeface="Work Sans" pitchFamily="2" charset="0"/>
              </a:rPr>
              <a:t>Silvery metal particles are normally caused by the wearing of the transmission’s metal parts.</a:t>
            </a:r>
          </a:p>
          <a:p>
            <a:pPr marL="357188" indent="-357188">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If the dipstick cannot be wiped clean, it is probably covered with varnish.</a:t>
            </a:r>
          </a:p>
          <a:p>
            <a:pPr marL="714375" lvl="2" indent="-357188">
              <a:spcBef>
                <a:spcPts val="624"/>
              </a:spcBef>
              <a:spcAft>
                <a:spcPts val="600"/>
              </a:spcAft>
              <a:buSzPct val="100000"/>
              <a:buFont typeface="Arial" panose="020B0604020202020204" pitchFamily="34" charset="0"/>
              <a:buChar char="–"/>
            </a:pPr>
            <a:r>
              <a:rPr lang="en-US" sz="2400" dirty="0">
                <a:solidFill>
                  <a:schemeClr val="tx1"/>
                </a:solidFill>
                <a:latin typeface="Work Sans" pitchFamily="2" charset="0"/>
              </a:rPr>
              <a:t>Varnish will cause the spool valves to stick, causing shifting malfunction.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Knowledge Check (1 of 3)</a:t>
            </a:r>
          </a:p>
        </p:txBody>
      </p:sp>
      <p:sp>
        <p:nvSpPr>
          <p:cNvPr id="3"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0" indent="0">
              <a:spcBef>
                <a:spcPts val="624"/>
              </a:spcBef>
              <a:spcAft>
                <a:spcPts val="600"/>
              </a:spcAft>
              <a:buNone/>
            </a:pPr>
            <a:r>
              <a:rPr lang="en-US" sz="2600" dirty="0">
                <a:solidFill>
                  <a:schemeClr val="tx1"/>
                </a:solidFill>
                <a:latin typeface="Work Sans" pitchFamily="2" charset="0"/>
              </a:rPr>
              <a:t>When should the ATF level be checked on most vehicles?</a:t>
            </a:r>
          </a:p>
          <a:p>
            <a:pPr marL="715963" indent="-358775">
              <a:spcBef>
                <a:spcPts val="624"/>
              </a:spcBef>
              <a:spcAft>
                <a:spcPts val="600"/>
              </a:spcAft>
              <a:buSzPct val="100000"/>
              <a:buFont typeface="+mj-lt"/>
              <a:buAutoNum type="alphaLcPeriod"/>
            </a:pPr>
            <a:r>
              <a:rPr lang="en-US" sz="2400" dirty="0">
                <a:solidFill>
                  <a:schemeClr val="tx1"/>
                </a:solidFill>
                <a:latin typeface="Work Sans" pitchFamily="2" charset="0"/>
              </a:rPr>
              <a:t>When the transmission is cool.</a:t>
            </a:r>
          </a:p>
          <a:p>
            <a:pPr marL="715963" indent="-358775">
              <a:spcBef>
                <a:spcPts val="624"/>
              </a:spcBef>
              <a:spcAft>
                <a:spcPts val="600"/>
              </a:spcAft>
              <a:buSzPct val="100000"/>
              <a:buFont typeface="+mj-lt"/>
              <a:buAutoNum type="alphaLcPeriod"/>
            </a:pPr>
            <a:r>
              <a:rPr lang="en-US" sz="2400" dirty="0">
                <a:solidFill>
                  <a:schemeClr val="tx1"/>
                </a:solidFill>
                <a:latin typeface="Work Sans" pitchFamily="2" charset="0"/>
              </a:rPr>
              <a:t>When the engine is at operating temperature and the engine is off.</a:t>
            </a:r>
          </a:p>
          <a:p>
            <a:pPr marL="715963" indent="-358775">
              <a:spcBef>
                <a:spcPts val="624"/>
              </a:spcBef>
              <a:spcAft>
                <a:spcPts val="600"/>
              </a:spcAft>
              <a:buSzPct val="100000"/>
              <a:buFont typeface="+mj-lt"/>
              <a:buAutoNum type="alphaLcPeriod"/>
            </a:pPr>
            <a:r>
              <a:rPr lang="en-US" sz="2400" dirty="0">
                <a:solidFill>
                  <a:schemeClr val="tx1"/>
                </a:solidFill>
                <a:latin typeface="Work Sans" pitchFamily="2" charset="0"/>
              </a:rPr>
              <a:t>When the transmission is at operating temperature and the engine is on.</a:t>
            </a:r>
          </a:p>
          <a:p>
            <a:pPr marL="715963" indent="-358775">
              <a:spcBef>
                <a:spcPts val="624"/>
              </a:spcBef>
              <a:spcAft>
                <a:spcPts val="600"/>
              </a:spcAft>
              <a:buSzPct val="100000"/>
              <a:buFont typeface="+mj-lt"/>
              <a:buAutoNum type="alphaLcPeriod"/>
            </a:pPr>
            <a:r>
              <a:rPr lang="en-US" sz="2400" dirty="0">
                <a:solidFill>
                  <a:schemeClr val="tx1"/>
                </a:solidFill>
                <a:latin typeface="Work Sans" pitchFamily="2" charset="0"/>
              </a:rPr>
              <a:t>It does not matter.</a:t>
            </a:r>
          </a:p>
        </p:txBody>
      </p:sp>
    </p:spTree>
    <p:extLst>
      <p:ext uri="{BB962C8B-B14F-4D97-AF65-F5344CB8AC3E}">
        <p14:creationId xmlns:p14="http://schemas.microsoft.com/office/powerpoint/2010/main" val="4455371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Knowledge Check Answer (1 of 3)</a:t>
            </a:r>
          </a:p>
        </p:txBody>
      </p:sp>
      <p:sp>
        <p:nvSpPr>
          <p:cNvPr id="3"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0" indent="0">
              <a:spcBef>
                <a:spcPts val="624"/>
              </a:spcBef>
              <a:spcAft>
                <a:spcPts val="600"/>
              </a:spcAft>
              <a:buNone/>
            </a:pPr>
            <a:r>
              <a:rPr lang="en-US" sz="2600" dirty="0">
                <a:solidFill>
                  <a:schemeClr val="tx1"/>
                </a:solidFill>
                <a:latin typeface="Work Sans" pitchFamily="2" charset="0"/>
              </a:rPr>
              <a:t>When should the ATF level be checked on most vehicles?</a:t>
            </a:r>
          </a:p>
          <a:p>
            <a:pPr marL="715963" indent="-357188">
              <a:spcBef>
                <a:spcPts val="624"/>
              </a:spcBef>
              <a:spcAft>
                <a:spcPts val="600"/>
              </a:spcAft>
              <a:buSzPct val="100000"/>
              <a:buFont typeface="+mj-lt"/>
              <a:buAutoNum type="alphaLcPeriod"/>
            </a:pPr>
            <a:r>
              <a:rPr lang="en-US" sz="2400" dirty="0">
                <a:solidFill>
                  <a:schemeClr val="tx1"/>
                </a:solidFill>
                <a:latin typeface="Work Sans" pitchFamily="2" charset="0"/>
              </a:rPr>
              <a:t>When the transmission is cool.</a:t>
            </a:r>
          </a:p>
          <a:p>
            <a:pPr marL="715963" indent="-357188">
              <a:spcBef>
                <a:spcPts val="624"/>
              </a:spcBef>
              <a:spcAft>
                <a:spcPts val="600"/>
              </a:spcAft>
              <a:buSzPct val="100000"/>
              <a:buFont typeface="+mj-lt"/>
              <a:buAutoNum type="alphaLcPeriod"/>
            </a:pPr>
            <a:r>
              <a:rPr lang="en-US" sz="2400" dirty="0">
                <a:solidFill>
                  <a:schemeClr val="tx1"/>
                </a:solidFill>
                <a:latin typeface="Work Sans" pitchFamily="2" charset="0"/>
              </a:rPr>
              <a:t>When the engine is at operating temperature and the engine is off.</a:t>
            </a:r>
          </a:p>
          <a:p>
            <a:pPr marL="715963" indent="-357188">
              <a:spcBef>
                <a:spcPts val="624"/>
              </a:spcBef>
              <a:spcAft>
                <a:spcPts val="600"/>
              </a:spcAft>
              <a:buSzPct val="100000"/>
              <a:buFont typeface="+mj-lt"/>
              <a:buAutoNum type="alphaLcPeriod"/>
            </a:pPr>
            <a:r>
              <a:rPr lang="en-US" sz="2400" dirty="0">
                <a:solidFill>
                  <a:schemeClr val="tx1"/>
                </a:solidFill>
                <a:latin typeface="Work Sans" pitchFamily="2" charset="0"/>
              </a:rPr>
              <a:t>When the transmission is at operating temperature and the engine is on.</a:t>
            </a:r>
          </a:p>
          <a:p>
            <a:pPr marL="715963" indent="-357188">
              <a:spcBef>
                <a:spcPts val="624"/>
              </a:spcBef>
              <a:spcAft>
                <a:spcPts val="2400"/>
              </a:spcAft>
              <a:buSzPct val="100000"/>
              <a:buFont typeface="+mj-lt"/>
              <a:buAutoNum type="alphaLcPeriod"/>
            </a:pPr>
            <a:r>
              <a:rPr lang="en-US" sz="2400" dirty="0">
                <a:solidFill>
                  <a:schemeClr val="tx1"/>
                </a:solidFill>
                <a:latin typeface="Work Sans" pitchFamily="2" charset="0"/>
              </a:rPr>
              <a:t>It does not matter.</a:t>
            </a:r>
          </a:p>
          <a:p>
            <a:pPr marL="358775" indent="0">
              <a:spcBef>
                <a:spcPts val="624"/>
              </a:spcBef>
              <a:spcAft>
                <a:spcPts val="600"/>
              </a:spcAft>
              <a:buNone/>
            </a:pPr>
            <a:r>
              <a:rPr lang="en-US" sz="2400" b="1" dirty="0">
                <a:solidFill>
                  <a:schemeClr val="tx1"/>
                </a:solidFill>
                <a:latin typeface="Work Sans" pitchFamily="2" charset="0"/>
              </a:rPr>
              <a:t>Answer: </a:t>
            </a:r>
            <a:r>
              <a:rPr lang="en-US" sz="2400" dirty="0">
                <a:solidFill>
                  <a:schemeClr val="tx1"/>
                </a:solidFill>
                <a:latin typeface="Work Sans" pitchFamily="2" charset="0"/>
              </a:rPr>
              <a:t>C</a:t>
            </a:r>
          </a:p>
        </p:txBody>
      </p:sp>
    </p:spTree>
    <p:extLst>
      <p:ext uri="{BB962C8B-B14F-4D97-AF65-F5344CB8AC3E}">
        <p14:creationId xmlns:p14="http://schemas.microsoft.com/office/powerpoint/2010/main" val="1127882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Fluid Changes">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Fluid Changes (1 of 3)</a:t>
            </a:r>
          </a:p>
        </p:txBody>
      </p:sp>
      <p:sp>
        <p:nvSpPr>
          <p:cNvPr id="3" name="Content Placeholder 2"/>
          <p:cNvSpPr txBox="1">
            <a:spLocks noGrp="1"/>
          </p:cNvSpPr>
          <p:nvPr>
            <p:ph type="body" idx="1"/>
          </p:nvPr>
        </p:nvSpPr>
        <p:spPr>
          <a:xfrm>
            <a:off x="476845" y="1563626"/>
            <a:ext cx="5619156" cy="4379974"/>
          </a:xfrm>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0" indent="0">
              <a:buNone/>
            </a:pPr>
            <a:r>
              <a:rPr lang="en-US" sz="2600" b="1" dirty="0">
                <a:solidFill>
                  <a:schemeClr val="tx1"/>
                </a:solidFill>
                <a:latin typeface="Work Sans" pitchFamily="2" charset="0"/>
              </a:rPr>
              <a:t>43.02 Replace automatic transmission fluid and filters.</a:t>
            </a:r>
            <a:endParaRPr lang="en-US" sz="2600" dirty="0">
              <a:solidFill>
                <a:schemeClr val="tx1"/>
              </a:solidFill>
              <a:latin typeface="Work Sans" pitchFamily="2" charset="0"/>
            </a:endParaRPr>
          </a:p>
          <a:p>
            <a:pPr marL="357188" indent="-357188">
              <a:spcBef>
                <a:spcPts val="638"/>
              </a:spcBef>
              <a:buSzPct val="100000"/>
              <a:buFont typeface="Arial" panose="020B0604020202020204" pitchFamily="34" charset="0"/>
              <a:buChar char="•"/>
              <a:tabLst>
                <a:tab pos="534988" algn="l"/>
              </a:tabLst>
            </a:pPr>
            <a:r>
              <a:rPr lang="en-US" sz="2600" dirty="0">
                <a:solidFill>
                  <a:schemeClr val="tx1"/>
                </a:solidFill>
                <a:latin typeface="Work Sans" pitchFamily="2" charset="0"/>
              </a:rPr>
              <a:t>Should be performed if fluid oxidizes or is contaminated.</a:t>
            </a:r>
          </a:p>
          <a:p>
            <a:pPr marL="357188" indent="-357188">
              <a:spcBef>
                <a:spcPts val="638"/>
              </a:spcBef>
              <a:buSzPct val="100000"/>
              <a:buFont typeface="Arial" panose="020B0604020202020204" pitchFamily="34" charset="0"/>
              <a:buChar char="•"/>
              <a:tabLst>
                <a:tab pos="534988" algn="l"/>
              </a:tabLst>
            </a:pPr>
            <a:r>
              <a:rPr lang="en-US" sz="2600" dirty="0">
                <a:solidFill>
                  <a:schemeClr val="tx1"/>
                </a:solidFill>
                <a:latin typeface="Work Sans" pitchFamily="2" charset="0"/>
              </a:rPr>
              <a:t>Often part of the vehicle's maintenance program.</a:t>
            </a:r>
          </a:p>
        </p:txBody>
      </p:sp>
      <p:pic>
        <p:nvPicPr>
          <p:cNvPr id="10" name="Picture Placeholder 9" descr="Three cans of Valvoline fluids labeled: A T F + 4, C V T, and DEX/MERC.">
            <a:extLst>
              <a:ext uri="{FF2B5EF4-FFF2-40B4-BE49-F238E27FC236}">
                <a16:creationId xmlns:a16="http://schemas.microsoft.com/office/drawing/2014/main" id="{FF0C4F3C-7133-703A-E394-9979AA19F0E3}"/>
              </a:ext>
            </a:extLst>
          </p:cNvPr>
          <p:cNvPicPr>
            <a:picLocks noGrp="1" noChangeAspect="1"/>
          </p:cNvPicPr>
          <p:nvPr>
            <p:ph type="pic" sz="quarter" idx="12"/>
          </p:nvPr>
        </p:nvPicPr>
        <p:blipFill>
          <a:blip r:embed="rId3"/>
          <a:srcRect b="12963"/>
          <a:stretch/>
        </p:blipFill>
        <p:spPr>
          <a:xfrm>
            <a:off x="6477000" y="1981200"/>
            <a:ext cx="5195456" cy="3466823"/>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Fluid Changes (Cont.)">
    <p:spTree>
      <p:nvGrpSpPr>
        <p:cNvPr id="1" name=""/>
        <p:cNvGrpSpPr/>
        <p:nvPr/>
      </p:nvGrpSpPr>
      <p:grpSpPr>
        <a:xfrm>
          <a:off x="0" y="0"/>
          <a:ext cx="0" cy="0"/>
          <a:chOff x="0" y="0"/>
          <a:chExt cx="0" cy="0"/>
        </a:xfrm>
      </p:grpSpPr>
      <p:sp>
        <p:nvSpPr>
          <p:cNvPr id="2" name="Title 3"/>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Fluid Changes (2 of 3)</a:t>
            </a:r>
          </a:p>
        </p:txBody>
      </p:sp>
      <p:sp>
        <p:nvSpPr>
          <p:cNvPr id="3" name="Content Placeholder 4"/>
          <p:cNvSpPr txBox="1">
            <a:spLocks noGrp="1"/>
          </p:cNvSpPr>
          <p:nvPr>
            <p:ph type="body" idx="1"/>
          </p:nvPr>
        </p:nvSpPr>
        <p:spPr>
          <a:xfrm>
            <a:off x="476844" y="1563626"/>
            <a:ext cx="6000155" cy="3313173"/>
          </a:xfrm>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7188" indent="-357188">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Some transmissions require  removing the pan to change the fluid and filter.</a:t>
            </a:r>
          </a:p>
          <a:p>
            <a:pPr marL="357188" indent="-357188">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Inspect the parking pawl and other components with the pan removed.</a:t>
            </a:r>
          </a:p>
        </p:txBody>
      </p:sp>
      <p:pic>
        <p:nvPicPr>
          <p:cNvPr id="9" name="Picture Placeholder 8" descr="Transmission fluid filters are attached to the case with the help of screws by the pick up tube.">
            <a:extLst>
              <a:ext uri="{FF2B5EF4-FFF2-40B4-BE49-F238E27FC236}">
                <a16:creationId xmlns:a16="http://schemas.microsoft.com/office/drawing/2014/main" id="{0F307580-C37F-18DC-BEDF-64A739F5EEB2}"/>
              </a:ext>
            </a:extLst>
          </p:cNvPr>
          <p:cNvPicPr>
            <a:picLocks noGrp="1" noChangeAspect="1"/>
          </p:cNvPicPr>
          <p:nvPr>
            <p:ph type="pic" sz="quarter" idx="12"/>
          </p:nvPr>
        </p:nvPicPr>
        <p:blipFill>
          <a:blip r:embed="rId3"/>
          <a:srcRect b="16913"/>
          <a:stretch/>
        </p:blipFill>
        <p:spPr>
          <a:xfrm>
            <a:off x="6690310" y="1653370"/>
            <a:ext cx="5154194" cy="360443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Fluid Changes (Cont.)">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Fluid Changes (3 of 3)</a:t>
            </a:r>
          </a:p>
        </p:txBody>
      </p:sp>
      <p:sp>
        <p:nvSpPr>
          <p:cNvPr id="3" name="Content Placeholder 2"/>
          <p:cNvSpPr txBox="1">
            <a:spLocks noGrp="1"/>
          </p:cNvSpPr>
          <p:nvPr>
            <p:ph type="body" idx="1"/>
          </p:nvPr>
        </p:nvSpPr>
        <p:spPr>
          <a:xfrm>
            <a:off x="476845" y="1563627"/>
            <a:ext cx="5619156" cy="2551174"/>
          </a:xfrm>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7188" indent="-357188">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Some transmissions do not have a filter in the pan.</a:t>
            </a:r>
          </a:p>
          <a:p>
            <a:pPr marL="357188" indent="-357188">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They have a filter similar to an engine oil filter.</a:t>
            </a:r>
          </a:p>
        </p:txBody>
      </p:sp>
      <p:pic>
        <p:nvPicPr>
          <p:cNvPr id="9" name="Picture Placeholder 8" descr="An engine oil filter-style transmission filter. The labeled parts are as follows: Bell housing, Fitting, Magnet, and External filter.">
            <a:extLst>
              <a:ext uri="{FF2B5EF4-FFF2-40B4-BE49-F238E27FC236}">
                <a16:creationId xmlns:a16="http://schemas.microsoft.com/office/drawing/2014/main" id="{70E18A69-46FC-95B0-82D4-86BABA6B2193}"/>
              </a:ext>
            </a:extLst>
          </p:cNvPr>
          <p:cNvPicPr>
            <a:picLocks noGrp="1" noChangeAspect="1"/>
          </p:cNvPicPr>
          <p:nvPr>
            <p:ph type="pic" sz="quarter" idx="12"/>
          </p:nvPr>
        </p:nvPicPr>
        <p:blipFill>
          <a:blip r:embed="rId3"/>
          <a:srcRect b="4687"/>
          <a:stretch/>
        </p:blipFill>
        <p:spPr>
          <a:xfrm>
            <a:off x="7162800" y="1625283"/>
            <a:ext cx="3352800" cy="4356718"/>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Basic Diagnosis">
    <p:spTree>
      <p:nvGrpSpPr>
        <p:cNvPr id="1" name=""/>
        <p:cNvGrpSpPr/>
        <p:nvPr/>
      </p:nvGrpSpPr>
      <p:grpSpPr>
        <a:xfrm>
          <a:off x="0" y="0"/>
          <a:ext cx="0" cy="0"/>
          <a:chOff x="0" y="0"/>
          <a:chExt cx="0" cy="0"/>
        </a:xfrm>
      </p:grpSpPr>
      <p:sp>
        <p:nvSpPr>
          <p:cNvPr id="3" name="Title 3"/>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Basic Diagnosis (1 of 2)</a:t>
            </a:r>
          </a:p>
        </p:txBody>
      </p:sp>
      <p:sp>
        <p:nvSpPr>
          <p:cNvPr id="2" name="Rectangle 3"/>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0" indent="0">
              <a:spcBef>
                <a:spcPts val="624"/>
              </a:spcBef>
              <a:spcAft>
                <a:spcPts val="600"/>
              </a:spcAft>
              <a:buNone/>
            </a:pPr>
            <a:r>
              <a:rPr lang="en-US" sz="2600" b="1" dirty="0">
                <a:solidFill>
                  <a:schemeClr val="tx1"/>
                </a:solidFill>
                <a:latin typeface="Work Sans" pitchFamily="2" charset="0"/>
              </a:rPr>
              <a:t>43.03 Perform basic diagnostic procedures on automatic transmissions.</a:t>
            </a:r>
          </a:p>
          <a:p>
            <a:pPr marL="357188" indent="-357188">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Commonly caused by poor engine performance.</a:t>
            </a:r>
          </a:p>
          <a:p>
            <a:pPr marL="357188" indent="-357188">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Hydraulic system problems.</a:t>
            </a:r>
          </a:p>
          <a:p>
            <a:pPr marL="357188" indent="-357188">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Mechanical malfunctions.</a:t>
            </a:r>
          </a:p>
          <a:p>
            <a:pPr marL="357188" indent="-357188">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Electronic failures.</a:t>
            </a:r>
          </a:p>
          <a:p>
            <a:pPr marL="357188" indent="-357188">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Improper adjustments.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3"/>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Basic Diagnosis (2 of 2)</a:t>
            </a:r>
          </a:p>
        </p:txBody>
      </p:sp>
      <p:sp>
        <p:nvSpPr>
          <p:cNvPr id="2" name="Rectangle 3"/>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7188" indent="-357188">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Begin with fluid check and visual inspection.</a:t>
            </a:r>
          </a:p>
          <a:p>
            <a:pPr marL="357188" indent="-357188">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A quick way to identify if the engine is causing shifting problems is to connect a vacuum gauge to the engine and take a reading while the engine is running.</a:t>
            </a:r>
          </a:p>
          <a:p>
            <a:pPr marL="357188" indent="-357188">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Use a scan tool to retrieve DTCs.</a:t>
            </a:r>
          </a:p>
        </p:txBody>
      </p:sp>
    </p:spTree>
    <p:extLst>
      <p:ext uri="{BB962C8B-B14F-4D97-AF65-F5344CB8AC3E}">
        <p14:creationId xmlns:p14="http://schemas.microsoft.com/office/powerpoint/2010/main" val="4559810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Common Sources of Fluid Leaks">
    <p:spTree>
      <p:nvGrpSpPr>
        <p:cNvPr id="1" name=""/>
        <p:cNvGrpSpPr/>
        <p:nvPr/>
      </p:nvGrpSpPr>
      <p:grpSpPr>
        <a:xfrm>
          <a:off x="0" y="0"/>
          <a:ext cx="0" cy="0"/>
          <a:chOff x="0" y="0"/>
          <a:chExt cx="0" cy="0"/>
        </a:xfrm>
      </p:grpSpPr>
      <p:sp>
        <p:nvSpPr>
          <p:cNvPr id="3" name="Title 3"/>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Common Sources of Fluid Leaks</a:t>
            </a:r>
          </a:p>
        </p:txBody>
      </p:sp>
      <p:sp>
        <p:nvSpPr>
          <p:cNvPr id="2" name="Rectangle 3"/>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7188" indent="-357188">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Oil pan seal.</a:t>
            </a:r>
          </a:p>
          <a:p>
            <a:pPr marL="357188" indent="-357188">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Torque converter.</a:t>
            </a:r>
          </a:p>
          <a:p>
            <a:pPr marL="357188" indent="-357188">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Extension housing seal.</a:t>
            </a:r>
          </a:p>
          <a:p>
            <a:pPr marL="357188" indent="-357188">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Speedometer drive seal.</a:t>
            </a:r>
          </a:p>
          <a:p>
            <a:pPr marL="357188" indent="-357188">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Electrical switches.</a:t>
            </a:r>
          </a:p>
          <a:p>
            <a:pPr marL="357188" indent="-357188">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Case porosity.</a:t>
            </a:r>
          </a:p>
          <a:p>
            <a:pPr marL="357188" indent="-357188">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Transaxle rear cover and final drive cover.</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Fluid Leaks">
    <p:spTree>
      <p:nvGrpSpPr>
        <p:cNvPr id="1" name=""/>
        <p:cNvGrpSpPr/>
        <p:nvPr/>
      </p:nvGrpSpPr>
      <p:grpSpPr>
        <a:xfrm>
          <a:off x="0" y="0"/>
          <a:ext cx="0" cy="0"/>
          <a:chOff x="0" y="0"/>
          <a:chExt cx="0" cy="0"/>
        </a:xfrm>
      </p:grpSpPr>
      <p:sp>
        <p:nvSpPr>
          <p:cNvPr id="2" name="Title 3"/>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Fluid Leaks</a:t>
            </a:r>
          </a:p>
        </p:txBody>
      </p:sp>
      <p:sp>
        <p:nvSpPr>
          <p:cNvPr id="3" name="Content Placeholder 4"/>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7188" indent="-357188">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Pan gaskets are common leak areas.</a:t>
            </a:r>
          </a:p>
          <a:p>
            <a:pPr marL="357188" indent="-357188">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Remove the inspection cover to inspect the torque converter for leaks.</a:t>
            </a:r>
          </a:p>
          <a:p>
            <a:pPr marL="357188" indent="-357188">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Check extension housing and axle seals.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ources of Transaxle Fluid Leaks">
    <p:spTree>
      <p:nvGrpSpPr>
        <p:cNvPr id="1" name=""/>
        <p:cNvGrpSpPr/>
        <p:nvPr/>
      </p:nvGrpSpPr>
      <p:grpSpPr>
        <a:xfrm>
          <a:off x="0" y="0"/>
          <a:ext cx="0" cy="0"/>
          <a:chOff x="0" y="0"/>
          <a:chExt cx="0" cy="0"/>
        </a:xfrm>
      </p:grpSpPr>
      <p:sp>
        <p:nvSpPr>
          <p:cNvPr id="3" name="Title 3"/>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Sources of Transaxle Fluid Leaks</a:t>
            </a:r>
          </a:p>
        </p:txBody>
      </p:sp>
      <p:pic>
        <p:nvPicPr>
          <p:cNvPr id="9" name="Picture Placeholder 8" descr="The possible sources of fluid leaks on a transaxle with parts labeled as follows: Input speed sensor, Output speed sensor, Chain cover, Shift linkage seal, Transaxle oil pan, Band adjustment screw, and Long stub shaft seal.">
            <a:extLst>
              <a:ext uri="{FF2B5EF4-FFF2-40B4-BE49-F238E27FC236}">
                <a16:creationId xmlns:a16="http://schemas.microsoft.com/office/drawing/2014/main" id="{8B01BFED-4413-17B8-CD5A-2D350C82AD79}"/>
              </a:ext>
            </a:extLst>
          </p:cNvPr>
          <p:cNvPicPr>
            <a:picLocks noGrp="1" noChangeAspect="1"/>
          </p:cNvPicPr>
          <p:nvPr>
            <p:ph type="pic" sz="quarter" idx="12"/>
          </p:nvPr>
        </p:nvPicPr>
        <p:blipFill>
          <a:blip r:embed="rId3"/>
          <a:srcRect b="8637"/>
          <a:stretch/>
        </p:blipFill>
        <p:spPr>
          <a:xfrm>
            <a:off x="3712772" y="1606972"/>
            <a:ext cx="4766456" cy="4412827"/>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Electrical Connections">
    <p:spTree>
      <p:nvGrpSpPr>
        <p:cNvPr id="1" name=""/>
        <p:cNvGrpSpPr/>
        <p:nvPr/>
      </p:nvGrpSpPr>
      <p:grpSpPr>
        <a:xfrm>
          <a:off x="0" y="0"/>
          <a:ext cx="0" cy="0"/>
          <a:chOff x="0" y="0"/>
          <a:chExt cx="0" cy="0"/>
        </a:xfrm>
      </p:grpSpPr>
      <p:sp>
        <p:nvSpPr>
          <p:cNvPr id="2" name="Title 2"/>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Electrical Connections</a:t>
            </a:r>
          </a:p>
        </p:txBody>
      </p:sp>
      <p:sp>
        <p:nvSpPr>
          <p:cNvPr id="3" name="Content Placeholder 3"/>
          <p:cNvSpPr txBox="1">
            <a:spLocks noGrp="1"/>
          </p:cNvSpPr>
          <p:nvPr>
            <p:ph type="body" idx="1"/>
          </p:nvPr>
        </p:nvSpPr>
        <p:spPr>
          <a:xfrm>
            <a:off x="476845" y="1563626"/>
            <a:ext cx="6228756" cy="3389373"/>
          </a:xfrm>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7188" indent="-357188">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Check all electrical connections to the transmission.</a:t>
            </a:r>
          </a:p>
          <a:p>
            <a:pPr marL="357188" indent="-357188">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Corrosion on transmission range sensor connections can cause erratic shifts.</a:t>
            </a:r>
          </a:p>
          <a:p>
            <a:pPr marL="357188" indent="-357188">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Verify connections are clean and tight.</a:t>
            </a:r>
          </a:p>
        </p:txBody>
      </p:sp>
      <p:pic>
        <p:nvPicPr>
          <p:cNvPr id="9" name="Picture Placeholder 8" descr="A technician disconnects an electrical connector for the inspection to be carried out.">
            <a:extLst>
              <a:ext uri="{FF2B5EF4-FFF2-40B4-BE49-F238E27FC236}">
                <a16:creationId xmlns:a16="http://schemas.microsoft.com/office/drawing/2014/main" id="{37FD6AD2-AB07-EE32-E153-1884248B977B}"/>
              </a:ext>
            </a:extLst>
          </p:cNvPr>
          <p:cNvPicPr>
            <a:picLocks noGrp="1" noChangeAspect="1"/>
          </p:cNvPicPr>
          <p:nvPr>
            <p:ph type="pic" sz="quarter" idx="12"/>
          </p:nvPr>
        </p:nvPicPr>
        <p:blipFill>
          <a:blip r:embed="rId3"/>
          <a:srcRect b="10887"/>
          <a:stretch/>
        </p:blipFill>
        <p:spPr>
          <a:xfrm>
            <a:off x="7162800" y="1828800"/>
            <a:ext cx="4461368" cy="3810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Checking Mounts">
    <p:spTree>
      <p:nvGrpSpPr>
        <p:cNvPr id="1" name=""/>
        <p:cNvGrpSpPr/>
        <p:nvPr/>
      </p:nvGrpSpPr>
      <p:grpSpPr>
        <a:xfrm>
          <a:off x="0" y="0"/>
          <a:ext cx="0" cy="0"/>
          <a:chOff x="0" y="0"/>
          <a:chExt cx="0" cy="0"/>
        </a:xfrm>
      </p:grpSpPr>
      <p:sp>
        <p:nvSpPr>
          <p:cNvPr id="2" name="Title 7"/>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Checking Mounts</a:t>
            </a:r>
          </a:p>
        </p:txBody>
      </p:sp>
      <p:sp>
        <p:nvSpPr>
          <p:cNvPr id="3" name="Content Placeholder 8"/>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7188" indent="-357188">
              <a:spcBef>
                <a:spcPts val="638"/>
              </a:spcBef>
              <a:buSzPct val="100000"/>
              <a:buFont typeface="Arial" panose="020B0604020202020204" pitchFamily="34" charset="0"/>
              <a:buChar char="•"/>
            </a:pPr>
            <a:r>
              <a:rPr lang="en-US" sz="2600" dirty="0">
                <a:solidFill>
                  <a:schemeClr val="tx1"/>
                </a:solidFill>
                <a:latin typeface="Work Sans" pitchFamily="2" charset="0"/>
              </a:rPr>
              <a:t>Engine and transmission mounts are important to transaxle operation.</a:t>
            </a:r>
          </a:p>
          <a:p>
            <a:pPr marL="357188" indent="-357188">
              <a:spcBef>
                <a:spcPts val="638"/>
              </a:spcBef>
              <a:buSzPct val="100000"/>
              <a:buFont typeface="Arial" panose="020B0604020202020204" pitchFamily="34" charset="0"/>
              <a:buChar char="•"/>
            </a:pPr>
            <a:r>
              <a:rPr lang="en-US" sz="2600" dirty="0">
                <a:solidFill>
                  <a:schemeClr val="tx1"/>
                </a:solidFill>
                <a:latin typeface="Work Sans" pitchFamily="2" charset="0"/>
              </a:rPr>
              <a:t>Inspect mounts for looseness and cracks.</a:t>
            </a:r>
          </a:p>
          <a:p>
            <a:pPr marL="357188" indent="-357188">
              <a:spcBef>
                <a:spcPts val="638"/>
              </a:spcBef>
              <a:buSzPct val="100000"/>
              <a:buFont typeface="Arial" panose="020B0604020202020204" pitchFamily="34" charset="0"/>
              <a:buChar char="•"/>
            </a:pPr>
            <a:r>
              <a:rPr lang="en-US" sz="2600" dirty="0">
                <a:solidFill>
                  <a:schemeClr val="tx1"/>
                </a:solidFill>
                <a:latin typeface="Work Sans" pitchFamily="2" charset="0"/>
              </a:rPr>
              <a:t>Watch the torque reaction when applying power in forward and reverse.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Transaxle Mount Inspection">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Transaxle Mount Inspection</a:t>
            </a:r>
          </a:p>
        </p:txBody>
      </p:sp>
      <p:pic>
        <p:nvPicPr>
          <p:cNvPr id="9" name="Picture Placeholder 8" descr="The transaxle and engine mount components are set and ready for inspection.">
            <a:extLst>
              <a:ext uri="{FF2B5EF4-FFF2-40B4-BE49-F238E27FC236}">
                <a16:creationId xmlns:a16="http://schemas.microsoft.com/office/drawing/2014/main" id="{013DAD2A-4673-7C34-74B7-C90838FDBA81}"/>
              </a:ext>
            </a:extLst>
          </p:cNvPr>
          <p:cNvPicPr>
            <a:picLocks noGrp="1" noChangeAspect="1"/>
          </p:cNvPicPr>
          <p:nvPr>
            <p:ph type="pic" sz="quarter" idx="12"/>
          </p:nvPr>
        </p:nvPicPr>
        <p:blipFill>
          <a:blip r:embed="rId3"/>
          <a:srcRect b="10953"/>
          <a:stretch/>
        </p:blipFill>
        <p:spPr>
          <a:xfrm>
            <a:off x="3176502" y="1522281"/>
            <a:ext cx="5838997" cy="4497519"/>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Knowledge Check (2 of 3)</a:t>
            </a:r>
          </a:p>
        </p:txBody>
      </p:sp>
      <p:sp>
        <p:nvSpPr>
          <p:cNvPr id="4" name="Text Placeholder 3">
            <a:extLst>
              <a:ext uri="{FF2B5EF4-FFF2-40B4-BE49-F238E27FC236}">
                <a16:creationId xmlns:a16="http://schemas.microsoft.com/office/drawing/2014/main" id="{75513F70-07C9-1188-A028-0740984358C3}"/>
              </a:ext>
            </a:extLst>
          </p:cNvPr>
          <p:cNvSpPr>
            <a:spLocks noGrp="1"/>
          </p:cNvSpPr>
          <p:nvPr>
            <p:ph type="body" idx="1"/>
          </p:nvPr>
        </p:nvSpPr>
        <p:spPr/>
        <p:txBody>
          <a:bodyPr/>
          <a:lstStyle/>
          <a:p>
            <a:pPr marL="0" indent="0">
              <a:buNone/>
            </a:pPr>
            <a:r>
              <a:rPr lang="en-US" sz="2600" dirty="0">
                <a:solidFill>
                  <a:schemeClr val="tx1"/>
                </a:solidFill>
                <a:latin typeface="Work Sans" pitchFamily="2" charset="0"/>
              </a:rPr>
              <a:t>Technician A says any engine movement can affect the gear engagement. Technician B says delayed shifts can be caused by defective mounts. </a:t>
            </a:r>
          </a:p>
          <a:p>
            <a:pPr marL="0" indent="0">
              <a:buNone/>
            </a:pPr>
            <a:r>
              <a:rPr lang="en-US" sz="2600" dirty="0">
                <a:solidFill>
                  <a:schemeClr val="tx1"/>
                </a:solidFill>
                <a:latin typeface="Work Sans" pitchFamily="2" charset="0"/>
              </a:rPr>
              <a:t>Who is correct?</a:t>
            </a:r>
          </a:p>
        </p:txBody>
      </p:sp>
    </p:spTree>
    <p:extLst>
      <p:ext uri="{BB962C8B-B14F-4D97-AF65-F5344CB8AC3E}">
        <p14:creationId xmlns:p14="http://schemas.microsoft.com/office/powerpoint/2010/main" val="31637515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Knowledge Check Answer (2 of 3)</a:t>
            </a:r>
          </a:p>
        </p:txBody>
      </p:sp>
      <p:sp>
        <p:nvSpPr>
          <p:cNvPr id="4" name="Text Placeholder 3">
            <a:extLst>
              <a:ext uri="{FF2B5EF4-FFF2-40B4-BE49-F238E27FC236}">
                <a16:creationId xmlns:a16="http://schemas.microsoft.com/office/drawing/2014/main" id="{18CB0A82-E3AB-1368-84AD-D4D5BA03FF39}"/>
              </a:ext>
            </a:extLst>
          </p:cNvPr>
          <p:cNvSpPr>
            <a:spLocks noGrp="1"/>
          </p:cNvSpPr>
          <p:nvPr>
            <p:ph type="body" idx="1"/>
          </p:nvPr>
        </p:nvSpPr>
        <p:spPr/>
        <p:txBody>
          <a:bodyPr/>
          <a:lstStyle/>
          <a:p>
            <a:pPr marL="0" indent="0">
              <a:buNone/>
            </a:pPr>
            <a:r>
              <a:rPr lang="en-US" sz="2600" dirty="0">
                <a:solidFill>
                  <a:schemeClr val="tx1"/>
                </a:solidFill>
                <a:latin typeface="Work Sans" pitchFamily="2" charset="0"/>
              </a:rPr>
              <a:t>Technician A says any engine movement can affect the gear engagement.</a:t>
            </a:r>
          </a:p>
          <a:p>
            <a:pPr marL="0" indent="0">
              <a:spcAft>
                <a:spcPts val="2400"/>
              </a:spcAft>
              <a:buNone/>
            </a:pPr>
            <a:r>
              <a:rPr lang="en-US" sz="2600" dirty="0">
                <a:solidFill>
                  <a:schemeClr val="tx1"/>
                </a:solidFill>
                <a:latin typeface="Work Sans" pitchFamily="2" charset="0"/>
              </a:rPr>
              <a:t>Technician B says delayed shifts can be caused by defective mounts.</a:t>
            </a:r>
          </a:p>
          <a:p>
            <a:pPr marL="0" indent="0">
              <a:spcAft>
                <a:spcPts val="2400"/>
              </a:spcAft>
              <a:buNone/>
            </a:pPr>
            <a:r>
              <a:rPr lang="en-US" sz="2600" dirty="0">
                <a:solidFill>
                  <a:schemeClr val="tx1"/>
                </a:solidFill>
                <a:latin typeface="Work Sans" pitchFamily="2" charset="0"/>
              </a:rPr>
              <a:t>Who is correct?</a:t>
            </a:r>
          </a:p>
          <a:p>
            <a:pPr marL="714375" indent="0">
              <a:buNone/>
            </a:pPr>
            <a:r>
              <a:rPr lang="en-US" sz="2600" b="1" dirty="0">
                <a:solidFill>
                  <a:schemeClr val="tx1"/>
                </a:solidFill>
                <a:latin typeface="Work Sans" pitchFamily="2" charset="0"/>
              </a:rPr>
              <a:t>Answer: </a:t>
            </a:r>
            <a:r>
              <a:rPr lang="en-US" sz="2600" dirty="0">
                <a:solidFill>
                  <a:schemeClr val="tx1"/>
                </a:solidFill>
                <a:latin typeface="Work Sans" pitchFamily="2" charset="0"/>
              </a:rPr>
              <a:t>Both Technician A and B</a:t>
            </a:r>
          </a:p>
        </p:txBody>
      </p:sp>
    </p:spTree>
    <p:extLst>
      <p:ext uri="{BB962C8B-B14F-4D97-AF65-F5344CB8AC3E}">
        <p14:creationId xmlns:p14="http://schemas.microsoft.com/office/powerpoint/2010/main" val="6331320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Transmission Cooler Inspection">
    <p:spTree>
      <p:nvGrpSpPr>
        <p:cNvPr id="1" name=""/>
        <p:cNvGrpSpPr/>
        <p:nvPr/>
      </p:nvGrpSpPr>
      <p:grpSpPr>
        <a:xfrm>
          <a:off x="0" y="0"/>
          <a:ext cx="0" cy="0"/>
          <a:chOff x="0" y="0"/>
          <a:chExt cx="0" cy="0"/>
        </a:xfrm>
      </p:grpSpPr>
      <p:sp>
        <p:nvSpPr>
          <p:cNvPr id="3" name="Title 3"/>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Transmission Cooler Inspection</a:t>
            </a:r>
          </a:p>
        </p:txBody>
      </p:sp>
      <p:sp>
        <p:nvSpPr>
          <p:cNvPr id="2" name="Rectangle 3"/>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7188" indent="-357188">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Check the engine cooling system.</a:t>
            </a:r>
          </a:p>
          <a:p>
            <a:pPr marL="357188" indent="-357188">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Inspect the fluid lines between the cooler and transmission.</a:t>
            </a:r>
          </a:p>
          <a:p>
            <a:pPr marL="357188" indent="-357188">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Inspect the engine coolant for signs of transmission fluid.</a:t>
            </a:r>
          </a:p>
          <a:p>
            <a:pPr marL="357188" indent="-357188">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Inspect the transmission fluid for signs of engine coolant.</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Transmission Cooler">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Transmission Cooler</a:t>
            </a:r>
          </a:p>
        </p:txBody>
      </p:sp>
      <p:pic>
        <p:nvPicPr>
          <p:cNvPr id="9" name="Picture Placeholder 8" descr="A person performs the process of checking transmission for leaks and restrictions using the shop air supply with a pressure regulator. The labeled parts are as follows: Container, Drain hose, and Blowgun.">
            <a:extLst>
              <a:ext uri="{FF2B5EF4-FFF2-40B4-BE49-F238E27FC236}">
                <a16:creationId xmlns:a16="http://schemas.microsoft.com/office/drawing/2014/main" id="{20C5B65C-DA17-ECF9-F3A9-FD05B9FEB418}"/>
              </a:ext>
            </a:extLst>
          </p:cNvPr>
          <p:cNvPicPr>
            <a:picLocks noGrp="1" noChangeAspect="1"/>
          </p:cNvPicPr>
          <p:nvPr>
            <p:ph type="pic" sz="quarter" idx="12"/>
          </p:nvPr>
        </p:nvPicPr>
        <p:blipFill>
          <a:blip r:embed="rId3"/>
          <a:srcRect b="9063"/>
          <a:stretch/>
        </p:blipFill>
        <p:spPr>
          <a:xfrm>
            <a:off x="3585222" y="1706813"/>
            <a:ext cx="5021556" cy="4125026"/>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Road Testing the Vehicle">
    <p:spTree>
      <p:nvGrpSpPr>
        <p:cNvPr id="1" name=""/>
        <p:cNvGrpSpPr/>
        <p:nvPr/>
      </p:nvGrpSpPr>
      <p:grpSpPr>
        <a:xfrm>
          <a:off x="0" y="0"/>
          <a:ext cx="0" cy="0"/>
          <a:chOff x="0" y="0"/>
          <a:chExt cx="0" cy="0"/>
        </a:xfrm>
      </p:grpSpPr>
      <p:sp>
        <p:nvSpPr>
          <p:cNvPr id="3" name="Title 3"/>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Road Testing the Vehicle</a:t>
            </a:r>
          </a:p>
        </p:txBody>
      </p:sp>
      <p:sp>
        <p:nvSpPr>
          <p:cNvPr id="2" name="Rectangle 3"/>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0" indent="0">
              <a:spcBef>
                <a:spcPts val="624"/>
              </a:spcBef>
              <a:spcAft>
                <a:spcPts val="600"/>
              </a:spcAft>
              <a:buNone/>
            </a:pPr>
            <a:r>
              <a:rPr lang="en-US" sz="2600" b="1" dirty="0">
                <a:solidFill>
                  <a:schemeClr val="tx1"/>
                </a:solidFill>
                <a:latin typeface="Work Sans" pitchFamily="2" charset="0"/>
              </a:rPr>
              <a:t>43.04 Describe how to road test the vehicle to diagnose noise and vibration concerns.</a:t>
            </a:r>
            <a:endParaRPr lang="en-US" sz="2600" dirty="0">
              <a:solidFill>
                <a:schemeClr val="tx1"/>
              </a:solidFill>
              <a:latin typeface="Work Sans" pitchFamily="2" charset="0"/>
            </a:endParaRPr>
          </a:p>
          <a:p>
            <a:pPr marL="357188" indent="-357188">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Drive the vehicle in a normal manner.</a:t>
            </a:r>
          </a:p>
          <a:p>
            <a:pPr marL="357188" indent="-357188">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Note pressure and gear changes.</a:t>
            </a:r>
          </a:p>
          <a:p>
            <a:pPr marL="357188" indent="-357188">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Monitor computer inputs and outputs if available.</a:t>
            </a:r>
          </a:p>
          <a:p>
            <a:pPr marL="357188" indent="-357188">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Duplicate the customer’s complaint.</a:t>
            </a:r>
          </a:p>
          <a:p>
            <a:pPr marL="357188" indent="-357188">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Determine if the problem is really being caused by the transmission.</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Road Test Data">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Typical Road Test Data</a:t>
            </a:r>
          </a:p>
        </p:txBody>
      </p:sp>
      <p:pic>
        <p:nvPicPr>
          <p:cNvPr id="9" name="Picture Placeholder 8" descr="A table depicts an example of test drive scan data. The table has eight rows and two columns. The row-wise data are as follows: row 1. Transmission Fluid Temperature (degree Fahrenheit), 187.35 (highlighted). row 2. Transmission range, drive. row 3. Transmission slip condition - shift event type identifier, blank. row 4. Transmission slip condition - total distance (mi), 20086.13. row 5. Transmission slip condition - vehicle speed (m p h), 41.63. row 6. Turbine shaft speed (R P M), 3666.00. row 7. Upshift record by engine request, Off. row 8. Vehicle speed (m p h), 53.44.">
            <a:extLst>
              <a:ext uri="{FF2B5EF4-FFF2-40B4-BE49-F238E27FC236}">
                <a16:creationId xmlns:a16="http://schemas.microsoft.com/office/drawing/2014/main" id="{33FE3DC9-AACF-D977-6A5A-A4425071E9B6}"/>
              </a:ext>
            </a:extLst>
          </p:cNvPr>
          <p:cNvPicPr>
            <a:picLocks noGrp="1" noChangeAspect="1"/>
          </p:cNvPicPr>
          <p:nvPr>
            <p:ph type="pic" sz="quarter" idx="12"/>
          </p:nvPr>
        </p:nvPicPr>
        <p:blipFill>
          <a:blip r:embed="rId3"/>
          <a:srcRect b="9368"/>
          <a:stretch/>
        </p:blipFill>
        <p:spPr>
          <a:xfrm>
            <a:off x="2001179" y="1739536"/>
            <a:ext cx="8189643" cy="4280264"/>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Diagnosis of Noise and&#10;Vibration Problems">
    <p:spTree>
      <p:nvGrpSpPr>
        <p:cNvPr id="1" name=""/>
        <p:cNvGrpSpPr/>
        <p:nvPr/>
      </p:nvGrpSpPr>
      <p:grpSpPr>
        <a:xfrm>
          <a:off x="0" y="0"/>
          <a:ext cx="0" cy="0"/>
          <a:chOff x="0" y="0"/>
          <a:chExt cx="0" cy="0"/>
        </a:xfrm>
      </p:grpSpPr>
      <p:sp>
        <p:nvSpPr>
          <p:cNvPr id="3" name="Title 3"/>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Diagnosis of Noise and Vibration Problems</a:t>
            </a:r>
          </a:p>
        </p:txBody>
      </p:sp>
      <p:sp>
        <p:nvSpPr>
          <p:cNvPr id="2" name="Content Placeholder 10"/>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7188" indent="-357188">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Many noise and vibration problems may be caused by things other than the transmission.</a:t>
            </a:r>
          </a:p>
          <a:p>
            <a:pPr marL="714375" lvl="1" indent="-357188">
              <a:spcBef>
                <a:spcPts val="624"/>
              </a:spcBef>
              <a:spcAft>
                <a:spcPts val="600"/>
              </a:spcAft>
              <a:buSzPct val="100000"/>
            </a:pPr>
            <a:r>
              <a:rPr lang="en-US" dirty="0">
                <a:solidFill>
                  <a:schemeClr val="tx1"/>
                </a:solidFill>
                <a:latin typeface="Work Sans" pitchFamily="2" charset="0"/>
              </a:rPr>
              <a:t>Engine.</a:t>
            </a:r>
          </a:p>
          <a:p>
            <a:pPr marL="714375" lvl="1" indent="-357188">
              <a:spcBef>
                <a:spcPts val="624"/>
              </a:spcBef>
              <a:spcAft>
                <a:spcPts val="600"/>
              </a:spcAft>
              <a:buSzPct val="100000"/>
            </a:pPr>
            <a:r>
              <a:rPr lang="en-US" dirty="0">
                <a:solidFill>
                  <a:schemeClr val="tx1"/>
                </a:solidFill>
                <a:latin typeface="Work Sans" pitchFamily="2" charset="0"/>
              </a:rPr>
              <a:t>Drive shaft, U-joints, or CV joints.</a:t>
            </a:r>
          </a:p>
          <a:p>
            <a:pPr marL="714375" lvl="1" indent="-357188">
              <a:spcBef>
                <a:spcPts val="624"/>
              </a:spcBef>
              <a:spcAft>
                <a:spcPts val="600"/>
              </a:spcAft>
              <a:buSzPct val="100000"/>
            </a:pPr>
            <a:r>
              <a:rPr lang="en-US" dirty="0">
                <a:solidFill>
                  <a:schemeClr val="tx1"/>
                </a:solidFill>
                <a:latin typeface="Work Sans" pitchFamily="2" charset="0"/>
              </a:rPr>
              <a:t>Wheel bearings.</a:t>
            </a:r>
          </a:p>
          <a:p>
            <a:pPr marL="714375" lvl="1" indent="-357188">
              <a:spcBef>
                <a:spcPts val="624"/>
              </a:spcBef>
              <a:spcAft>
                <a:spcPts val="600"/>
              </a:spcAft>
              <a:buSzPct val="100000"/>
            </a:pPr>
            <a:r>
              <a:rPr lang="en-US" dirty="0">
                <a:solidFill>
                  <a:schemeClr val="tx1"/>
                </a:solidFill>
                <a:latin typeface="Work Sans" pitchFamily="2" charset="0"/>
              </a:rPr>
              <a:t>Wheel/tire imbalance.</a:t>
            </a:r>
          </a:p>
          <a:p>
            <a:pPr marL="714375" lvl="1" indent="-357188">
              <a:spcBef>
                <a:spcPts val="624"/>
              </a:spcBef>
              <a:spcAft>
                <a:spcPts val="600"/>
              </a:spcAft>
              <a:buSzPct val="100000"/>
            </a:pPr>
            <a:r>
              <a:rPr lang="en-US" dirty="0">
                <a:solidFill>
                  <a:schemeClr val="tx1"/>
                </a:solidFill>
                <a:latin typeface="Work Sans" pitchFamily="2" charset="0"/>
              </a:rPr>
              <a:t>Other conditions.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Diagnosis (Cont.)">
    <p:spTree>
      <p:nvGrpSpPr>
        <p:cNvPr id="1" name=""/>
        <p:cNvGrpSpPr/>
        <p:nvPr/>
      </p:nvGrpSpPr>
      <p:grpSpPr>
        <a:xfrm>
          <a:off x="0" y="0"/>
          <a:ext cx="0" cy="0"/>
          <a:chOff x="0" y="0"/>
          <a:chExt cx="0" cy="0"/>
        </a:xfrm>
      </p:grpSpPr>
      <p:sp>
        <p:nvSpPr>
          <p:cNvPr id="2" name="Title 5"/>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Diagnosis </a:t>
            </a:r>
          </a:p>
        </p:txBody>
      </p:sp>
      <p:sp>
        <p:nvSpPr>
          <p:cNvPr id="3" name="Content Placeholder 6"/>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457200" indent="-457200">
              <a:spcBef>
                <a:spcPts val="638"/>
              </a:spcBef>
              <a:buSzPct val="100000"/>
              <a:buFont typeface="Arial" panose="020B0604020202020204" pitchFamily="34" charset="0"/>
              <a:buChar char="•"/>
            </a:pPr>
            <a:r>
              <a:rPr lang="en-US" sz="2600" dirty="0">
                <a:solidFill>
                  <a:schemeClr val="tx1"/>
                </a:solidFill>
                <a:latin typeface="Work Sans" pitchFamily="2" charset="0"/>
              </a:rPr>
              <a:t>Most vibration problems are caused by an unbalanced torque converter, a poorly mounted torque converter, or faulty output shaft.</a:t>
            </a:r>
          </a:p>
          <a:p>
            <a:pPr marL="457200" indent="-457200">
              <a:spcBef>
                <a:spcPts val="638"/>
              </a:spcBef>
              <a:buSzPct val="100000"/>
              <a:buFont typeface="Arial" panose="020B0604020202020204" pitchFamily="34" charset="0"/>
              <a:buChar char="•"/>
            </a:pPr>
            <a:r>
              <a:rPr lang="en-US" sz="2600" dirty="0">
                <a:solidFill>
                  <a:schemeClr val="tx1"/>
                </a:solidFill>
                <a:latin typeface="Work Sans" pitchFamily="2" charset="0"/>
              </a:rPr>
              <a:t>Noise problems are best diagnosed by paying careful attention to the speed and condition at which the noise occurs.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Checking the Torque Converter">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Checking the Torque Converter (1 of 2)</a:t>
            </a:r>
          </a:p>
        </p:txBody>
      </p:sp>
      <p:sp>
        <p:nvSpPr>
          <p:cNvPr id="3"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0" indent="0">
              <a:buNone/>
            </a:pPr>
            <a:r>
              <a:rPr lang="en-US" sz="2600" b="1" dirty="0">
                <a:solidFill>
                  <a:schemeClr val="tx1"/>
                </a:solidFill>
                <a:latin typeface="Work Sans" pitchFamily="2" charset="0"/>
              </a:rPr>
              <a:t>43.05 Perform torque converter tests.</a:t>
            </a:r>
            <a:endParaRPr lang="en-US" sz="2600" dirty="0">
              <a:solidFill>
                <a:schemeClr val="tx1"/>
              </a:solidFill>
              <a:latin typeface="Work Sans" pitchFamily="2" charset="0"/>
            </a:endParaRPr>
          </a:p>
          <a:p>
            <a:pPr marL="357188" indent="-357188">
              <a:spcBef>
                <a:spcPts val="638"/>
              </a:spcBef>
              <a:buSzPct val="100000"/>
              <a:buFont typeface="Arial" panose="020B0604020202020204" pitchFamily="34" charset="0"/>
              <a:buChar char="•"/>
            </a:pPr>
            <a:r>
              <a:rPr lang="en-US" sz="2600" dirty="0">
                <a:solidFill>
                  <a:schemeClr val="tx1"/>
                </a:solidFill>
                <a:latin typeface="Work Sans" pitchFamily="2" charset="0"/>
              </a:rPr>
              <a:t>Torque converter problems may include:</a:t>
            </a:r>
          </a:p>
          <a:p>
            <a:pPr marL="714375" indent="-358775">
              <a:spcBef>
                <a:spcPts val="638"/>
              </a:spcBef>
              <a:buSzPct val="100000"/>
              <a:buFont typeface="Arial" panose="020B0604020202020204" pitchFamily="34" charset="0"/>
              <a:buChar char="–"/>
            </a:pPr>
            <a:r>
              <a:rPr lang="en-US" sz="2600" dirty="0">
                <a:solidFill>
                  <a:schemeClr val="tx1"/>
                </a:solidFill>
                <a:latin typeface="Work Sans" pitchFamily="2" charset="0"/>
              </a:rPr>
              <a:t>Abnormal noises.</a:t>
            </a:r>
          </a:p>
          <a:p>
            <a:pPr marL="714375" lvl="1" indent="-358775">
              <a:spcBef>
                <a:spcPts val="558"/>
              </a:spcBef>
              <a:spcAft>
                <a:spcPts val="1417"/>
              </a:spcAft>
              <a:buSzPct val="100000"/>
              <a:buFont typeface="Arial" panose="020B0604020202020204" pitchFamily="34" charset="0"/>
              <a:buChar char="–"/>
            </a:pPr>
            <a:r>
              <a:rPr lang="en-US" sz="2600" dirty="0">
                <a:solidFill>
                  <a:schemeClr val="tx1"/>
                </a:solidFill>
                <a:latin typeface="Work Sans" pitchFamily="2" charset="0"/>
              </a:rPr>
              <a:t>Poor acceleration in all gears.</a:t>
            </a:r>
          </a:p>
          <a:p>
            <a:pPr marL="714375" lvl="1" indent="-358775">
              <a:spcBef>
                <a:spcPts val="558"/>
              </a:spcBef>
              <a:spcAft>
                <a:spcPts val="1417"/>
              </a:spcAft>
              <a:buSzPct val="100000"/>
              <a:buFont typeface="Arial" panose="020B0604020202020204" pitchFamily="34" charset="0"/>
              <a:buChar char="–"/>
            </a:pPr>
            <a:r>
              <a:rPr lang="en-US" sz="2600" dirty="0">
                <a:solidFill>
                  <a:schemeClr val="tx1"/>
                </a:solidFill>
                <a:latin typeface="Work Sans" pitchFamily="2" charset="0"/>
              </a:rPr>
              <a:t>Normal acceleration but poor high speed performance.</a:t>
            </a:r>
          </a:p>
          <a:p>
            <a:pPr marL="714375" lvl="1" indent="-358775">
              <a:spcBef>
                <a:spcPts val="558"/>
              </a:spcBef>
              <a:spcAft>
                <a:spcPts val="1417"/>
              </a:spcAft>
              <a:buSzPct val="100000"/>
              <a:buFont typeface="Arial" panose="020B0604020202020204" pitchFamily="34" charset="0"/>
              <a:buChar char="–"/>
            </a:pPr>
            <a:r>
              <a:rPr lang="en-US" sz="2600" dirty="0">
                <a:solidFill>
                  <a:schemeClr val="tx1"/>
                </a:solidFill>
                <a:latin typeface="Work Sans" pitchFamily="2" charset="0"/>
              </a:rPr>
              <a:t>Transmission overheating.</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Checking the Torque Converter (Cont.)">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Checking the Torque Converter (2 of 2)</a:t>
            </a:r>
          </a:p>
        </p:txBody>
      </p:sp>
      <p:sp>
        <p:nvSpPr>
          <p:cNvPr id="3"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7188" indent="-357188">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An out-of-round converter can cause a complaint of shuddering during TCC engagement or disengagement.</a:t>
            </a:r>
          </a:p>
          <a:p>
            <a:pPr marL="357188" indent="-357188">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A stall test checks the converter stator clutch’s holding ability as well as the transmission’s clutches and bands.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TC-Related Cooler Problems">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solidFill>
                  <a:schemeClr val="tx1"/>
                </a:solidFill>
              </a:rPr>
              <a:t>Converter-Related Cooler Problems</a:t>
            </a:r>
          </a:p>
        </p:txBody>
      </p:sp>
      <p:sp>
        <p:nvSpPr>
          <p:cNvPr id="3"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7188" indent="-357188">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Vehicles with a torque converter clutch may stall when placed into reverse.</a:t>
            </a:r>
          </a:p>
          <a:p>
            <a:pPr marL="714375" lvl="1" indent="-357188">
              <a:spcBef>
                <a:spcPts val="624"/>
              </a:spcBef>
              <a:spcAft>
                <a:spcPts val="600"/>
              </a:spcAft>
              <a:buSzPct val="100000"/>
            </a:pPr>
            <a:r>
              <a:rPr lang="en-US" dirty="0">
                <a:solidFill>
                  <a:schemeClr val="tx1"/>
                </a:solidFill>
                <a:latin typeface="Work Sans" pitchFamily="2" charset="0"/>
              </a:rPr>
              <a:t>A plugged cooler or cooler lines can prevent pressure from exhausting in the TC.</a:t>
            </a:r>
          </a:p>
          <a:p>
            <a:pPr marL="714375" lvl="1" indent="-357188">
              <a:spcBef>
                <a:spcPts val="624"/>
              </a:spcBef>
              <a:spcAft>
                <a:spcPts val="600"/>
              </a:spcAft>
              <a:buSzPct val="100000"/>
            </a:pPr>
            <a:r>
              <a:rPr lang="en-US" dirty="0">
                <a:solidFill>
                  <a:schemeClr val="tx1"/>
                </a:solidFill>
                <a:latin typeface="Work Sans" pitchFamily="2" charset="0"/>
              </a:rPr>
              <a:t>This keeps the TCC engaged and causes a stall.</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Diagnosing Hydraulic and Vacuum Control Systems">
    <p:spTree>
      <p:nvGrpSpPr>
        <p:cNvPr id="1" name=""/>
        <p:cNvGrpSpPr/>
        <p:nvPr/>
      </p:nvGrpSpPr>
      <p:grpSpPr>
        <a:xfrm>
          <a:off x="0" y="0"/>
          <a:ext cx="0" cy="0"/>
          <a:chOff x="0" y="0"/>
          <a:chExt cx="0" cy="0"/>
        </a:xfrm>
      </p:grpSpPr>
      <p:sp>
        <p:nvSpPr>
          <p:cNvPr id="2" name="Title 2"/>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Diagnosing Hydraulic and Vacuum Control Systems</a:t>
            </a:r>
          </a:p>
        </p:txBody>
      </p:sp>
      <p:sp>
        <p:nvSpPr>
          <p:cNvPr id="3" name="Content Placeholder 3"/>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0" indent="0">
              <a:spcBef>
                <a:spcPts val="624"/>
              </a:spcBef>
              <a:spcAft>
                <a:spcPts val="600"/>
              </a:spcAft>
              <a:buNone/>
            </a:pPr>
            <a:r>
              <a:rPr lang="en-US" sz="2600" b="1" dirty="0">
                <a:solidFill>
                  <a:schemeClr val="tx1"/>
                </a:solidFill>
                <a:latin typeface="Work Sans" pitchFamily="2" charset="0"/>
              </a:rPr>
              <a:t>43.06 Diagnose hydraulic control systems.</a:t>
            </a:r>
            <a:endParaRPr lang="en-US" sz="2600" dirty="0">
              <a:solidFill>
                <a:schemeClr val="tx1"/>
              </a:solidFill>
              <a:latin typeface="Work Sans" pitchFamily="2" charset="0"/>
            </a:endParaRPr>
          </a:p>
          <a:p>
            <a:pPr marL="357188" indent="-357188">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Check the basics first.</a:t>
            </a:r>
          </a:p>
          <a:p>
            <a:pPr marL="357188" indent="-357188">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Refer to an oil circuit chart.</a:t>
            </a:r>
          </a:p>
          <a:p>
            <a:pPr marL="357188" indent="-357188">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Determine what circuits, valves, and apply devices should be operating for each gear.</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Pressure Tests">
    <p:spTree>
      <p:nvGrpSpPr>
        <p:cNvPr id="1" name=""/>
        <p:cNvGrpSpPr/>
        <p:nvPr/>
      </p:nvGrpSpPr>
      <p:grpSpPr>
        <a:xfrm>
          <a:off x="0" y="0"/>
          <a:ext cx="0" cy="0"/>
          <a:chOff x="0" y="0"/>
          <a:chExt cx="0" cy="0"/>
        </a:xfrm>
      </p:grpSpPr>
      <p:sp>
        <p:nvSpPr>
          <p:cNvPr id="4" name="Title 4"/>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Pressure Tests</a:t>
            </a:r>
          </a:p>
        </p:txBody>
      </p:sp>
      <p:sp>
        <p:nvSpPr>
          <p:cNvPr id="2"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7188" indent="-357188">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Before conducting a pressure test on an electronic automatic transmission, check and correct all trouble codes retrieved from the system.</a:t>
            </a:r>
          </a:p>
          <a:p>
            <a:pPr marL="357188" indent="-357188">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Make sure the transmission fluid level and condition are okay.</a:t>
            </a:r>
          </a:p>
          <a:p>
            <a:pPr marL="357188" indent="-357188">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Connect gauges to test ports and route so that they can be seen on a test drive.</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Typical Pressure&#10;Test Specifications">
    <p:spTree>
      <p:nvGrpSpPr>
        <p:cNvPr id="1" name=""/>
        <p:cNvGrpSpPr/>
        <p:nvPr/>
      </p:nvGrpSpPr>
      <p:grpSpPr>
        <a:xfrm>
          <a:off x="0" y="0"/>
          <a:ext cx="0" cy="0"/>
          <a:chOff x="0" y="0"/>
          <a:chExt cx="0" cy="0"/>
        </a:xfrm>
      </p:grpSpPr>
      <p:sp>
        <p:nvSpPr>
          <p:cNvPr id="3" name="Title 3"/>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Typical Pressure Test Specifications</a:t>
            </a:r>
          </a:p>
        </p:txBody>
      </p:sp>
      <p:pic>
        <p:nvPicPr>
          <p:cNvPr id="9" name="Picture Placeholder 8" descr="A table depicts a typical oil pressure chart for an engine running at approximately 1,500 r p m. The table has eight rows and three columns. The column headers are Gear selector position, Actual gear, and Pressure taps, in order form left to right. The third column labeled Pressure taps is subdivided into six more sub divisions as follows: underdrive clutch, overdrive clutch, reverse clutch, torque converter clutch off, 2/4 clutch, and Low/reverse clutch, in order from left to right. The row-wise data reads, as follows: Row 1. Gear selector position, Park^asterisk 0 m p h; Actual gear, Park; Underdrive clutch, 0-2; Overdrive clutch, 0-5; Reverse clutch, 0-2; Torque converter clutch off, 60-110; 2/4 Clutch, 0-2; Low/reverse clutch, 115-145. Row 2. Gear selector position, Reverse^asterisk 0 m p h; Actual gear, Reverse; Underdrive clutch, 0-2; Overdrive clutch, 0-7; Reverse clutch, 165-235; Torque converter clutch off, 50-100; 2/4 clutch, 0-2; Low/reverse clutch, 165-235. Row 3. Gear selector position, Neutral^asterisk 0 m p h; Actual gear, Neutral; Underdrive clutch, 0-2; Overdrive clutch, 0-5; Reverse clutch, 0-2; Torque converter clutch off, 60-110; 2/4 clutch, 0-2; Low/reverse clutch, 115-145. Row 4. Gear selector position, L^hash 20 m p h; Actual gear, First; Underdrive clutch, 110-145; Overdrive clutch, 0-5; Reverse clutch, 0-2; Torque converter clutch off, 60-110; 2/4 clutch, 0-2; Low/reverse clutch, 115-145. Row 5. Gear selector position, 3^hash 30 m p h; Actual gear, Second; Underdrive clutch, 110-145; Overdrive clutch, 0-5; Reverse clutch, 0-2; Torque converter clutch off, 60-110; 2/4 clutch, 115-145; Low/reverse, 0-2. Row 6. Gear selector position, 3^hash 45 m p h; Actual gear, Direct; Underdrive clutch, 75-95; Overdrive clutch 75-95; Reverse clutch, 0-2; Torque converter clutch off, 60-90; 2/4 clutch, 0-2; Low/reverse clutch, 0-2. Row 7. Gear selector position, O D^hash 30 m p h; Actual gear, Overdrive; Underdrive clutch, 0-2; Overdrive clutch, 75-95; reverse clutch, 0-2; Torque converter clutch off, 60-90; 2/4 clutch, 75-95; low/reverse clutch, 0-2. Row 8. Gear selector position, O D^hash 50 m p h; Actual gear, Overdrive with T C C; Underdrive clutch, 0-2; Overdrive clutch, 75-95; Reverse clutch, 0-2; Torque converter clutch off, 0-5; 2/4, 75-95; Low/reverse clutch, 0-2.">
            <a:extLst>
              <a:ext uri="{FF2B5EF4-FFF2-40B4-BE49-F238E27FC236}">
                <a16:creationId xmlns:a16="http://schemas.microsoft.com/office/drawing/2014/main" id="{5E6A997B-500B-3695-D160-2A2054CAFEE6}"/>
              </a:ext>
            </a:extLst>
          </p:cNvPr>
          <p:cNvPicPr>
            <a:picLocks noGrp="1" noChangeAspect="1"/>
          </p:cNvPicPr>
          <p:nvPr>
            <p:ph type="pic" sz="quarter" idx="12"/>
          </p:nvPr>
        </p:nvPicPr>
        <p:blipFill>
          <a:blip r:embed="rId3"/>
          <a:srcRect b="10919"/>
          <a:stretch/>
        </p:blipFill>
        <p:spPr>
          <a:xfrm>
            <a:off x="2889571" y="1678256"/>
            <a:ext cx="6412859" cy="4417744"/>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3"/>
          <p:cNvSpPr txBox="1">
            <a:spLocks noGrp="1"/>
          </p:cNvSpPr>
          <p:nvPr>
            <p:ph type="title"/>
          </p:nvPr>
        </p:nvSpPr>
        <p:spPr>
          <a:xfrm>
            <a:off x="476844" y="473246"/>
            <a:ext cx="11241915" cy="898354"/>
          </a:xfrm>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Monitoring Pressure with a Scan Tool</a:t>
            </a:r>
          </a:p>
        </p:txBody>
      </p:sp>
      <p:pic>
        <p:nvPicPr>
          <p:cNvPr id="9" name="Picture Placeholder 8" descr="A table depicts the monitoring pressure circuits with a scan tool in eight rows and two columns. The row-wise data are as follows: Row 1. Oil Pressure Switch 4, On (Highlighted). Row 2. ON/OFF Solenoid, Off. Row 3. Output Shaft Speed (R P M), 2536.75. Row 4. Paddle Shift - Down, Off. Row 5. Paddle Shift - Up, Off. Row 6. Pressure Control Solenoid - Commanded (p s i), 28.130. Row 7. Pressure Control Solenoid Current - Commanded (milliAmpere), 760. Row. 8. Pressure Control Solenoid Current - Measured (milliAmpere), 760.">
            <a:extLst>
              <a:ext uri="{FF2B5EF4-FFF2-40B4-BE49-F238E27FC236}">
                <a16:creationId xmlns:a16="http://schemas.microsoft.com/office/drawing/2014/main" id="{91DF8AE6-346F-A5B1-B208-E396B029FD7B}"/>
              </a:ext>
            </a:extLst>
          </p:cNvPr>
          <p:cNvPicPr>
            <a:picLocks noGrp="1" noChangeAspect="1"/>
          </p:cNvPicPr>
          <p:nvPr>
            <p:ph type="pic" sz="quarter" idx="12"/>
          </p:nvPr>
        </p:nvPicPr>
        <p:blipFill>
          <a:blip r:embed="rId3"/>
          <a:srcRect b="15300"/>
          <a:stretch/>
        </p:blipFill>
        <p:spPr>
          <a:xfrm>
            <a:off x="2001179" y="1776899"/>
            <a:ext cx="8189643" cy="4242901"/>
          </a:xfrm>
          <a:prstGeom prst="rect">
            <a:avLst/>
          </a:prstGeom>
        </p:spPr>
      </p:pic>
    </p:spTree>
    <p:extLst>
      <p:ext uri="{BB962C8B-B14F-4D97-AF65-F5344CB8AC3E}">
        <p14:creationId xmlns:p14="http://schemas.microsoft.com/office/powerpoint/2010/main" val="49857408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Common Problems">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Common Problems</a:t>
            </a:r>
          </a:p>
        </p:txBody>
      </p:sp>
      <p:sp>
        <p:nvSpPr>
          <p:cNvPr id="3"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7188" indent="-357188">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Valve Body</a:t>
            </a:r>
          </a:p>
          <a:p>
            <a:pPr marL="714375" lvl="1" indent="-357188">
              <a:spcBef>
                <a:spcPts val="624"/>
              </a:spcBef>
              <a:spcAft>
                <a:spcPts val="600"/>
              </a:spcAft>
              <a:buSzPct val="100000"/>
              <a:buFont typeface="Arial" panose="020B0604020202020204" pitchFamily="34" charset="0"/>
              <a:buChar char="–"/>
            </a:pPr>
            <a:r>
              <a:rPr lang="en-US" dirty="0">
                <a:solidFill>
                  <a:schemeClr val="tx1"/>
                </a:solidFill>
                <a:latin typeface="Work Sans" pitchFamily="2" charset="0"/>
              </a:rPr>
              <a:t>Thoroughly disassemble, clean, and inspect.</a:t>
            </a:r>
          </a:p>
          <a:p>
            <a:pPr marL="714375" lvl="1" indent="-357188">
              <a:spcBef>
                <a:spcPts val="624"/>
              </a:spcBef>
              <a:spcAft>
                <a:spcPts val="600"/>
              </a:spcAft>
              <a:buSzPct val="100000"/>
              <a:buFont typeface="Arial" panose="020B0604020202020204" pitchFamily="34" charset="0"/>
              <a:buChar char="–"/>
            </a:pPr>
            <a:r>
              <a:rPr lang="en-US" dirty="0">
                <a:solidFill>
                  <a:schemeClr val="tx1"/>
                </a:solidFill>
                <a:latin typeface="Work Sans" pitchFamily="2" charset="0"/>
              </a:rPr>
              <a:t>Freeing and polishing valves may correct  the problem.</a:t>
            </a:r>
          </a:p>
          <a:p>
            <a:pPr marL="357188" indent="-357188">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Servo Assemblies</a:t>
            </a:r>
          </a:p>
          <a:p>
            <a:pPr marL="714375" lvl="1" indent="-357188">
              <a:spcBef>
                <a:spcPts val="624"/>
              </a:spcBef>
              <a:spcAft>
                <a:spcPts val="600"/>
              </a:spcAft>
              <a:buSzPct val="100000"/>
              <a:buFont typeface="Arial" panose="020B0604020202020204" pitchFamily="34" charset="0"/>
              <a:buChar char="–"/>
            </a:pPr>
            <a:r>
              <a:rPr lang="en-US" dirty="0">
                <a:solidFill>
                  <a:schemeClr val="tx1"/>
                </a:solidFill>
                <a:latin typeface="Work Sans" pitchFamily="2" charset="0"/>
              </a:rPr>
              <a:t>Check inner and outer parts of seals.</a:t>
            </a:r>
          </a:p>
          <a:p>
            <a:pPr marL="714375" lvl="1" indent="-357188">
              <a:spcBef>
                <a:spcPts val="624"/>
              </a:spcBef>
              <a:spcAft>
                <a:spcPts val="600"/>
              </a:spcAft>
              <a:buSzPct val="100000"/>
              <a:buFont typeface="Arial" panose="020B0604020202020204" pitchFamily="34" charset="0"/>
              <a:buChar char="–"/>
            </a:pPr>
            <a:r>
              <a:rPr lang="en-US" dirty="0">
                <a:solidFill>
                  <a:schemeClr val="tx1"/>
                </a:solidFill>
                <a:latin typeface="Work Sans" pitchFamily="2" charset="0"/>
              </a:rPr>
              <a:t>Clean, dry, and inspect seals, pistons, springs, and guides.</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Band Adjustment ">
    <p:spTree>
      <p:nvGrpSpPr>
        <p:cNvPr id="1" name=""/>
        <p:cNvGrpSpPr/>
        <p:nvPr/>
      </p:nvGrpSpPr>
      <p:grpSpPr>
        <a:xfrm>
          <a:off x="0" y="0"/>
          <a:ext cx="0" cy="0"/>
          <a:chOff x="0" y="0"/>
          <a:chExt cx="0" cy="0"/>
        </a:xfrm>
      </p:grpSpPr>
      <p:sp>
        <p:nvSpPr>
          <p:cNvPr id="2" name="Title 3"/>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Valve Body Check Balls</a:t>
            </a:r>
          </a:p>
        </p:txBody>
      </p:sp>
      <p:pic>
        <p:nvPicPr>
          <p:cNvPr id="9" name="Picture Placeholder 8" descr="A typical valve body with the location of check balls labeled from 2 to 9.">
            <a:extLst>
              <a:ext uri="{FF2B5EF4-FFF2-40B4-BE49-F238E27FC236}">
                <a16:creationId xmlns:a16="http://schemas.microsoft.com/office/drawing/2014/main" id="{7E44F83E-7D6B-394B-C91B-C9E4F89432F1}"/>
              </a:ext>
            </a:extLst>
          </p:cNvPr>
          <p:cNvPicPr>
            <a:picLocks noGrp="1" noChangeAspect="1"/>
          </p:cNvPicPr>
          <p:nvPr>
            <p:ph type="pic" sz="quarter" idx="12"/>
          </p:nvPr>
        </p:nvPicPr>
        <p:blipFill>
          <a:blip r:embed="rId3"/>
          <a:srcRect b="12575"/>
          <a:stretch/>
        </p:blipFill>
        <p:spPr>
          <a:xfrm>
            <a:off x="3117820" y="1532817"/>
            <a:ext cx="5956360" cy="4486983"/>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3"/>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Inspecting the Servo Assembly</a:t>
            </a:r>
          </a:p>
        </p:txBody>
      </p:sp>
      <p:pic>
        <p:nvPicPr>
          <p:cNvPr id="9" name="Picture Placeholder 8" descr="A technician carefully removes the servo assembly part during inspection.">
            <a:extLst>
              <a:ext uri="{FF2B5EF4-FFF2-40B4-BE49-F238E27FC236}">
                <a16:creationId xmlns:a16="http://schemas.microsoft.com/office/drawing/2014/main" id="{E6D3784C-98F8-FC98-7BD6-EE651D04611A}"/>
              </a:ext>
            </a:extLst>
          </p:cNvPr>
          <p:cNvPicPr>
            <a:picLocks noGrp="1" noChangeAspect="1"/>
          </p:cNvPicPr>
          <p:nvPr>
            <p:ph type="pic" sz="quarter" idx="12"/>
          </p:nvPr>
        </p:nvPicPr>
        <p:blipFill>
          <a:blip r:embed="rId3"/>
          <a:srcRect b="10201"/>
          <a:stretch/>
        </p:blipFill>
        <p:spPr>
          <a:xfrm>
            <a:off x="3626013" y="1643661"/>
            <a:ext cx="4939975" cy="4258617"/>
          </a:xfrm>
          <a:prstGeom prst="rect">
            <a:avLst/>
          </a:prstGeom>
        </p:spPr>
      </p:pic>
    </p:spTree>
    <p:extLst>
      <p:ext uri="{BB962C8B-B14F-4D97-AF65-F5344CB8AC3E}">
        <p14:creationId xmlns:p14="http://schemas.microsoft.com/office/powerpoint/2010/main" val="343999249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Linkages">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Transmission Range Switch (Sensor)</a:t>
            </a:r>
          </a:p>
        </p:txBody>
      </p:sp>
      <p:sp>
        <p:nvSpPr>
          <p:cNvPr id="3"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7188" indent="-357188">
              <a:buSzPct val="100000"/>
              <a:buFont typeface="Arial" panose="020B0604020202020204" pitchFamily="34" charset="0"/>
              <a:buChar char="•"/>
            </a:pPr>
            <a:r>
              <a:rPr lang="en-US" sz="2600" dirty="0">
                <a:solidFill>
                  <a:schemeClr val="tx1"/>
                </a:solidFill>
                <a:latin typeface="Work Sans" pitchFamily="2" charset="0"/>
              </a:rPr>
              <a:t>A faulty switch can cause the transmission to not upshift, not stay in gear, delay gear engagement, and allow the engine to start in positions other than park or neutral.</a:t>
            </a:r>
          </a:p>
          <a:p>
            <a:pPr marL="357188" indent="-357188">
              <a:buSzPct val="100000"/>
              <a:buFont typeface="Arial" panose="020B0604020202020204" pitchFamily="34" charset="0"/>
              <a:buChar char="•"/>
            </a:pPr>
            <a:r>
              <a:rPr lang="en-US" sz="2600" dirty="0">
                <a:solidFill>
                  <a:schemeClr val="tx1"/>
                </a:solidFill>
                <a:latin typeface="Work Sans" pitchFamily="2" charset="0"/>
              </a:rPr>
              <a:t>Use a scan tool to monitor the sensor data.</a:t>
            </a:r>
          </a:p>
          <a:p>
            <a:pPr marL="357188" indent="-357188">
              <a:buSzPct val="100000"/>
              <a:buFont typeface="Arial" panose="020B0604020202020204" pitchFamily="34" charset="0"/>
              <a:buChar char="•"/>
            </a:pPr>
            <a:r>
              <a:rPr lang="en-US" sz="2600" dirty="0">
                <a:solidFill>
                  <a:schemeClr val="tx1"/>
                </a:solidFill>
                <a:latin typeface="Work Sans" pitchFamily="2" charset="0"/>
              </a:rPr>
              <a:t>The TR sensor won’t work properly if the gear shift linkage is out of adjustment.</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Linkages (1 of 2)</a:t>
            </a:r>
          </a:p>
        </p:txBody>
      </p:sp>
      <p:sp>
        <p:nvSpPr>
          <p:cNvPr id="3"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7188" indent="-357188">
              <a:spcBef>
                <a:spcPts val="624"/>
              </a:spcBef>
              <a:spcAft>
                <a:spcPts val="600"/>
              </a:spcAft>
              <a:buNone/>
            </a:pPr>
            <a:r>
              <a:rPr lang="en-US" sz="2600" b="1" dirty="0">
                <a:solidFill>
                  <a:schemeClr val="tx1"/>
                </a:solidFill>
                <a:latin typeface="Work Sans" pitchFamily="2" charset="0"/>
              </a:rPr>
              <a:t>43.07 Inspect and adjust external linkages.</a:t>
            </a:r>
            <a:endParaRPr lang="en-US" sz="2600" dirty="0">
              <a:solidFill>
                <a:schemeClr val="tx1"/>
              </a:solidFill>
              <a:latin typeface="Work Sans" pitchFamily="2" charset="0"/>
            </a:endParaRPr>
          </a:p>
          <a:p>
            <a:pPr marL="357188" indent="-357188">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Many problems can be associated with incorrect linkage adjustments.</a:t>
            </a:r>
          </a:p>
          <a:p>
            <a:pPr marL="357188" indent="-357188">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Gear selector linkage</a:t>
            </a:r>
          </a:p>
          <a:p>
            <a:pPr marL="714375" lvl="2" indent="-357188">
              <a:spcBef>
                <a:spcPts val="624"/>
              </a:spcBef>
              <a:spcAft>
                <a:spcPts val="600"/>
              </a:spcAft>
              <a:buSzPct val="100000"/>
              <a:buFont typeface="Arial" panose="020B0604020202020204" pitchFamily="34" charset="0"/>
              <a:buChar char="–"/>
            </a:pPr>
            <a:r>
              <a:rPr lang="en-US" sz="2400" dirty="0">
                <a:solidFill>
                  <a:schemeClr val="tx1"/>
                </a:solidFill>
                <a:latin typeface="Work Sans" pitchFamily="2" charset="0"/>
              </a:rPr>
              <a:t>The manual shift valve must fully engage the selected gear.</a:t>
            </a:r>
          </a:p>
          <a:p>
            <a:pPr marL="714375" lvl="2" indent="-357188">
              <a:spcBef>
                <a:spcPts val="624"/>
              </a:spcBef>
              <a:spcAft>
                <a:spcPts val="600"/>
              </a:spcAft>
              <a:buSzPct val="100000"/>
              <a:buFont typeface="Arial" panose="020B0604020202020204" pitchFamily="34" charset="0"/>
              <a:buChar char="–"/>
            </a:pPr>
            <a:r>
              <a:rPr lang="en-US" sz="2400" dirty="0">
                <a:solidFill>
                  <a:schemeClr val="tx1"/>
                </a:solidFill>
                <a:latin typeface="Work Sans" pitchFamily="2" charset="0"/>
              </a:rPr>
              <a:t>Poor gear engagement, slipping, and excessive wear can result from misadjustment.</a:t>
            </a:r>
          </a:p>
        </p:txBody>
      </p:sp>
    </p:spTree>
    <p:extLst>
      <p:ext uri="{BB962C8B-B14F-4D97-AF65-F5344CB8AC3E}">
        <p14:creationId xmlns:p14="http://schemas.microsoft.com/office/powerpoint/2010/main" val="286661892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page4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EF986F-9566-1701-A91B-39EBEBACF64C}"/>
              </a:ext>
            </a:extLst>
          </p:cNvPr>
          <p:cNvSpPr>
            <a:spLocks noGrp="1"/>
          </p:cNvSpPr>
          <p:nvPr>
            <p:ph type="title"/>
          </p:nvPr>
        </p:nvSpPr>
        <p:spPr/>
        <p:txBody>
          <a:bodyPr/>
          <a:lstStyle/>
          <a:p>
            <a:r>
              <a:rPr lang="en-US" dirty="0"/>
              <a:t>Linkages (2 of 2)</a:t>
            </a:r>
            <a:endParaRPr lang="en-IN" dirty="0"/>
          </a:p>
        </p:txBody>
      </p:sp>
      <p:pic>
        <p:nvPicPr>
          <p:cNvPr id="9" name="Picture Placeholder 8" descr="Two illustrations of Gear Selector Linkage. The first one depicts a correct linkage with the detent lever's edges labeled as follows: 1, 2, D, D (circled), N, R, and P. The manual shift valve is positioned properly on the detent lever on the D that is circled. The second one depicts an incorrect linkage with the manual shift valve positioned incorrectly between D and N.">
            <a:extLst>
              <a:ext uri="{FF2B5EF4-FFF2-40B4-BE49-F238E27FC236}">
                <a16:creationId xmlns:a16="http://schemas.microsoft.com/office/drawing/2014/main" id="{D7BC3A13-0B49-4B07-F703-D9D6207D58B0}"/>
              </a:ext>
            </a:extLst>
          </p:cNvPr>
          <p:cNvPicPr>
            <a:picLocks noGrp="1" noChangeAspect="1"/>
          </p:cNvPicPr>
          <p:nvPr>
            <p:ph type="pic" sz="quarter" idx="12"/>
          </p:nvPr>
        </p:nvPicPr>
        <p:blipFill>
          <a:blip r:embed="rId3"/>
          <a:srcRect b="11455"/>
          <a:stretch/>
        </p:blipFill>
        <p:spPr>
          <a:xfrm>
            <a:off x="4144289" y="1752601"/>
            <a:ext cx="3903423" cy="434340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Knowledge Check">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Knowledge Check (3 of 3)</a:t>
            </a:r>
          </a:p>
        </p:txBody>
      </p:sp>
      <p:sp>
        <p:nvSpPr>
          <p:cNvPr id="3"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0" indent="0">
              <a:spcBef>
                <a:spcPts val="638"/>
              </a:spcBef>
              <a:buNone/>
            </a:pPr>
            <a:r>
              <a:rPr lang="en-US" sz="2600" dirty="0">
                <a:solidFill>
                  <a:schemeClr val="tx1"/>
                </a:solidFill>
                <a:latin typeface="Work Sans" pitchFamily="2" charset="0"/>
              </a:rPr>
              <a:t>Which of the following can affect transmission operation?</a:t>
            </a:r>
          </a:p>
          <a:p>
            <a:pPr marL="431999" lvl="2" indent="0">
              <a:spcBef>
                <a:spcPts val="558"/>
              </a:spcBef>
              <a:spcAft>
                <a:spcPts val="1417"/>
              </a:spcAft>
              <a:buNone/>
            </a:pPr>
            <a:r>
              <a:rPr lang="en-US" sz="2400" dirty="0">
                <a:solidFill>
                  <a:schemeClr val="tx1"/>
                </a:solidFill>
                <a:latin typeface="Work Sans" pitchFamily="2" charset="0"/>
              </a:rPr>
              <a:t>A. Incorrect engine operation.</a:t>
            </a:r>
          </a:p>
          <a:p>
            <a:pPr marL="431999" lvl="2" indent="0">
              <a:spcBef>
                <a:spcPts val="558"/>
              </a:spcBef>
              <a:spcAft>
                <a:spcPts val="1417"/>
              </a:spcAft>
              <a:buNone/>
            </a:pPr>
            <a:r>
              <a:rPr lang="en-US" sz="2400" dirty="0">
                <a:solidFill>
                  <a:schemeClr val="tx1"/>
                </a:solidFill>
                <a:latin typeface="Work Sans" pitchFamily="2" charset="0"/>
              </a:rPr>
              <a:t>B. Improper linkage adjustment.</a:t>
            </a:r>
          </a:p>
          <a:p>
            <a:pPr marL="431999" lvl="2" indent="0">
              <a:spcBef>
                <a:spcPts val="558"/>
              </a:spcBef>
              <a:spcAft>
                <a:spcPts val="1417"/>
              </a:spcAft>
              <a:buNone/>
            </a:pPr>
            <a:r>
              <a:rPr lang="en-US" sz="2400" dirty="0">
                <a:solidFill>
                  <a:schemeClr val="tx1"/>
                </a:solidFill>
                <a:latin typeface="Work Sans" pitchFamily="2" charset="0"/>
              </a:rPr>
              <a:t>C. Low fluid level.</a:t>
            </a:r>
          </a:p>
          <a:p>
            <a:pPr marL="431999" lvl="2" indent="0">
              <a:spcBef>
                <a:spcPts val="558"/>
              </a:spcBef>
              <a:spcAft>
                <a:spcPts val="1417"/>
              </a:spcAft>
              <a:buNone/>
            </a:pPr>
            <a:r>
              <a:rPr lang="en-US" sz="2400" dirty="0">
                <a:solidFill>
                  <a:schemeClr val="tx1"/>
                </a:solidFill>
                <a:latin typeface="Work Sans" pitchFamily="2" charset="0"/>
              </a:rPr>
              <a:t>D. All of the above.</a:t>
            </a:r>
            <a:endParaRPr lang="en-US" sz="2200" dirty="0">
              <a:solidFill>
                <a:schemeClr val="tx1"/>
              </a:solidFill>
              <a:latin typeface="Work Sans" pitchFamily="2" charset="0"/>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Knowledge Check Answer (3 of 3)</a:t>
            </a:r>
          </a:p>
        </p:txBody>
      </p:sp>
      <p:sp>
        <p:nvSpPr>
          <p:cNvPr id="3"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0" indent="0">
              <a:spcBef>
                <a:spcPts val="638"/>
              </a:spcBef>
              <a:buNone/>
            </a:pPr>
            <a:r>
              <a:rPr lang="en-US" sz="2600" dirty="0">
                <a:solidFill>
                  <a:schemeClr val="tx1"/>
                </a:solidFill>
                <a:latin typeface="Work Sans" pitchFamily="2" charset="0"/>
              </a:rPr>
              <a:t>Which of the following can affect transmission operation?</a:t>
            </a:r>
          </a:p>
          <a:p>
            <a:pPr marL="431999" lvl="2" indent="0">
              <a:spcBef>
                <a:spcPts val="558"/>
              </a:spcBef>
              <a:spcAft>
                <a:spcPts val="1417"/>
              </a:spcAft>
              <a:buNone/>
            </a:pPr>
            <a:r>
              <a:rPr lang="en-US" sz="2400" dirty="0">
                <a:solidFill>
                  <a:schemeClr val="tx1"/>
                </a:solidFill>
                <a:latin typeface="Work Sans" pitchFamily="2" charset="0"/>
              </a:rPr>
              <a:t>A. Incorrect engine operation.</a:t>
            </a:r>
          </a:p>
          <a:p>
            <a:pPr marL="431999" lvl="2" indent="0">
              <a:spcBef>
                <a:spcPts val="558"/>
              </a:spcBef>
              <a:spcAft>
                <a:spcPts val="1417"/>
              </a:spcAft>
              <a:buNone/>
            </a:pPr>
            <a:r>
              <a:rPr lang="en-US" sz="2400" dirty="0">
                <a:solidFill>
                  <a:schemeClr val="tx1"/>
                </a:solidFill>
                <a:latin typeface="Work Sans" pitchFamily="2" charset="0"/>
              </a:rPr>
              <a:t>B. Improper linkage adjustment.</a:t>
            </a:r>
          </a:p>
          <a:p>
            <a:pPr marL="431999" lvl="2" indent="0">
              <a:spcBef>
                <a:spcPts val="558"/>
              </a:spcBef>
              <a:spcAft>
                <a:spcPts val="1417"/>
              </a:spcAft>
              <a:buNone/>
            </a:pPr>
            <a:r>
              <a:rPr lang="en-US" sz="2400" dirty="0">
                <a:solidFill>
                  <a:schemeClr val="tx1"/>
                </a:solidFill>
                <a:latin typeface="Work Sans" pitchFamily="2" charset="0"/>
              </a:rPr>
              <a:t>C. Low fluid level.</a:t>
            </a:r>
          </a:p>
          <a:p>
            <a:pPr marL="431999" lvl="2" indent="0">
              <a:spcBef>
                <a:spcPts val="558"/>
              </a:spcBef>
              <a:spcAft>
                <a:spcPts val="1417"/>
              </a:spcAft>
              <a:buNone/>
            </a:pPr>
            <a:r>
              <a:rPr lang="en-US" sz="2400" dirty="0">
                <a:solidFill>
                  <a:schemeClr val="tx1"/>
                </a:solidFill>
                <a:latin typeface="Work Sans" pitchFamily="2" charset="0"/>
              </a:rPr>
              <a:t>D. All of the above.</a:t>
            </a:r>
          </a:p>
          <a:p>
            <a:pPr marL="431999" lvl="2" indent="0">
              <a:spcBef>
                <a:spcPts val="558"/>
              </a:spcBef>
              <a:spcAft>
                <a:spcPts val="1417"/>
              </a:spcAft>
              <a:buNone/>
            </a:pPr>
            <a:r>
              <a:rPr lang="en-US" sz="2400" b="1" dirty="0">
                <a:solidFill>
                  <a:schemeClr val="tx1"/>
                </a:solidFill>
                <a:latin typeface="Work Sans" pitchFamily="2" charset="0"/>
              </a:rPr>
              <a:t>Answer: </a:t>
            </a:r>
            <a:r>
              <a:rPr lang="en-US" sz="2400" dirty="0">
                <a:solidFill>
                  <a:schemeClr val="tx1"/>
                </a:solidFill>
                <a:latin typeface="Work Sans" pitchFamily="2" charset="0"/>
              </a:rPr>
              <a:t>D. All of the above</a:t>
            </a:r>
          </a:p>
        </p:txBody>
      </p:sp>
    </p:spTree>
    <p:extLst>
      <p:ext uri="{BB962C8B-B14F-4D97-AF65-F5344CB8AC3E}">
        <p14:creationId xmlns:p14="http://schemas.microsoft.com/office/powerpoint/2010/main" val="320670816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Transmission Overhaul">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Transmission Overhaul (1 of 6)</a:t>
            </a:r>
          </a:p>
        </p:txBody>
      </p:sp>
      <p:sp>
        <p:nvSpPr>
          <p:cNvPr id="3"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0" indent="0">
              <a:spcBef>
                <a:spcPts val="624"/>
              </a:spcBef>
              <a:spcAft>
                <a:spcPts val="600"/>
              </a:spcAft>
              <a:buNone/>
            </a:pPr>
            <a:r>
              <a:rPr lang="en-US" sz="2600" b="1" dirty="0">
                <a:solidFill>
                  <a:schemeClr val="tx1"/>
                </a:solidFill>
                <a:latin typeface="Work Sans" pitchFamily="2" charset="0"/>
              </a:rPr>
              <a:t>43.08 Describe the basic steps for overhauling a transmission</a:t>
            </a:r>
            <a:r>
              <a:rPr lang="en-US" sz="2600" dirty="0">
                <a:solidFill>
                  <a:schemeClr val="tx1"/>
                </a:solidFill>
                <a:latin typeface="Work Sans" pitchFamily="2" charset="0"/>
              </a:rPr>
              <a:t>.</a:t>
            </a:r>
          </a:p>
          <a:p>
            <a:pPr marL="357188" indent="-357188">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Before removing the transmission:</a:t>
            </a:r>
          </a:p>
          <a:p>
            <a:pPr marL="714375" lvl="2" indent="-357188">
              <a:spcBef>
                <a:spcPts val="624"/>
              </a:spcBef>
              <a:spcAft>
                <a:spcPts val="600"/>
              </a:spcAft>
              <a:buSzPct val="100000"/>
              <a:buFont typeface="Arial" panose="020B0604020202020204" pitchFamily="34" charset="0"/>
              <a:buChar char="–"/>
            </a:pPr>
            <a:r>
              <a:rPr lang="en-US" sz="2400" dirty="0">
                <a:solidFill>
                  <a:schemeClr val="tx1"/>
                </a:solidFill>
                <a:latin typeface="Work Sans" pitchFamily="2" charset="0"/>
              </a:rPr>
              <a:t>Inspect the torque converter bolts.</a:t>
            </a:r>
          </a:p>
          <a:p>
            <a:pPr marL="714375" lvl="2" indent="-357188">
              <a:spcBef>
                <a:spcPts val="624"/>
              </a:spcBef>
              <a:spcAft>
                <a:spcPts val="600"/>
              </a:spcAft>
              <a:buSzPct val="100000"/>
              <a:buFont typeface="Arial" panose="020B0604020202020204" pitchFamily="34" charset="0"/>
              <a:buChar char="–"/>
            </a:pPr>
            <a:r>
              <a:rPr lang="en-US" sz="2400" dirty="0">
                <a:solidFill>
                  <a:schemeClr val="tx1"/>
                </a:solidFill>
                <a:latin typeface="Work Sans" pitchFamily="2" charset="0"/>
              </a:rPr>
              <a:t>Index the </a:t>
            </a:r>
            <a:r>
              <a:rPr lang="en-US" sz="2400" dirty="0" err="1">
                <a:solidFill>
                  <a:schemeClr val="tx1"/>
                </a:solidFill>
                <a:latin typeface="Work Sans" pitchFamily="2" charset="0"/>
              </a:rPr>
              <a:t>flexplate</a:t>
            </a:r>
            <a:r>
              <a:rPr lang="en-US" sz="2400" dirty="0">
                <a:solidFill>
                  <a:schemeClr val="tx1"/>
                </a:solidFill>
                <a:latin typeface="Work Sans" pitchFamily="2" charset="0"/>
              </a:rPr>
              <a:t> to the converter.</a:t>
            </a:r>
          </a:p>
          <a:p>
            <a:pPr marL="714375" lvl="2" indent="-357188">
              <a:spcBef>
                <a:spcPts val="624"/>
              </a:spcBef>
              <a:spcAft>
                <a:spcPts val="600"/>
              </a:spcAft>
              <a:buSzPct val="100000"/>
              <a:buFont typeface="Arial" panose="020B0604020202020204" pitchFamily="34" charset="0"/>
              <a:buChar char="–"/>
            </a:pPr>
            <a:r>
              <a:rPr lang="en-US" sz="2400" dirty="0">
                <a:solidFill>
                  <a:schemeClr val="tx1"/>
                </a:solidFill>
                <a:latin typeface="Work Sans" pitchFamily="2" charset="0"/>
              </a:rPr>
              <a:t>Remove the battery ground cable.</a:t>
            </a:r>
          </a:p>
          <a:p>
            <a:pPr marL="714375" lvl="2" indent="-357188">
              <a:spcBef>
                <a:spcPts val="624"/>
              </a:spcBef>
              <a:spcAft>
                <a:spcPts val="600"/>
              </a:spcAft>
              <a:buSzPct val="100000"/>
              <a:buFont typeface="Arial" panose="020B0604020202020204" pitchFamily="34" charset="0"/>
              <a:buChar char="–"/>
            </a:pPr>
            <a:r>
              <a:rPr lang="en-US" sz="2400" dirty="0">
                <a:solidFill>
                  <a:schemeClr val="tx1"/>
                </a:solidFill>
                <a:latin typeface="Work Sans" pitchFamily="2" charset="0"/>
              </a:rPr>
              <a:t>Disconnect linkages, cooler lines, and wiring.</a:t>
            </a:r>
          </a:p>
          <a:p>
            <a:pPr marL="714375" lvl="2" indent="-357188">
              <a:spcBef>
                <a:spcPts val="624"/>
              </a:spcBef>
              <a:spcAft>
                <a:spcPts val="600"/>
              </a:spcAft>
              <a:buSzPct val="100000"/>
              <a:buFont typeface="Arial" panose="020B0604020202020204" pitchFamily="34" charset="0"/>
              <a:buChar char="–"/>
            </a:pPr>
            <a:r>
              <a:rPr lang="en-US" sz="2400" dirty="0">
                <a:solidFill>
                  <a:schemeClr val="tx1"/>
                </a:solidFill>
                <a:latin typeface="Work Sans" pitchFamily="2" charset="0"/>
              </a:rPr>
              <a:t>Remove the dipstick tube.</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Transmission Overhaul (Cont.)">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Transmission Overhaul (2 of 6) </a:t>
            </a:r>
          </a:p>
        </p:txBody>
      </p:sp>
      <p:sp>
        <p:nvSpPr>
          <p:cNvPr id="3"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7188" indent="-357188">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Inspect the </a:t>
            </a:r>
            <a:r>
              <a:rPr lang="en-US" sz="2600" dirty="0" err="1">
                <a:solidFill>
                  <a:schemeClr val="tx1"/>
                </a:solidFill>
                <a:latin typeface="Work Sans" pitchFamily="2" charset="0"/>
              </a:rPr>
              <a:t>flexplate</a:t>
            </a:r>
            <a:r>
              <a:rPr lang="en-US" sz="2600" dirty="0">
                <a:solidFill>
                  <a:schemeClr val="tx1"/>
                </a:solidFill>
                <a:latin typeface="Work Sans" pitchFamily="2" charset="0"/>
              </a:rPr>
              <a:t> for cracks or damage.</a:t>
            </a:r>
          </a:p>
          <a:p>
            <a:pPr marL="357188" indent="-357188">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Inspect the TC drive lugs, check for ballooning, check balance weights, pilot and drive hub.</a:t>
            </a:r>
          </a:p>
          <a:p>
            <a:pPr marL="357188" indent="-357188">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Check </a:t>
            </a:r>
            <a:r>
              <a:rPr lang="en-US" sz="2600" dirty="0" err="1">
                <a:solidFill>
                  <a:schemeClr val="tx1"/>
                </a:solidFill>
                <a:latin typeface="Work Sans" pitchFamily="2" charset="0"/>
              </a:rPr>
              <a:t>flexplate</a:t>
            </a:r>
            <a:r>
              <a:rPr lang="en-US" sz="2600" dirty="0">
                <a:solidFill>
                  <a:schemeClr val="tx1"/>
                </a:solidFill>
                <a:latin typeface="Work Sans" pitchFamily="2" charset="0"/>
              </a:rPr>
              <a:t> and converter drive hub for runout.</a:t>
            </a:r>
          </a:p>
          <a:p>
            <a:pPr marL="357188" indent="-357188">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Check the end play of the input shaft.</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9F83364-7EF0-7D1C-85C2-D355009214ED}"/>
              </a:ext>
            </a:extLst>
          </p:cNvPr>
          <p:cNvSpPr>
            <a:spLocks noGrp="1"/>
          </p:cNvSpPr>
          <p:nvPr>
            <p:ph type="title"/>
          </p:nvPr>
        </p:nvSpPr>
        <p:spPr/>
        <p:txBody>
          <a:bodyPr/>
          <a:lstStyle/>
          <a:p>
            <a:r>
              <a:rPr lang="en-US" dirty="0"/>
              <a:t>Transmission Overhaul (3 of 6)</a:t>
            </a:r>
            <a:endParaRPr lang="en-IN" dirty="0"/>
          </a:p>
        </p:txBody>
      </p:sp>
      <p:pic>
        <p:nvPicPr>
          <p:cNvPr id="7" name="Picture Placeholder 6" descr="A technician checks the end play of the input shaft before taking apart a transmission.">
            <a:extLst>
              <a:ext uri="{FF2B5EF4-FFF2-40B4-BE49-F238E27FC236}">
                <a16:creationId xmlns:a16="http://schemas.microsoft.com/office/drawing/2014/main" id="{1F04A18D-CBB0-6098-6F12-343123BFD9D8}"/>
              </a:ext>
            </a:extLst>
          </p:cNvPr>
          <p:cNvPicPr>
            <a:picLocks noGrp="1" noChangeAspect="1"/>
          </p:cNvPicPr>
          <p:nvPr>
            <p:ph type="pic" sz="quarter" idx="10"/>
          </p:nvPr>
        </p:nvPicPr>
        <p:blipFill>
          <a:blip r:embed="rId3"/>
          <a:srcRect b="10931"/>
          <a:stretch/>
        </p:blipFill>
        <p:spPr>
          <a:xfrm>
            <a:off x="3734429" y="1828800"/>
            <a:ext cx="4723142" cy="4038600"/>
          </a:xfrm>
          <a:prstGeom prst="rect">
            <a:avLst/>
          </a:prstGeom>
        </p:spPr>
      </p:pic>
    </p:spTree>
    <p:extLst>
      <p:ext uri="{BB962C8B-B14F-4D97-AF65-F5344CB8AC3E}">
        <p14:creationId xmlns:p14="http://schemas.microsoft.com/office/powerpoint/2010/main" val="342750421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Transmission Overhaul (Cont.)">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Transmission Overhaul (4 of 6)</a:t>
            </a:r>
          </a:p>
        </p:txBody>
      </p:sp>
      <p:sp>
        <p:nvSpPr>
          <p:cNvPr id="3"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7188" indent="-357188">
              <a:spcBef>
                <a:spcPts val="624"/>
              </a:spcBef>
              <a:spcAft>
                <a:spcPts val="600"/>
              </a:spcAft>
            </a:pPr>
            <a:r>
              <a:rPr lang="en-US" sz="2600" dirty="0">
                <a:solidFill>
                  <a:schemeClr val="tx1"/>
                </a:solidFill>
                <a:latin typeface="Work Sans" pitchFamily="2" charset="0"/>
              </a:rPr>
              <a:t>Replace the converter if there is any doubt of its condition.</a:t>
            </a:r>
          </a:p>
          <a:p>
            <a:pPr marL="357188" indent="-357188">
              <a:spcBef>
                <a:spcPts val="624"/>
              </a:spcBef>
              <a:spcAft>
                <a:spcPts val="600"/>
              </a:spcAft>
            </a:pPr>
            <a:r>
              <a:rPr lang="en-US" sz="2600" dirty="0">
                <a:solidFill>
                  <a:schemeClr val="tx1"/>
                </a:solidFill>
                <a:latin typeface="Work Sans" pitchFamily="2" charset="0"/>
              </a:rPr>
              <a:t>Inspect drive chains for stretch and side play.</a:t>
            </a:r>
          </a:p>
          <a:p>
            <a:pPr marL="357188" indent="-357188">
              <a:spcBef>
                <a:spcPts val="624"/>
              </a:spcBef>
              <a:spcAft>
                <a:spcPts val="600"/>
              </a:spcAft>
            </a:pPr>
            <a:r>
              <a:rPr lang="en-US" sz="2600" dirty="0">
                <a:solidFill>
                  <a:schemeClr val="tx1"/>
                </a:solidFill>
                <a:latin typeface="Work Sans" pitchFamily="2" charset="0"/>
              </a:rPr>
              <a:t>Check all pumps, valve bodies, and cases for warpage.</a:t>
            </a:r>
          </a:p>
          <a:p>
            <a:pPr marL="357188" indent="-357188">
              <a:spcBef>
                <a:spcPts val="624"/>
              </a:spcBef>
              <a:spcAft>
                <a:spcPts val="600"/>
              </a:spcAft>
            </a:pPr>
            <a:r>
              <a:rPr lang="en-US" sz="2600" dirty="0">
                <a:solidFill>
                  <a:schemeClr val="tx1"/>
                </a:solidFill>
                <a:latin typeface="Work Sans" pitchFamily="2" charset="0"/>
              </a:rPr>
              <a:t>Keep parts absolutely clean.</a:t>
            </a:r>
          </a:p>
          <a:p>
            <a:pPr marL="357188" indent="-357188">
              <a:spcBef>
                <a:spcPts val="624"/>
              </a:spcBef>
              <a:spcAft>
                <a:spcPts val="600"/>
              </a:spcAft>
            </a:pPr>
            <a:r>
              <a:rPr lang="en-US" sz="2600" dirty="0">
                <a:solidFill>
                  <a:schemeClr val="tx1"/>
                </a:solidFill>
                <a:latin typeface="Work Sans" pitchFamily="2" charset="0"/>
              </a:rPr>
              <a:t>Use correct size thrust washers.</a:t>
            </a:r>
          </a:p>
          <a:p>
            <a:pPr marL="357188" indent="-357188">
              <a:spcBef>
                <a:spcPts val="624"/>
              </a:spcBef>
              <a:spcAft>
                <a:spcPts val="600"/>
              </a:spcAft>
            </a:pPr>
            <a:r>
              <a:rPr lang="en-US" sz="2600" dirty="0">
                <a:solidFill>
                  <a:schemeClr val="tx1"/>
                </a:solidFill>
                <a:latin typeface="Work Sans" pitchFamily="2" charset="0"/>
              </a:rPr>
              <a:t>Soak friction plates in clean ATF before installing.</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2024F05-0CD2-DFE7-FA46-5A757049B842}"/>
              </a:ext>
            </a:extLst>
          </p:cNvPr>
          <p:cNvSpPr>
            <a:spLocks noGrp="1"/>
          </p:cNvSpPr>
          <p:nvPr>
            <p:ph type="title"/>
          </p:nvPr>
        </p:nvSpPr>
        <p:spPr/>
        <p:txBody>
          <a:bodyPr/>
          <a:lstStyle/>
          <a:p>
            <a:r>
              <a:rPr lang="en-US" dirty="0"/>
              <a:t>Transmission Overhaul (5 of 6)</a:t>
            </a:r>
            <a:endParaRPr lang="en-IN" dirty="0"/>
          </a:p>
        </p:txBody>
      </p:sp>
      <p:pic>
        <p:nvPicPr>
          <p:cNvPr id="7" name="Picture Placeholder 6" descr="A technician inspects the valve body's components, including springs, valves, and bores.">
            <a:extLst>
              <a:ext uri="{FF2B5EF4-FFF2-40B4-BE49-F238E27FC236}">
                <a16:creationId xmlns:a16="http://schemas.microsoft.com/office/drawing/2014/main" id="{8804108A-41D7-9BB3-6B49-B42E1B4F4411}"/>
              </a:ext>
            </a:extLst>
          </p:cNvPr>
          <p:cNvPicPr>
            <a:picLocks noGrp="1" noChangeAspect="1"/>
          </p:cNvPicPr>
          <p:nvPr>
            <p:ph type="pic" sz="quarter" idx="10"/>
          </p:nvPr>
        </p:nvPicPr>
        <p:blipFill rotWithShape="1">
          <a:blip r:embed="rId2"/>
          <a:srcRect b="11113"/>
          <a:stretch/>
        </p:blipFill>
        <p:spPr>
          <a:xfrm>
            <a:off x="3498271" y="1597152"/>
            <a:ext cx="5195456" cy="4425696"/>
          </a:xfrm>
          <a:prstGeom prst="rect">
            <a:avLst/>
          </a:prstGeom>
        </p:spPr>
      </p:pic>
    </p:spTree>
    <p:extLst>
      <p:ext uri="{BB962C8B-B14F-4D97-AF65-F5344CB8AC3E}">
        <p14:creationId xmlns:p14="http://schemas.microsoft.com/office/powerpoint/2010/main" val="203142607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Transmission Overhaul (Cont.)">
    <p:spTree>
      <p:nvGrpSpPr>
        <p:cNvPr id="1" name=""/>
        <p:cNvGrpSpPr/>
        <p:nvPr/>
      </p:nvGrpSpPr>
      <p:grpSpPr>
        <a:xfrm>
          <a:off x="0" y="0"/>
          <a:ext cx="0" cy="0"/>
          <a:chOff x="0" y="0"/>
          <a:chExt cx="0" cy="0"/>
        </a:xfrm>
      </p:grpSpPr>
      <p:sp>
        <p:nvSpPr>
          <p:cNvPr id="3" name="Title 3"/>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Transmission Overhaul (6 of 6)</a:t>
            </a:r>
          </a:p>
        </p:txBody>
      </p:sp>
      <p:sp>
        <p:nvSpPr>
          <p:cNvPr id="2" name="Rectangle 3"/>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7188" indent="-357188">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Always use new gaskets and seals.</a:t>
            </a:r>
          </a:p>
          <a:p>
            <a:pPr marL="357188" indent="-357188">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Ensure all wiring is connected.</a:t>
            </a:r>
          </a:p>
          <a:p>
            <a:pPr marL="357188" indent="-357188">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Flush the transmission cooling system.</a:t>
            </a:r>
          </a:p>
          <a:p>
            <a:pPr marL="357188" indent="-357188">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Use only lint-free cloths.</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Installation">
    <p:spTree>
      <p:nvGrpSpPr>
        <p:cNvPr id="1" name=""/>
        <p:cNvGrpSpPr/>
        <p:nvPr/>
      </p:nvGrpSpPr>
      <p:grpSpPr>
        <a:xfrm>
          <a:off x="0" y="0"/>
          <a:ext cx="0" cy="0"/>
          <a:chOff x="0" y="0"/>
          <a:chExt cx="0" cy="0"/>
        </a:xfrm>
      </p:grpSpPr>
      <p:sp>
        <p:nvSpPr>
          <p:cNvPr id="2" name="Title 3"/>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Installation</a:t>
            </a:r>
          </a:p>
        </p:txBody>
      </p:sp>
      <p:sp>
        <p:nvSpPr>
          <p:cNvPr id="3" name="Content Placeholder 4"/>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7188" indent="-357188">
              <a:spcBef>
                <a:spcPts val="624"/>
              </a:spcBef>
              <a:spcAft>
                <a:spcPts val="600"/>
              </a:spcAft>
              <a:buSzPct val="100000"/>
              <a:buFont typeface="Work Sans" pitchFamily="2" charset="0"/>
              <a:buChar char="•"/>
            </a:pPr>
            <a:r>
              <a:rPr lang="en-US" sz="2600" dirty="0">
                <a:solidFill>
                  <a:schemeClr val="tx1"/>
                </a:solidFill>
                <a:latin typeface="Work Sans" pitchFamily="2" charset="0"/>
              </a:rPr>
              <a:t>Check alignment dowels and holes.</a:t>
            </a:r>
          </a:p>
          <a:p>
            <a:pPr marL="357188" indent="-357188">
              <a:spcBef>
                <a:spcPts val="624"/>
              </a:spcBef>
              <a:spcAft>
                <a:spcPts val="600"/>
              </a:spcAft>
              <a:buSzPct val="100000"/>
              <a:buFont typeface="Work Sans" pitchFamily="2" charset="0"/>
              <a:buChar char="•"/>
            </a:pPr>
            <a:r>
              <a:rPr lang="en-US" sz="2600" dirty="0">
                <a:solidFill>
                  <a:schemeClr val="tx1"/>
                </a:solidFill>
                <a:latin typeface="Work Sans" pitchFamily="2" charset="0"/>
              </a:rPr>
              <a:t>Make sure pilot hole in crank is smooth.</a:t>
            </a:r>
          </a:p>
          <a:p>
            <a:pPr marL="357188" indent="-357188">
              <a:spcBef>
                <a:spcPts val="624"/>
              </a:spcBef>
              <a:spcAft>
                <a:spcPts val="600"/>
              </a:spcAft>
              <a:buSzPct val="100000"/>
              <a:buFont typeface="Work Sans" pitchFamily="2" charset="0"/>
              <a:buChar char="•"/>
            </a:pPr>
            <a:r>
              <a:rPr lang="en-US" sz="2600" dirty="0">
                <a:solidFill>
                  <a:schemeClr val="tx1"/>
                </a:solidFill>
                <a:latin typeface="Work Sans" pitchFamily="2" charset="0"/>
              </a:rPr>
              <a:t>Make sure pilot hub is smooth and lubricated.</a:t>
            </a:r>
          </a:p>
          <a:p>
            <a:pPr marL="357188" indent="-357188">
              <a:spcBef>
                <a:spcPts val="624"/>
              </a:spcBef>
              <a:spcAft>
                <a:spcPts val="600"/>
              </a:spcAft>
              <a:buSzPct val="100000"/>
              <a:buFont typeface="Work Sans" pitchFamily="2" charset="0"/>
              <a:buChar char="•"/>
            </a:pPr>
            <a:r>
              <a:rPr lang="en-US" sz="2600" dirty="0">
                <a:solidFill>
                  <a:schemeClr val="tx1"/>
                </a:solidFill>
                <a:latin typeface="Work Sans" pitchFamily="2" charset="0"/>
              </a:rPr>
              <a:t>Flush the converter.</a:t>
            </a:r>
          </a:p>
          <a:p>
            <a:pPr marL="357188" indent="-357188">
              <a:spcBef>
                <a:spcPts val="624"/>
              </a:spcBef>
              <a:spcAft>
                <a:spcPts val="600"/>
              </a:spcAft>
              <a:buSzPct val="100000"/>
              <a:buFont typeface="Work Sans" pitchFamily="2" charset="0"/>
              <a:buChar char="•"/>
            </a:pPr>
            <a:r>
              <a:rPr lang="en-US" sz="2600" dirty="0">
                <a:solidFill>
                  <a:schemeClr val="tx1"/>
                </a:solidFill>
                <a:latin typeface="Work Sans" pitchFamily="2" charset="0"/>
              </a:rPr>
              <a:t>Check converter endplay and height.</a:t>
            </a:r>
          </a:p>
          <a:p>
            <a:pPr marL="357188" indent="-357188">
              <a:spcBef>
                <a:spcPts val="624"/>
              </a:spcBef>
              <a:spcAft>
                <a:spcPts val="600"/>
              </a:spcAft>
              <a:buSzPct val="100000"/>
              <a:buFont typeface="Work Sans" pitchFamily="2" charset="0"/>
              <a:buChar char="•"/>
            </a:pPr>
            <a:r>
              <a:rPr lang="en-US" sz="2600" dirty="0">
                <a:solidFill>
                  <a:schemeClr val="tx1"/>
                </a:solidFill>
                <a:latin typeface="Work Sans" pitchFamily="2" charset="0"/>
              </a:rPr>
              <a:t>Pour one quart of ATF into the TC before mounting to the transmission.</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F6BB30-AE78-C4E3-4F80-BABFF60887DC}"/>
              </a:ext>
            </a:extLst>
          </p:cNvPr>
          <p:cNvSpPr>
            <a:spLocks noGrp="1"/>
          </p:cNvSpPr>
          <p:nvPr>
            <p:ph type="title"/>
          </p:nvPr>
        </p:nvSpPr>
        <p:spPr/>
        <p:txBody>
          <a:bodyPr/>
          <a:lstStyle/>
          <a:p>
            <a:r>
              <a:rPr lang="en-US" dirty="0"/>
              <a:t>Chapter Reflection</a:t>
            </a:r>
          </a:p>
        </p:txBody>
      </p:sp>
      <p:sp>
        <p:nvSpPr>
          <p:cNvPr id="3" name="Text Placeholder 2">
            <a:extLst>
              <a:ext uri="{FF2B5EF4-FFF2-40B4-BE49-F238E27FC236}">
                <a16:creationId xmlns:a16="http://schemas.microsoft.com/office/drawing/2014/main" id="{0BE51107-0DC8-2444-E34F-83523A6449DA}"/>
              </a:ext>
            </a:extLst>
          </p:cNvPr>
          <p:cNvSpPr>
            <a:spLocks noGrp="1"/>
          </p:cNvSpPr>
          <p:nvPr>
            <p:ph type="body" idx="1"/>
          </p:nvPr>
        </p:nvSpPr>
        <p:spPr/>
        <p:txBody>
          <a:bodyPr/>
          <a:lstStyle/>
          <a:p>
            <a:pPr marL="357188" indent="-357188"/>
            <a:r>
              <a:rPr lang="en-US" sz="2600" dirty="0">
                <a:solidFill>
                  <a:schemeClr val="tx1"/>
                </a:solidFill>
                <a:latin typeface="Work Sans" pitchFamily="2" charset="0"/>
              </a:rPr>
              <a:t>Describe the concept from this chapter that challenged you the most. </a:t>
            </a:r>
          </a:p>
          <a:p>
            <a:pPr marL="357188" indent="-357188"/>
            <a:r>
              <a:rPr lang="en-US" sz="2600" dirty="0">
                <a:solidFill>
                  <a:schemeClr val="tx1"/>
                </a:solidFill>
                <a:latin typeface="Work Sans" pitchFamily="2" charset="0"/>
              </a:rPr>
              <a:t>Describe what made the concept difficult for you and the steps you took to improve your understanding. </a:t>
            </a:r>
          </a:p>
          <a:p>
            <a:pPr marL="357188" indent="-357188">
              <a:spcAft>
                <a:spcPts val="1800"/>
              </a:spcAft>
            </a:pPr>
            <a:r>
              <a:rPr lang="en-US" sz="2600" dirty="0">
                <a:solidFill>
                  <a:schemeClr val="tx1"/>
                </a:solidFill>
                <a:latin typeface="Work Sans" pitchFamily="2" charset="0"/>
              </a:rPr>
              <a:t>How could you help another learner who was struggling with the same concept.</a:t>
            </a:r>
          </a:p>
          <a:p>
            <a:pPr marL="152400" indent="0">
              <a:buNone/>
            </a:pPr>
            <a:r>
              <a:rPr lang="en-US" sz="2600" dirty="0">
                <a:solidFill>
                  <a:schemeClr val="tx1"/>
                </a:solidFill>
                <a:latin typeface="Work Sans" pitchFamily="2" charset="0"/>
              </a:rPr>
              <a:t>Use 100–150 words in your answer.</a:t>
            </a:r>
          </a:p>
        </p:txBody>
      </p:sp>
    </p:spTree>
    <p:extLst>
      <p:ext uri="{BB962C8B-B14F-4D97-AF65-F5344CB8AC3E}">
        <p14:creationId xmlns:p14="http://schemas.microsoft.com/office/powerpoint/2010/main" val="946391503"/>
      </p:ext>
    </p:extLst>
  </p:cSld>
  <p:clrMapOvr>
    <a:masterClrMapping/>
  </p:clrMapOvr>
</p:sld>
</file>

<file path=ppt/theme/theme1.xml><?xml version="1.0" encoding="utf-8"?>
<a:theme xmlns:a="http://schemas.openxmlformats.org/drawingml/2006/main" name="Theme3">
  <a:themeElements>
    <a:clrScheme name="Cengage New">
      <a:dk1>
        <a:srgbClr val="282F7C"/>
      </a:dk1>
      <a:lt1>
        <a:srgbClr val="FFFFFF"/>
      </a:lt1>
      <a:dk2>
        <a:srgbClr val="3841B0"/>
      </a:dk2>
      <a:lt2>
        <a:srgbClr val="F5F5F5"/>
      </a:lt2>
      <a:accent1>
        <a:srgbClr val="282F7C"/>
      </a:accent1>
      <a:accent2>
        <a:srgbClr val="FEE349"/>
      </a:accent2>
      <a:accent3>
        <a:srgbClr val="CDDEFF"/>
      </a:accent3>
      <a:accent4>
        <a:srgbClr val="F5F5F5"/>
      </a:accent4>
      <a:accent5>
        <a:srgbClr val="A3A1A3"/>
      </a:accent5>
      <a:accent6>
        <a:srgbClr val="454545"/>
      </a:accent6>
      <a:hlink>
        <a:srgbClr val="3841B0"/>
      </a:hlink>
      <a:folHlink>
        <a:srgbClr val="6900B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Theme3" id="{D9E01E5A-49F8-4B50-8D93-9ECCB43EC13E}" vid="{30B6B27D-277C-4F37-A5BA-236F8C07DB0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Theme3</Template>
  <TotalTime>1533</TotalTime>
  <Words>1901</Words>
  <Application>Microsoft Office PowerPoint</Application>
  <PresentationFormat>Widescreen</PresentationFormat>
  <Paragraphs>230</Paragraphs>
  <Slides>53</Slides>
  <Notes>49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53</vt:i4>
      </vt:variant>
    </vt:vector>
  </HeadingPairs>
  <TitlesOfParts>
    <vt:vector size="58" baseType="lpstr">
      <vt:lpstr>Arial</vt:lpstr>
      <vt:lpstr>Calibri</vt:lpstr>
      <vt:lpstr>Times New Roman</vt:lpstr>
      <vt:lpstr>Work Sans</vt:lpstr>
      <vt:lpstr>Theme3</vt:lpstr>
      <vt:lpstr>Automotive Technology: A Systems Approach, 8e</vt:lpstr>
      <vt:lpstr>Chapter Objectives (1 of 2)</vt:lpstr>
      <vt:lpstr>Chapter Objectives (2 of 2)</vt:lpstr>
      <vt:lpstr>Identification</vt:lpstr>
      <vt:lpstr>Basic Service</vt:lpstr>
      <vt:lpstr>Dipstick</vt:lpstr>
      <vt:lpstr>Transmissions Without a Dipstick</vt:lpstr>
      <vt:lpstr>Transmission Fluid</vt:lpstr>
      <vt:lpstr>Checking Transmission Fluid</vt:lpstr>
      <vt:lpstr>Knowledge Check (1 of 3)</vt:lpstr>
      <vt:lpstr>Knowledge Check Answer (1 of 3)</vt:lpstr>
      <vt:lpstr>Fluid Changes (1 of 3)</vt:lpstr>
      <vt:lpstr>Fluid Changes (2 of 3)</vt:lpstr>
      <vt:lpstr>Fluid Changes (3 of 3)</vt:lpstr>
      <vt:lpstr>Basic Diagnosis (1 of 2)</vt:lpstr>
      <vt:lpstr>Basic Diagnosis (2 of 2)</vt:lpstr>
      <vt:lpstr>Common Sources of Fluid Leaks</vt:lpstr>
      <vt:lpstr>Fluid Leaks</vt:lpstr>
      <vt:lpstr>Sources of Transaxle Fluid Leaks</vt:lpstr>
      <vt:lpstr>Electrical Connections</vt:lpstr>
      <vt:lpstr>Checking Mounts</vt:lpstr>
      <vt:lpstr>Transaxle Mount Inspection</vt:lpstr>
      <vt:lpstr>Knowledge Check (2 of 3)</vt:lpstr>
      <vt:lpstr>Knowledge Check Answer (2 of 3)</vt:lpstr>
      <vt:lpstr>Transmission Cooler Inspection</vt:lpstr>
      <vt:lpstr>Transmission Cooler</vt:lpstr>
      <vt:lpstr>Road Testing the Vehicle</vt:lpstr>
      <vt:lpstr>Typical Road Test Data</vt:lpstr>
      <vt:lpstr>Diagnosis of Noise and Vibration Problems</vt:lpstr>
      <vt:lpstr>Diagnosis </vt:lpstr>
      <vt:lpstr>Checking the Torque Converter (1 of 2)</vt:lpstr>
      <vt:lpstr>Checking the Torque Converter (2 of 2)</vt:lpstr>
      <vt:lpstr>Converter-Related Cooler Problems</vt:lpstr>
      <vt:lpstr>Diagnosing Hydraulic and Vacuum Control Systems</vt:lpstr>
      <vt:lpstr>Pressure Tests</vt:lpstr>
      <vt:lpstr>Typical Pressure Test Specifications</vt:lpstr>
      <vt:lpstr>Monitoring Pressure with a Scan Tool</vt:lpstr>
      <vt:lpstr>Common Problems</vt:lpstr>
      <vt:lpstr>Valve Body Check Balls</vt:lpstr>
      <vt:lpstr>Inspecting the Servo Assembly</vt:lpstr>
      <vt:lpstr>Transmission Range Switch (Sensor)</vt:lpstr>
      <vt:lpstr>Linkages (1 of 2)</vt:lpstr>
      <vt:lpstr>Linkages (2 of 2)</vt:lpstr>
      <vt:lpstr>Knowledge Check (3 of 3)</vt:lpstr>
      <vt:lpstr>Knowledge Check Answer (3 of 3)</vt:lpstr>
      <vt:lpstr>Transmission Overhaul (1 of 6)</vt:lpstr>
      <vt:lpstr>Transmission Overhaul (2 of 6) </vt:lpstr>
      <vt:lpstr>Transmission Overhaul (3 of 6)</vt:lpstr>
      <vt:lpstr>Transmission Overhaul (4 of 6)</vt:lpstr>
      <vt:lpstr>Transmission Overhaul (5 of 6)</vt:lpstr>
      <vt:lpstr>Transmission Overhaul (6 of 6)</vt:lpstr>
      <vt:lpstr>Installation</vt:lpstr>
      <vt:lpstr>Chapter Reflection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43</dc:title>
  <dc:creator>Radhika.M</dc:creator>
  <cp:lastModifiedBy>DiCaterino, Kara</cp:lastModifiedBy>
  <cp:revision>99</cp:revision>
  <dcterms:modified xsi:type="dcterms:W3CDTF">2024-12-04T16:23:01Z</dcterms:modified>
</cp:coreProperties>
</file>