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6" r:id="rId2"/>
  </p:sldMasterIdLst>
  <p:notesMasterIdLst>
    <p:notesMasterId r:id="rId45"/>
  </p:notesMasterIdLst>
  <p:sldIdLst>
    <p:sldId id="350" r:id="rId3"/>
    <p:sldId id="428" r:id="rId4"/>
    <p:sldId id="257" r:id="rId5"/>
    <p:sldId id="388" r:id="rId6"/>
    <p:sldId id="389" r:id="rId7"/>
    <p:sldId id="391" r:id="rId8"/>
    <p:sldId id="393" r:id="rId9"/>
    <p:sldId id="394" r:id="rId10"/>
    <p:sldId id="266" r:id="rId11"/>
    <p:sldId id="268" r:id="rId12"/>
    <p:sldId id="397" r:id="rId13"/>
    <p:sldId id="398" r:id="rId14"/>
    <p:sldId id="272" r:id="rId15"/>
    <p:sldId id="400" r:id="rId16"/>
    <p:sldId id="401" r:id="rId17"/>
    <p:sldId id="402" r:id="rId18"/>
    <p:sldId id="430" r:id="rId19"/>
    <p:sldId id="403" r:id="rId20"/>
    <p:sldId id="405" r:id="rId21"/>
    <p:sldId id="406" r:id="rId22"/>
    <p:sldId id="407" r:id="rId23"/>
    <p:sldId id="283" r:id="rId24"/>
    <p:sldId id="408" r:id="rId25"/>
    <p:sldId id="409" r:id="rId26"/>
    <p:sldId id="288" r:id="rId27"/>
    <p:sldId id="411" r:id="rId28"/>
    <p:sldId id="413" r:id="rId29"/>
    <p:sldId id="293" r:id="rId30"/>
    <p:sldId id="294" r:id="rId31"/>
    <p:sldId id="414" r:id="rId32"/>
    <p:sldId id="296" r:id="rId33"/>
    <p:sldId id="297" r:id="rId34"/>
    <p:sldId id="431" r:id="rId35"/>
    <p:sldId id="415" r:id="rId36"/>
    <p:sldId id="416" r:id="rId37"/>
    <p:sldId id="417" r:id="rId38"/>
    <p:sldId id="418" r:id="rId39"/>
    <p:sldId id="419" r:id="rId40"/>
    <p:sldId id="423" r:id="rId41"/>
    <p:sldId id="424" r:id="rId42"/>
    <p:sldId id="426" r:id="rId43"/>
    <p:sldId id="427"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10"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86375" autoAdjust="0"/>
  </p:normalViewPr>
  <p:slideViewPr>
    <p:cSldViewPr snapToGrid="0" snapToObjects="1" showGuides="1">
      <p:cViewPr varScale="1">
        <p:scale>
          <a:sx n="64" d="100"/>
          <a:sy n="64" d="100"/>
        </p:scale>
        <p:origin x="760" y="40"/>
      </p:cViewPr>
      <p:guideLst>
        <p:guide orient="horz" pos="168"/>
        <p:guide pos="3876"/>
      </p:guideLst>
    </p:cSldViewPr>
  </p:slideViewPr>
  <p:outlineViewPr>
    <p:cViewPr>
      <p:scale>
        <a:sx n="33" d="100"/>
        <a:sy n="33" d="100"/>
      </p:scale>
      <p:origin x="0" y="-17364"/>
    </p:cViewPr>
  </p:outlineViewPr>
  <p:notesTextViewPr>
    <p:cViewPr>
      <p:scale>
        <a:sx n="100" d="100"/>
        <a:sy n="100" d="100"/>
      </p:scale>
      <p:origin x="0" y="0"/>
    </p:cViewPr>
  </p:notesTextViewPr>
  <p:sorterViewPr>
    <p:cViewPr>
      <p:scale>
        <a:sx n="66" d="100"/>
        <a:sy n="66" d="100"/>
      </p:scale>
      <p:origin x="0" y="48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2F196825-46DD-44D1-A652-061DE630794C}"/>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129E6A4F-BCCB-44C4-81B7-A2EBAD03EC46}" type="slidenum">
              <a:t>3</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1467979F-517C-4406-9770-83C924CC8FE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E2D7E895-8BAB-4EDE-A645-B68F27E52E5A}"/>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53885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5ABF50B-06F9-4094-B5F5-79C876545CA1}"/>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353B111-45B6-429F-880A-0B7FC05CC4FE}" type="slidenum">
              <a:t>4</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44076B84-1125-40A4-86FB-C5A77C8AC4DB}"/>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6A9FFF7F-12C2-403D-BB66-5752A9EEC83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24873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9671133-B378-4385-B3A7-EB9DAE518539}"/>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141FB49-4C13-4DEF-A8A8-8336642767AF}" type="slidenum">
              <a:t>5</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3616CFC3-6752-4C69-9796-1A55329145A9}"/>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050B1333-8297-4318-A8C4-45460DB904C5}"/>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188239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8D4738E-CEF5-48AC-96B9-3583FA51E232}"/>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C6F20B50-D1D3-4868-BA7B-D4BCEB8F980A}" type="slidenum">
              <a:t>6</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7FF1E16F-5002-433D-890F-D4946261991B}"/>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05821F96-D909-4D9C-9EED-CE115C2F7E85}"/>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690319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3960941-9048-4380-96A8-6C09F641C824}"/>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8D4EE05-FF6C-4FCC-ACC8-5D63EBEB9CCE}" type="slidenum">
              <a:t>7</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75876F52-A013-4AF5-B221-36E64D9FA784}"/>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E365091-2AFD-4C15-809B-EFB91DB110E8}"/>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964410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EA79753A-8168-4F83-BB44-9F91914CC665}"/>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1A5B260-A64B-4794-8A90-5271D014164F}" type="slidenum">
              <a:t>8</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51D88497-7480-47AD-A0A6-2B6171D4A576}"/>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E961FCD-0449-44CD-9BAD-CD95BA923E6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05709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9FCC999-3570-49F4-9EED-563381FF0AF7}"/>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39B05F35-BCC5-4188-B7E8-14F7A41DDFAC}" type="slidenum">
              <a:t>9</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622167F9-00C7-4A59-B79E-7F27880396FF}"/>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1B1EDCE8-D9FD-4419-B71F-F8FB7273BACF}"/>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176295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4304BFA7-432A-4C31-B797-417862627980}"/>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DB4BEED-18FA-4A8F-9826-F63892AABF2D}" type="slidenum">
              <a:t>10</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435F19CE-4C8D-4517-9F85-DD582593A0EA}"/>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FD640997-1789-46DC-9AAC-8BB11C556F52}"/>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179604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7EFD5BC-0AE6-4BD8-A8A8-D3BED0BF3BE9}"/>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3FCE556-E7C9-4B5A-BC1F-2AB5DF8CF9D0}" type="slidenum">
              <a:t>11</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98039C8C-8E32-446C-BEDC-FD57C26E277D}"/>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D8649584-7CBD-46FF-837E-71AE18104BC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98639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771EE03-D7AE-4281-B3DF-8CACA0D25F0B}"/>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02DAB32-4342-4FC4-92AA-E89F9DE5EC10}" type="slidenum">
              <a:t>12</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2E531A11-2478-4DD9-A0FC-2B4A6964AD8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42C27F32-91A3-49C8-9676-A0BA4DA64FF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675791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D855E39-C890-434A-9007-A99FA1DF303E}"/>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8A09DCA-15B0-4B36-8965-DD1869E6BF59}" type="slidenum">
              <a:t>13</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8048B727-8817-4340-ABB5-C11FD3616CD7}"/>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1E6ACDD4-0B4B-4643-B825-B657E2B70897}"/>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259107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3E09501-9EFC-45A3-A0A6-0A34735AD3BE}"/>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C45F898-9083-4DC1-AEF9-4CE4BAE52D0A}" type="slidenum">
              <a:t>14</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1455A90B-EC90-441F-BDA4-51EFCCAE0F1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0AB03580-953A-441A-875B-0E8BFF21B01E}"/>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75777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E306E170-74D9-4A16-9E2F-4548E1981C2C}"/>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B183D529-F628-449A-875D-0A4E94CB26D1}" type="slidenum">
              <a:t>15</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F0DC96FC-BC96-49F0-BDCD-51F6D0F3ADCA}"/>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64081A33-84B6-4636-9406-92EC1456F6E0}"/>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822997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C5D5619-21D4-4DC9-922F-CF1D72BBBEC5}"/>
              </a:ext>
            </a:extLst>
          </p:cNvPr>
          <p:cNvSpPr txBox="1"/>
          <p:nvPr/>
        </p:nvSpPr>
        <p:spPr>
          <a:xfrm>
            <a:off x="3884755" y="8685364"/>
            <a:ext cx="2971443" cy="456843"/>
          </a:xfrm>
          <a:prstGeom prst="rect">
            <a:avLst/>
          </a:prstGeom>
          <a:noFill/>
          <a:ln>
            <a:noFill/>
          </a:ln>
        </p:spPr>
        <p:txBody>
          <a:bodyPr vert="horz" wrap="square" lIns="90004" tIns="44997" rIns="90004" bIns="44997"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2607F1D-4B9C-4D12-81C7-D7D0D91B667B}" type="slidenum">
              <a:t>16</a:t>
            </a:fld>
            <a:endParaRPr lang="en-US" sz="1800" b="0" i="0" u="none" strike="noStrike" kern="1200" cap="none" spc="0" baseline="0" dirty="0">
              <a:solidFill>
                <a:srgbClr val="000000"/>
              </a:solidFill>
              <a:uFillTx/>
              <a:latin typeface="Calibri"/>
            </a:endParaRPr>
          </a:p>
        </p:txBody>
      </p:sp>
      <p:sp>
        <p:nvSpPr>
          <p:cNvPr id="3" name="Slide Number Placeholder 6">
            <a:extLst>
              <a:ext uri="{FF2B5EF4-FFF2-40B4-BE49-F238E27FC236}">
                <a16:creationId xmlns:a16="http://schemas.microsoft.com/office/drawing/2014/main" id="{19748FC7-A679-40E4-9B8A-93271C40E9D1}"/>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BBC916F-AF9F-4AED-A68C-9542D79FD464}" type="slidenum">
              <a:t>16</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4" name="Slide Image Placeholder 1">
            <a:extLst>
              <a:ext uri="{FF2B5EF4-FFF2-40B4-BE49-F238E27FC236}">
                <a16:creationId xmlns:a16="http://schemas.microsoft.com/office/drawing/2014/main" id="{C0CCA612-B5DC-40D3-8F81-4C1FDF28B39E}"/>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5" name="Notes Placeholder 2">
            <a:extLst>
              <a:ext uri="{FF2B5EF4-FFF2-40B4-BE49-F238E27FC236}">
                <a16:creationId xmlns:a16="http://schemas.microsoft.com/office/drawing/2014/main" id="{3C900F86-E7F6-4656-8B8A-E77ECA33426D}"/>
              </a:ext>
            </a:extLst>
          </p:cNvPr>
          <p:cNvSpPr txBox="1">
            <a:spLocks noGrp="1"/>
          </p:cNvSpPr>
          <p:nvPr>
            <p:ph type="body" sz="quarter" idx="1"/>
          </p:nvPr>
        </p:nvSpPr>
        <p:spPr>
          <a:xfrm>
            <a:off x="685800" y="4343400"/>
            <a:ext cx="5486043" cy="4114443"/>
          </a:xfrm>
        </p:spPr>
        <p:txBody>
          <a:bodyPr lIns="90004" tIns="44997" rIns="90004" bIns="44997"/>
          <a:lstStyle/>
          <a:p>
            <a:pPr lvl="0"/>
            <a:endParaRPr lang="en-US" dirty="0"/>
          </a:p>
        </p:txBody>
      </p:sp>
    </p:spTree>
    <p:extLst>
      <p:ext uri="{BB962C8B-B14F-4D97-AF65-F5344CB8AC3E}">
        <p14:creationId xmlns:p14="http://schemas.microsoft.com/office/powerpoint/2010/main" val="386262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C5D5619-21D4-4DC9-922F-CF1D72BBBEC5}"/>
              </a:ext>
            </a:extLst>
          </p:cNvPr>
          <p:cNvSpPr txBox="1"/>
          <p:nvPr/>
        </p:nvSpPr>
        <p:spPr>
          <a:xfrm>
            <a:off x="3884755" y="8685364"/>
            <a:ext cx="2971443" cy="456843"/>
          </a:xfrm>
          <a:prstGeom prst="rect">
            <a:avLst/>
          </a:prstGeom>
          <a:noFill/>
          <a:ln>
            <a:noFill/>
          </a:ln>
        </p:spPr>
        <p:txBody>
          <a:bodyPr vert="horz" wrap="square" lIns="90004" tIns="44997" rIns="90004" bIns="44997"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2607F1D-4B9C-4D12-81C7-D7D0D91B667B}" type="slidenum">
              <a:t>17</a:t>
            </a:fld>
            <a:endParaRPr lang="en-US" sz="1800" b="0" i="0" u="none" strike="noStrike" kern="1200" cap="none" spc="0" baseline="0" dirty="0">
              <a:solidFill>
                <a:srgbClr val="000000"/>
              </a:solidFill>
              <a:uFillTx/>
              <a:latin typeface="Calibri"/>
            </a:endParaRPr>
          </a:p>
        </p:txBody>
      </p:sp>
      <p:sp>
        <p:nvSpPr>
          <p:cNvPr id="3" name="Slide Number Placeholder 6">
            <a:extLst>
              <a:ext uri="{FF2B5EF4-FFF2-40B4-BE49-F238E27FC236}">
                <a16:creationId xmlns:a16="http://schemas.microsoft.com/office/drawing/2014/main" id="{19748FC7-A679-40E4-9B8A-93271C40E9D1}"/>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BBC916F-AF9F-4AED-A68C-9542D79FD464}" type="slidenum">
              <a:t>17</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4" name="Slide Image Placeholder 1">
            <a:extLst>
              <a:ext uri="{FF2B5EF4-FFF2-40B4-BE49-F238E27FC236}">
                <a16:creationId xmlns:a16="http://schemas.microsoft.com/office/drawing/2014/main" id="{C0CCA612-B5DC-40D3-8F81-4C1FDF28B39E}"/>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5" name="Notes Placeholder 2">
            <a:extLst>
              <a:ext uri="{FF2B5EF4-FFF2-40B4-BE49-F238E27FC236}">
                <a16:creationId xmlns:a16="http://schemas.microsoft.com/office/drawing/2014/main" id="{3C900F86-E7F6-4656-8B8A-E77ECA33426D}"/>
              </a:ext>
            </a:extLst>
          </p:cNvPr>
          <p:cNvSpPr txBox="1">
            <a:spLocks noGrp="1"/>
          </p:cNvSpPr>
          <p:nvPr>
            <p:ph type="body" sz="quarter" idx="1"/>
          </p:nvPr>
        </p:nvSpPr>
        <p:spPr>
          <a:xfrm>
            <a:off x="685800" y="4343400"/>
            <a:ext cx="5486043" cy="4114443"/>
          </a:xfrm>
        </p:spPr>
        <p:txBody>
          <a:bodyPr lIns="90004" tIns="44997" rIns="90004" bIns="44997"/>
          <a:lstStyle/>
          <a:p>
            <a:pPr lvl="0"/>
            <a:endParaRPr lang="en-US" dirty="0"/>
          </a:p>
        </p:txBody>
      </p:sp>
    </p:spTree>
    <p:extLst>
      <p:ext uri="{BB962C8B-B14F-4D97-AF65-F5344CB8AC3E}">
        <p14:creationId xmlns:p14="http://schemas.microsoft.com/office/powerpoint/2010/main" val="1117605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635368C1-29D2-4A41-AB52-C2394BA25071}"/>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8087379-A1BE-4B70-B71D-8A122715B0EE}" type="slidenum">
              <a:t>18</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CFCC7F2A-DD32-4E7B-B4D1-A259BE47CF87}"/>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83E76D2C-8363-4244-AA84-5A68A4468448}"/>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863150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71C0C28-C2FA-4666-BD0F-4413DFF14415}"/>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FBBB14-4106-40E3-B849-899E64FBED73}" type="slidenum">
              <a:t>19</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AF1666E2-FEB0-4488-A01C-AE3A03C69188}"/>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3E112CB1-C0E3-49D7-9128-20545F02A188}"/>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00534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016160B-CA86-467D-9C0E-7FD7745BAA0E}"/>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70E1D47-E475-4F28-AD80-B1B310CA59F7}" type="slidenum">
              <a:t>20</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3A1BD414-825E-49B4-A7E4-F84C5D63A3A5}"/>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6FA8A044-5DD6-4587-BC78-D3A0F2EB1BEA}"/>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537439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BEBBECE-94E8-421D-8830-CBF3C404C062}"/>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1A12527C-2B1C-47AF-8BEE-6500A0FFF465}" type="slidenum">
              <a:t>21</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941AE071-6604-4E64-8576-E284218BB040}"/>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8B1DE1C9-2DC8-4B55-B940-B9A2BC747A92}"/>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058544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B57E295-0D4D-4017-BB82-EB1EA0869537}"/>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613F24F5-ACAE-4162-81C8-DF5938E49D1D}" type="slidenum">
              <a:t>22</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6C80D2A6-7CB6-42A1-949A-0C02645BB89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F3C5D11F-5AB1-4C12-A606-957D45814075}"/>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222830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1558FF7-B61F-43DB-93B9-FA41B60BD2DF}"/>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D73E5F51-C549-452D-8181-DAE0708AABEA}" type="slidenum">
              <a:t>23</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9F3A5BD2-F079-4AA1-98E6-6E65A3C9E17F}"/>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CA5375C8-F0F6-4174-8758-1F3F69F8538D}"/>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903770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ABBA140-7ACA-45EE-9F1E-92F08D723467}"/>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C15A1717-A907-4EDE-93B0-DE7AF6AE4EDE}" type="slidenum">
              <a:t>24</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EF836D5A-1672-4943-827C-1BA50CE58EB8}"/>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2480016D-619A-46CD-B6FA-7C4EFA4EAC9A}"/>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008052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4CBE1693-750F-4C36-A5B7-5D736BB459AD}"/>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D08CD4B-DD5B-44E9-B7AF-54D40825DFA3}" type="slidenum">
              <a:t>25</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AE59A158-1BA1-440B-9798-1845490A5426}"/>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22F9AD0B-E2E6-443A-B307-D94EB1FDF5B3}"/>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419548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2C8EA98-4AF5-4089-8E37-FA0B63617CFD}"/>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8936AF31-8333-429B-8A8D-ECE15AD2E444}" type="slidenum">
              <a:t>26</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31364743-865D-49A4-BCAD-96305470188A}"/>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57BC143C-EEAE-4E18-8BEF-2302725257E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700544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3834697D-CF17-4F95-8779-2EF2F3BDF42D}"/>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3D17CC6C-CB65-45F8-A062-75A5721898A7}" type="slidenum">
              <a:t>27</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49E21993-7D52-49C9-BA2F-262CE127D2C7}"/>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52E09E7C-1037-4044-BD27-BBB418B4D06C}"/>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37710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A9856496-B504-4C12-834F-4E2E40520FFB}"/>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0D007B0-0CA6-4101-85CA-3FF7627AC882}" type="slidenum">
              <a:t>28</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74E3EF3B-93AE-4BA5-91F9-0343EF730C26}"/>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FCCBB90-90EA-4CA8-A90F-EB9B6095C6D8}"/>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7208740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3403C03F-C35C-445A-B050-0EBD70708DCF}"/>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9351024-29DA-4D17-B2CB-C23204A6B6D3}" type="slidenum">
              <a:t>29</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E6DDAB64-642C-4659-909D-73074C02F948}"/>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808088D1-70B5-4FC0-8887-6ECE3B068A58}"/>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40043871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4B679E67-9171-443C-AF07-E659540D2526}"/>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65F551E8-1A59-4449-B90D-125C3C5D89CB}" type="slidenum">
              <a:t>30</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EDAFB7E2-26CE-48CB-AD86-A28430E5F5F4}"/>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F0A9E841-F401-4506-A373-188337E7C355}"/>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387000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D5B0CB0-CA08-4FFA-992D-9690A38B8604}"/>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335FB33-1658-4CA6-ADF3-C9ED5E1E40C5}" type="slidenum">
              <a:t>31</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79DB304E-DF72-44B0-9379-830900748032}"/>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C55D35E9-A594-4CD8-B33F-F6F52B9FBB9B}"/>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475551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FCBCFF0-A5B5-49B1-AB49-D86972B1F2AC}"/>
              </a:ext>
            </a:extLst>
          </p:cNvPr>
          <p:cNvSpPr txBox="1"/>
          <p:nvPr/>
        </p:nvSpPr>
        <p:spPr>
          <a:xfrm>
            <a:off x="3884755" y="8685364"/>
            <a:ext cx="2971443" cy="456843"/>
          </a:xfrm>
          <a:prstGeom prst="rect">
            <a:avLst/>
          </a:prstGeom>
          <a:noFill/>
          <a:ln>
            <a:noFill/>
          </a:ln>
        </p:spPr>
        <p:txBody>
          <a:bodyPr vert="horz" wrap="square" lIns="90004" tIns="44997" rIns="90004" bIns="44997"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ACC628E-DECB-495C-860A-7C0587BBB259}" type="slidenum">
              <a:t>32</a:t>
            </a:fld>
            <a:endParaRPr lang="en-US" sz="1800" b="0" i="0" u="none" strike="noStrike" kern="1200" cap="none" spc="0" baseline="0" dirty="0">
              <a:solidFill>
                <a:srgbClr val="000000"/>
              </a:solidFill>
              <a:uFillTx/>
              <a:latin typeface="Calibri"/>
            </a:endParaRPr>
          </a:p>
        </p:txBody>
      </p:sp>
      <p:sp>
        <p:nvSpPr>
          <p:cNvPr id="3" name="Slide Number Placeholder 6">
            <a:extLst>
              <a:ext uri="{FF2B5EF4-FFF2-40B4-BE49-F238E27FC236}">
                <a16:creationId xmlns:a16="http://schemas.microsoft.com/office/drawing/2014/main" id="{3C851811-24A8-44F8-AF8D-98BD4E0510F7}"/>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D0D5121-1E2B-402A-9E50-DCD020F6ED0D}" type="slidenum">
              <a:t>32</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4" name="Slide Image Placeholder 1">
            <a:extLst>
              <a:ext uri="{FF2B5EF4-FFF2-40B4-BE49-F238E27FC236}">
                <a16:creationId xmlns:a16="http://schemas.microsoft.com/office/drawing/2014/main" id="{A65D6C97-B87C-4BF8-97D4-BFA340ED397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5" name="Notes Placeholder 2">
            <a:extLst>
              <a:ext uri="{FF2B5EF4-FFF2-40B4-BE49-F238E27FC236}">
                <a16:creationId xmlns:a16="http://schemas.microsoft.com/office/drawing/2014/main" id="{001795CD-52AD-42E1-B723-1D65A8154E55}"/>
              </a:ext>
            </a:extLst>
          </p:cNvPr>
          <p:cNvSpPr txBox="1">
            <a:spLocks noGrp="1"/>
          </p:cNvSpPr>
          <p:nvPr>
            <p:ph type="body" sz="quarter" idx="1"/>
          </p:nvPr>
        </p:nvSpPr>
        <p:spPr>
          <a:xfrm>
            <a:off x="685800" y="4343400"/>
            <a:ext cx="5486043" cy="4114443"/>
          </a:xfrm>
        </p:spPr>
        <p:txBody>
          <a:bodyPr lIns="90004" tIns="44997" rIns="90004" bIns="44997"/>
          <a:lstStyle/>
          <a:p>
            <a:pPr lvl="0"/>
            <a:endParaRPr lang="en-US" dirty="0"/>
          </a:p>
        </p:txBody>
      </p:sp>
    </p:spTree>
    <p:extLst>
      <p:ext uri="{BB962C8B-B14F-4D97-AF65-F5344CB8AC3E}">
        <p14:creationId xmlns:p14="http://schemas.microsoft.com/office/powerpoint/2010/main" val="3826614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FCBCFF0-A5B5-49B1-AB49-D86972B1F2AC}"/>
              </a:ext>
            </a:extLst>
          </p:cNvPr>
          <p:cNvSpPr txBox="1"/>
          <p:nvPr/>
        </p:nvSpPr>
        <p:spPr>
          <a:xfrm>
            <a:off x="3884755" y="8685364"/>
            <a:ext cx="2971443" cy="456843"/>
          </a:xfrm>
          <a:prstGeom prst="rect">
            <a:avLst/>
          </a:prstGeom>
          <a:noFill/>
          <a:ln>
            <a:noFill/>
          </a:ln>
        </p:spPr>
        <p:txBody>
          <a:bodyPr vert="horz" wrap="square" lIns="90004" tIns="44997" rIns="90004" bIns="44997"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ACC628E-DECB-495C-860A-7C0587BBB259}" type="slidenum">
              <a:t>33</a:t>
            </a:fld>
            <a:endParaRPr lang="en-US" sz="1800" b="0" i="0" u="none" strike="noStrike" kern="1200" cap="none" spc="0" baseline="0" dirty="0">
              <a:solidFill>
                <a:srgbClr val="000000"/>
              </a:solidFill>
              <a:uFillTx/>
              <a:latin typeface="Calibri"/>
            </a:endParaRPr>
          </a:p>
        </p:txBody>
      </p:sp>
      <p:sp>
        <p:nvSpPr>
          <p:cNvPr id="3" name="Slide Number Placeholder 6">
            <a:extLst>
              <a:ext uri="{FF2B5EF4-FFF2-40B4-BE49-F238E27FC236}">
                <a16:creationId xmlns:a16="http://schemas.microsoft.com/office/drawing/2014/main" id="{3C851811-24A8-44F8-AF8D-98BD4E0510F7}"/>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D0D5121-1E2B-402A-9E50-DCD020F6ED0D}" type="slidenum">
              <a:t>33</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4" name="Slide Image Placeholder 1">
            <a:extLst>
              <a:ext uri="{FF2B5EF4-FFF2-40B4-BE49-F238E27FC236}">
                <a16:creationId xmlns:a16="http://schemas.microsoft.com/office/drawing/2014/main" id="{A65D6C97-B87C-4BF8-97D4-BFA340ED397C}"/>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5" name="Notes Placeholder 2">
            <a:extLst>
              <a:ext uri="{FF2B5EF4-FFF2-40B4-BE49-F238E27FC236}">
                <a16:creationId xmlns:a16="http://schemas.microsoft.com/office/drawing/2014/main" id="{001795CD-52AD-42E1-B723-1D65A8154E55}"/>
              </a:ext>
            </a:extLst>
          </p:cNvPr>
          <p:cNvSpPr txBox="1">
            <a:spLocks noGrp="1"/>
          </p:cNvSpPr>
          <p:nvPr>
            <p:ph type="body" sz="quarter" idx="1"/>
          </p:nvPr>
        </p:nvSpPr>
        <p:spPr>
          <a:xfrm>
            <a:off x="685800" y="4343400"/>
            <a:ext cx="5486043" cy="4114443"/>
          </a:xfrm>
        </p:spPr>
        <p:txBody>
          <a:bodyPr lIns="90004" tIns="44997" rIns="90004" bIns="44997"/>
          <a:lstStyle/>
          <a:p>
            <a:pPr lvl="0"/>
            <a:endParaRPr lang="en-US" dirty="0"/>
          </a:p>
        </p:txBody>
      </p:sp>
    </p:spTree>
    <p:extLst>
      <p:ext uri="{BB962C8B-B14F-4D97-AF65-F5344CB8AC3E}">
        <p14:creationId xmlns:p14="http://schemas.microsoft.com/office/powerpoint/2010/main" val="2911258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FD67E65D-6466-4744-9A99-0A90F0153C56}"/>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994803B6-8714-463E-BF58-C738143EFBA5}" type="slidenum">
              <a:t>34</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F322490B-6652-493A-9A1E-6A6AB37EA2D8}"/>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6890FED-A2AE-481B-A68E-A5ABF94BE2A5}"/>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7816408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B87D3C64-1032-4A62-BBD8-B9A95FC2ECF2}"/>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2B83E1B-6D65-4E1B-B9BF-CE394EA21543}" type="slidenum">
              <a:t>35</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60C2B482-A156-4729-AAE6-6922E697016B}"/>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2D41B9D1-222D-4562-A6C8-120F1C2896E0}"/>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27329032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638BDF8A-6149-4694-8F71-BA60B0B779C3}"/>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7A5E3DC3-F8D9-43FE-B36A-C48C5C783153}" type="slidenum">
              <a:t>36</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47AC8055-713E-4DB7-95CB-CC46BEC415FF}"/>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4AC5ECC-12E1-4329-8CDE-E4D9AB1A7A20}"/>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725147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93E835A-9D1C-44D2-BAD5-623637F3D05A}"/>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703954B-9BB2-4181-8964-3A7ACB10B4EB}" type="slidenum">
              <a:t>37</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579E452E-16B3-4FF3-B44C-B4E7EBD52CC6}"/>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F40CADFB-0D2C-4A17-ABD0-B73E31A021E6}"/>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6649466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F99867CA-F303-4225-BDFE-D01CA12B6F60}"/>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097F8A6-DB98-4782-BFDF-88EE6F271790}" type="slidenum">
              <a:t>38</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9524C3E8-CEF1-49CD-A62A-DBF18A4DF015}"/>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3CB62337-0125-4D96-8155-A69A69DA517B}"/>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6211742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43DF0F74-1B22-41F4-9C00-16B5BAD97D40}"/>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3140A4DD-F7B4-498E-B70C-49C02FBA38D2}" type="slidenum">
              <a:t>39</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124C88D9-96B5-4D0C-8317-2E6D13E01334}"/>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B39F542F-5F9E-46BE-AE93-751A7DA4A51C}"/>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38623315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F531A25-B620-44B1-92E7-61D443AAF255}"/>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BFEF842-6CCD-47BA-AE7C-F6B4855BE763}" type="slidenum">
              <a:t>40</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2">
            <a:extLst>
              <a:ext uri="{FF2B5EF4-FFF2-40B4-BE49-F238E27FC236}">
                <a16:creationId xmlns:a16="http://schemas.microsoft.com/office/drawing/2014/main" id="{0C573504-37BA-40D9-8FDD-0D9FCC237611}"/>
              </a:ext>
            </a:extLst>
          </p:cNvPr>
          <p:cNvSpPr>
            <a:spLocks noGrp="1" noRot="1" noChangeAspect="1"/>
          </p:cNvSpPr>
          <p:nvPr>
            <p:ph type="sldImg"/>
          </p:nvPr>
        </p:nvSpPr>
        <p:spPr>
          <a:xfrm>
            <a:off x="381000" y="685800"/>
            <a:ext cx="6096000" cy="3429000"/>
          </a:xfrm>
          <a:solidFill>
            <a:srgbClr val="5B9BD5"/>
          </a:solidFill>
          <a:ln w="25402">
            <a:solidFill>
              <a:srgbClr val="41719C"/>
            </a:solidFill>
            <a:prstDash val="solid"/>
          </a:ln>
        </p:spPr>
      </p:sp>
      <p:sp>
        <p:nvSpPr>
          <p:cNvPr id="4" name="Rectangle 3">
            <a:extLst>
              <a:ext uri="{FF2B5EF4-FFF2-40B4-BE49-F238E27FC236}">
                <a16:creationId xmlns:a16="http://schemas.microsoft.com/office/drawing/2014/main" id="{4A116C55-D59F-4C04-BF08-065BFDA20337}"/>
              </a:ext>
            </a:extLst>
          </p:cNvPr>
          <p:cNvSpPr txBox="1">
            <a:spLocks noGrp="1"/>
          </p:cNvSpPr>
          <p:nvPr>
            <p:ph type="body" sz="quarter" idx="1"/>
          </p:nvPr>
        </p:nvSpPr>
        <p:spPr>
          <a:xfrm>
            <a:off x="685800" y="4343400"/>
            <a:ext cx="5486043" cy="4114443"/>
          </a:xfrm>
        </p:spPr>
        <p:txBody>
          <a:bodyPr lIns="90004" tIns="44997" rIns="90004" bIns="44997"/>
          <a:lstStyle/>
          <a:p>
            <a:endParaRPr lang="en-US" dirty="0"/>
          </a:p>
        </p:txBody>
      </p:sp>
    </p:spTree>
    <p:extLst>
      <p:ext uri="{BB962C8B-B14F-4D97-AF65-F5344CB8AC3E}">
        <p14:creationId xmlns:p14="http://schemas.microsoft.com/office/powerpoint/2010/main" val="17199587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A4371A6-419F-4B1E-9027-B58D83492760}"/>
              </a:ext>
            </a:extLst>
          </p:cNvPr>
          <p:cNvSpPr txBox="1"/>
          <p:nvPr/>
        </p:nvSpPr>
        <p:spPr>
          <a:xfrm>
            <a:off x="4399196" y="9555480"/>
            <a:ext cx="3372837" cy="502563"/>
          </a:xfrm>
          <a:prstGeom prst="rect">
            <a:avLst/>
          </a:prstGeom>
          <a:noFill/>
          <a:ln>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ECEB7DAD-F6BB-4A12-8CD7-3B1351825C2D}" type="slidenum">
              <a:t>41</a:t>
            </a:fld>
            <a:endParaRPr lang="en-US" sz="1400" b="0" i="0" u="none" strike="noStrike" kern="1200" cap="none" spc="0" baseline="0" dirty="0">
              <a:solidFill>
                <a:srgbClr val="000000"/>
              </a:solidFill>
              <a:uFillTx/>
              <a:latin typeface="Times New Roman" pitchFamily="18"/>
              <a:ea typeface="Lucida Sans Unicode" pitchFamily="2"/>
              <a:cs typeface="Tahoma" pitchFamily="2"/>
            </a:endParaRPr>
          </a:p>
        </p:txBody>
      </p:sp>
      <p:sp>
        <p:nvSpPr>
          <p:cNvPr id="3" name="Slide Image Placeholder 1">
            <a:extLst>
              <a:ext uri="{FF2B5EF4-FFF2-40B4-BE49-F238E27FC236}">
                <a16:creationId xmlns:a16="http://schemas.microsoft.com/office/drawing/2014/main" id="{A09E6A2E-878C-4605-ACF1-8D5B003815E1}"/>
              </a:ext>
            </a:extLst>
          </p:cNvPr>
          <p:cNvSpPr>
            <a:spLocks noGrp="1" noRot="1" noChangeAspect="1"/>
          </p:cNvSpPr>
          <p:nvPr>
            <p:ph type="sldImg"/>
          </p:nvPr>
        </p:nvSpPr>
        <p:spPr>
          <a:xfrm>
            <a:off x="382588" y="695325"/>
            <a:ext cx="6092825" cy="3427413"/>
          </a:xfrm>
          <a:solidFill>
            <a:srgbClr val="5B9BD5"/>
          </a:solidFill>
          <a:ln w="25402">
            <a:solidFill>
              <a:srgbClr val="41719C"/>
            </a:solidFill>
            <a:prstDash val="solid"/>
          </a:ln>
        </p:spPr>
      </p:sp>
      <p:sp>
        <p:nvSpPr>
          <p:cNvPr id="4" name="Notes Placeholder 2">
            <a:extLst>
              <a:ext uri="{FF2B5EF4-FFF2-40B4-BE49-F238E27FC236}">
                <a16:creationId xmlns:a16="http://schemas.microsoft.com/office/drawing/2014/main" id="{38AB0233-1865-490A-8D67-E4757887D043}"/>
              </a:ext>
            </a:extLst>
          </p:cNvPr>
          <p:cNvSpPr txBox="1">
            <a:spLocks noGrp="1"/>
          </p:cNvSpPr>
          <p:nvPr>
            <p:ph type="body" sz="quarter" idx="1"/>
          </p:nvPr>
        </p:nvSpPr>
        <p:spPr>
          <a:xfrm>
            <a:off x="685800" y="4343400"/>
            <a:ext cx="5486043" cy="4114443"/>
          </a:xfrm>
        </p:spPr>
        <p:txBody>
          <a:bodyPr/>
          <a:lstStyle/>
          <a:p>
            <a:endParaRPr lang="en-US" dirty="0"/>
          </a:p>
        </p:txBody>
      </p:sp>
    </p:spTree>
    <p:extLst>
      <p:ext uri="{BB962C8B-B14F-4D97-AF65-F5344CB8AC3E}">
        <p14:creationId xmlns:p14="http://schemas.microsoft.com/office/powerpoint/2010/main" val="1730463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3436633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139665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Char char="−"/>
              <a:tabLst>
                <a:tab pos="628650" algn="l"/>
              </a:tabLst>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4092395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14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611210"/>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Char char="−"/>
              <a:tabLst>
                <a:tab pos="628650" algn="l"/>
              </a:tabLst>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79BB9B0E-52CA-07C2-4677-249C99911DA1}"/>
              </a:ext>
            </a:extLst>
          </p:cNvPr>
          <p:cNvSpPr>
            <a:spLocks noGrp="1"/>
          </p:cNvSpPr>
          <p:nvPr>
            <p:ph sz="quarter" idx="10"/>
          </p:nvPr>
        </p:nvSpPr>
        <p:spPr>
          <a:xfrm>
            <a:off x="619125" y="44704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2B42054D-8F98-0459-D30B-57DAF7D9BC2E}"/>
              </a:ext>
            </a:extLst>
          </p:cNvPr>
          <p:cNvSpPr>
            <a:spLocks noGrp="1"/>
          </p:cNvSpPr>
          <p:nvPr>
            <p:ph sz="quarter" idx="11"/>
          </p:nvPr>
        </p:nvSpPr>
        <p:spPr>
          <a:xfrm>
            <a:off x="2152650" y="44704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8B3CF7DC-3604-080C-806D-D338AC1802F0}"/>
              </a:ext>
            </a:extLst>
          </p:cNvPr>
          <p:cNvSpPr>
            <a:spLocks noGrp="1"/>
          </p:cNvSpPr>
          <p:nvPr>
            <p:ph type="pic" sz="quarter" idx="12"/>
          </p:nvPr>
        </p:nvSpPr>
        <p:spPr>
          <a:xfrm>
            <a:off x="3536950" y="4470400"/>
            <a:ext cx="914400" cy="914400"/>
          </a:xfrm>
        </p:spPr>
        <p:txBody>
          <a:bodyPr/>
          <a:lstStyle/>
          <a:p>
            <a:endParaRPr lang="en-IN"/>
          </a:p>
        </p:txBody>
      </p:sp>
      <p:sp>
        <p:nvSpPr>
          <p:cNvPr id="9" name="Picture Placeholder 8">
            <a:extLst>
              <a:ext uri="{FF2B5EF4-FFF2-40B4-BE49-F238E27FC236}">
                <a16:creationId xmlns:a16="http://schemas.microsoft.com/office/drawing/2014/main" id="{D5DF8964-8024-803C-41AF-6D3D36A34E3B}"/>
              </a:ext>
            </a:extLst>
          </p:cNvPr>
          <p:cNvSpPr>
            <a:spLocks noGrp="1"/>
          </p:cNvSpPr>
          <p:nvPr>
            <p:ph type="pic" sz="quarter" idx="13"/>
          </p:nvPr>
        </p:nvSpPr>
        <p:spPr>
          <a:xfrm>
            <a:off x="5024438" y="4608513"/>
            <a:ext cx="914400" cy="914400"/>
          </a:xfrm>
        </p:spPr>
        <p:txBody>
          <a:bodyPr/>
          <a:lstStyle/>
          <a:p>
            <a:endParaRPr lang="en-IN"/>
          </a:p>
        </p:txBody>
      </p:sp>
      <p:sp>
        <p:nvSpPr>
          <p:cNvPr id="11" name="Table Placeholder 10">
            <a:extLst>
              <a:ext uri="{FF2B5EF4-FFF2-40B4-BE49-F238E27FC236}">
                <a16:creationId xmlns:a16="http://schemas.microsoft.com/office/drawing/2014/main" id="{01E0DB35-77D5-7D8A-54B8-9B1C6C70058E}"/>
              </a:ext>
            </a:extLst>
          </p:cNvPr>
          <p:cNvSpPr>
            <a:spLocks noGrp="1"/>
          </p:cNvSpPr>
          <p:nvPr>
            <p:ph type="tbl" sz="quarter" idx="14"/>
          </p:nvPr>
        </p:nvSpPr>
        <p:spPr>
          <a:xfrm>
            <a:off x="6826250" y="4608513"/>
            <a:ext cx="914400" cy="914400"/>
          </a:xfrm>
        </p:spPr>
        <p:txBody>
          <a:bodyPr/>
          <a:lstStyle/>
          <a:p>
            <a:endParaRPr lang="en-IN"/>
          </a:p>
        </p:txBody>
      </p:sp>
    </p:spTree>
    <p:extLst>
      <p:ext uri="{BB962C8B-B14F-4D97-AF65-F5344CB8AC3E}">
        <p14:creationId xmlns:p14="http://schemas.microsoft.com/office/powerpoint/2010/main" val="2271172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350"/>
          </a:p>
        </p:txBody>
      </p:sp>
    </p:spTree>
    <p:extLst>
      <p:ext uri="{BB962C8B-B14F-4D97-AF65-F5344CB8AC3E}">
        <p14:creationId xmlns:p14="http://schemas.microsoft.com/office/powerpoint/2010/main" val="3367717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93805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0374275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201093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09802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284231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04950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04438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542696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916186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11975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Figur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046E-BB2E-480E-9619-15FBF4899679}"/>
              </a:ext>
            </a:extLst>
          </p:cNvPr>
          <p:cNvSpPr txBox="1">
            <a:spLocks noGrp="1"/>
          </p:cNvSpPr>
          <p:nvPr>
            <p:ph type="title"/>
          </p:nvPr>
        </p:nvSpPr>
        <p:spPr>
          <a:xfrm>
            <a:off x="609601" y="457201"/>
            <a:ext cx="10972324" cy="1142643"/>
          </a:xfrm>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3A16A937-F013-4900-AFB0-59D6001CF38B}"/>
              </a:ext>
            </a:extLst>
          </p:cNvPr>
          <p:cNvSpPr txBox="1">
            <a:spLocks noGrp="1"/>
          </p:cNvSpPr>
          <p:nvPr>
            <p:ph idx="4294967295"/>
          </p:nvPr>
        </p:nvSpPr>
        <p:spPr>
          <a:xfrm>
            <a:off x="609601" y="1604516"/>
            <a:ext cx="10972324" cy="151968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3D861A-B0DF-44D7-A6B6-69236EC05C44}"/>
              </a:ext>
            </a:extLst>
          </p:cNvPr>
          <p:cNvSpPr txBox="1">
            <a:spLocks noGrp="1"/>
          </p:cNvSpPr>
          <p:nvPr>
            <p:ph type="dt" sz="half" idx="7"/>
          </p:nvPr>
        </p:nvSpPr>
        <p:spPr/>
        <p:txBody>
          <a:bodyPr/>
          <a:lstStyle>
            <a:lvl1pPr>
              <a:defRPr/>
            </a:lvl1pPr>
          </a:lstStyle>
          <a:p>
            <a:pPr lvl="0"/>
            <a:fld id="{6C56694B-B721-4185-99C9-68F23B4E87B8}" type="datetime1">
              <a:rPr lang="en-US"/>
              <a:pPr lvl="0"/>
              <a:t>12/4/2024</a:t>
            </a:fld>
            <a:endParaRPr lang="en-US"/>
          </a:p>
        </p:txBody>
      </p:sp>
      <p:sp>
        <p:nvSpPr>
          <p:cNvPr id="5" name="Footer Placeholder 4">
            <a:extLst>
              <a:ext uri="{FF2B5EF4-FFF2-40B4-BE49-F238E27FC236}">
                <a16:creationId xmlns:a16="http://schemas.microsoft.com/office/drawing/2014/main" id="{7DA55B8F-CE45-4980-BB3A-A480F1D20E2D}"/>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0F3A50B2-AC38-40BC-8637-844A93FA25B3}"/>
              </a:ext>
            </a:extLst>
          </p:cNvPr>
          <p:cNvSpPr txBox="1">
            <a:spLocks noGrp="1"/>
          </p:cNvSpPr>
          <p:nvPr>
            <p:ph type="sldNum" sz="quarter" idx="8"/>
          </p:nvPr>
        </p:nvSpPr>
        <p:spPr/>
        <p:txBody>
          <a:bodyPr/>
          <a:lstStyle>
            <a:lvl1pPr>
              <a:defRPr/>
            </a:lvl1pPr>
          </a:lstStyle>
          <a:p>
            <a:pPr lvl="0"/>
            <a:fld id="{86D336C7-32C3-4FB4-90BD-87602F22D3C1}" type="slidenum">
              <a:t>‹#›</a:t>
            </a:fld>
            <a:endParaRPr lang="en-US"/>
          </a:p>
        </p:txBody>
      </p:sp>
      <p:sp>
        <p:nvSpPr>
          <p:cNvPr id="7" name="Picture Placeholder 7">
            <a:extLst>
              <a:ext uri="{FF2B5EF4-FFF2-40B4-BE49-F238E27FC236}">
                <a16:creationId xmlns:a16="http://schemas.microsoft.com/office/drawing/2014/main" id="{2CFC7673-0763-4D25-9BCE-B99A4A9C7651}"/>
              </a:ext>
            </a:extLst>
          </p:cNvPr>
          <p:cNvSpPr txBox="1">
            <a:spLocks noGrp="1"/>
          </p:cNvSpPr>
          <p:nvPr>
            <p:ph type="pic" idx="4294967295"/>
          </p:nvPr>
        </p:nvSpPr>
        <p:spPr>
          <a:xfrm>
            <a:off x="711195" y="3276596"/>
            <a:ext cx="4673595" cy="914400"/>
          </a:xfrm>
        </p:spPr>
        <p:txBody>
          <a:bodyPr/>
          <a:lstStyle>
            <a:lvl1pPr>
              <a:defRPr/>
            </a:lvl1pPr>
          </a:lstStyle>
          <a:p>
            <a:pPr lvl="0"/>
            <a:endParaRPr lang="en-US"/>
          </a:p>
        </p:txBody>
      </p:sp>
      <p:sp>
        <p:nvSpPr>
          <p:cNvPr id="8" name="Picture Placeholder 9">
            <a:extLst>
              <a:ext uri="{FF2B5EF4-FFF2-40B4-BE49-F238E27FC236}">
                <a16:creationId xmlns:a16="http://schemas.microsoft.com/office/drawing/2014/main" id="{730753B2-9152-4310-A621-95603E639984}"/>
              </a:ext>
            </a:extLst>
          </p:cNvPr>
          <p:cNvSpPr txBox="1">
            <a:spLocks noGrp="1"/>
          </p:cNvSpPr>
          <p:nvPr>
            <p:ph type="pic" idx="4294967295"/>
          </p:nvPr>
        </p:nvSpPr>
        <p:spPr>
          <a:xfrm>
            <a:off x="5689605" y="3276596"/>
            <a:ext cx="3556004" cy="990596"/>
          </a:xfrm>
        </p:spPr>
        <p:txBody>
          <a:bodyPr/>
          <a:lstStyle>
            <a:lvl1pPr>
              <a:defRPr/>
            </a:lvl1pPr>
          </a:lstStyle>
          <a:p>
            <a:pPr lvl="0"/>
            <a:endParaRPr lang="en-US"/>
          </a:p>
        </p:txBody>
      </p:sp>
      <p:sp>
        <p:nvSpPr>
          <p:cNvPr id="9" name="Picture Placeholder 11">
            <a:extLst>
              <a:ext uri="{FF2B5EF4-FFF2-40B4-BE49-F238E27FC236}">
                <a16:creationId xmlns:a16="http://schemas.microsoft.com/office/drawing/2014/main" id="{5CDFD7C0-5CEF-494D-B4E4-832212FC3C36}"/>
              </a:ext>
            </a:extLst>
          </p:cNvPr>
          <p:cNvSpPr txBox="1">
            <a:spLocks noGrp="1"/>
          </p:cNvSpPr>
          <p:nvPr>
            <p:ph type="pic" idx="4294967295"/>
          </p:nvPr>
        </p:nvSpPr>
        <p:spPr>
          <a:xfrm>
            <a:off x="9448800" y="3276596"/>
            <a:ext cx="2438400" cy="914400"/>
          </a:xfrm>
        </p:spPr>
        <p:txBody>
          <a:bodyPr/>
          <a:lstStyle>
            <a:lvl1pPr>
              <a:defRPr/>
            </a:lvl1pPr>
          </a:lstStyle>
          <a:p>
            <a:pPr lvl="0"/>
            <a:endParaRPr lang="en-US"/>
          </a:p>
        </p:txBody>
      </p:sp>
      <p:sp>
        <p:nvSpPr>
          <p:cNvPr id="10" name="Table Placeholder 13">
            <a:extLst>
              <a:ext uri="{FF2B5EF4-FFF2-40B4-BE49-F238E27FC236}">
                <a16:creationId xmlns:a16="http://schemas.microsoft.com/office/drawing/2014/main" id="{1E85EE4A-0C5B-43C1-9E1A-CCB5F7E023E5}"/>
              </a:ext>
            </a:extLst>
          </p:cNvPr>
          <p:cNvSpPr txBox="1">
            <a:spLocks noGrp="1"/>
          </p:cNvSpPr>
          <p:nvPr>
            <p:ph type="tbl" idx="4294967295"/>
          </p:nvPr>
        </p:nvSpPr>
        <p:spPr>
          <a:xfrm>
            <a:off x="2946405" y="4419597"/>
            <a:ext cx="6604004" cy="609603"/>
          </a:xfrm>
        </p:spPr>
        <p:txBody>
          <a:bodyPr/>
          <a:lstStyle>
            <a:lvl1pPr>
              <a:defRPr/>
            </a:lvl1pPr>
          </a:lstStyle>
          <a:p>
            <a:pPr lvl="0"/>
            <a:endParaRPr lang="en-US"/>
          </a:p>
        </p:txBody>
      </p:sp>
      <p:sp>
        <p:nvSpPr>
          <p:cNvPr id="11" name="Content Placeholder 15">
            <a:extLst>
              <a:ext uri="{FF2B5EF4-FFF2-40B4-BE49-F238E27FC236}">
                <a16:creationId xmlns:a16="http://schemas.microsoft.com/office/drawing/2014/main" id="{190CC75C-C498-42E5-862D-FF3738AA051C}"/>
              </a:ext>
            </a:extLst>
          </p:cNvPr>
          <p:cNvSpPr txBox="1">
            <a:spLocks noGrp="1"/>
          </p:cNvSpPr>
          <p:nvPr>
            <p:ph idx="4294967295"/>
          </p:nvPr>
        </p:nvSpPr>
        <p:spPr>
          <a:xfrm>
            <a:off x="609600" y="5181603"/>
            <a:ext cx="10668000" cy="76199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614795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6C97-0E26-4B16-A841-4A1D8E77E7AF}"/>
              </a:ext>
            </a:extLst>
          </p:cNvPr>
          <p:cNvSpPr txBox="1">
            <a:spLocks noGrp="1"/>
          </p:cNvSpPr>
          <p:nvPr>
            <p:ph type="title"/>
          </p:nvPr>
        </p:nvSpPr>
        <p:spPr>
          <a:xfrm>
            <a:off x="609601" y="457557"/>
            <a:ext cx="10972324" cy="1142643"/>
          </a:xfrm>
        </p:spPr>
        <p:txBody>
          <a:bodyPr anchor="ctr"/>
          <a:lstStyle>
            <a:lvl1pPr>
              <a:defRPr/>
            </a:lvl1pPr>
          </a:lstStyle>
          <a:p>
            <a:pPr lvl="0"/>
            <a:r>
              <a:rPr lang="en-US"/>
              <a:t>Click to edit Master title style</a:t>
            </a:r>
          </a:p>
        </p:txBody>
      </p:sp>
      <p:sp>
        <p:nvSpPr>
          <p:cNvPr id="3" name="Date Placeholder 3">
            <a:extLst>
              <a:ext uri="{FF2B5EF4-FFF2-40B4-BE49-F238E27FC236}">
                <a16:creationId xmlns:a16="http://schemas.microsoft.com/office/drawing/2014/main" id="{A6876FBD-C65B-42FB-8776-C9F94FC9E83A}"/>
              </a:ext>
            </a:extLst>
          </p:cNvPr>
          <p:cNvSpPr txBox="1">
            <a:spLocks noGrp="1"/>
          </p:cNvSpPr>
          <p:nvPr>
            <p:ph type="dt" sz="half" idx="7"/>
          </p:nvPr>
        </p:nvSpPr>
        <p:spPr/>
        <p:txBody>
          <a:bodyPr/>
          <a:lstStyle>
            <a:lvl1pPr>
              <a:defRPr/>
            </a:lvl1pPr>
          </a:lstStyle>
          <a:p>
            <a:pPr lvl="0"/>
            <a:fld id="{61EBDBF4-5AB9-4B55-B3A8-E66FEC2082E9}" type="datetime1">
              <a:rPr lang="en-US"/>
              <a:pPr lvl="0"/>
              <a:t>12/4/2024</a:t>
            </a:fld>
            <a:endParaRPr lang="en-US"/>
          </a:p>
        </p:txBody>
      </p:sp>
      <p:sp>
        <p:nvSpPr>
          <p:cNvPr id="4" name="Footer Placeholder 4">
            <a:extLst>
              <a:ext uri="{FF2B5EF4-FFF2-40B4-BE49-F238E27FC236}">
                <a16:creationId xmlns:a16="http://schemas.microsoft.com/office/drawing/2014/main" id="{073C86A9-0F4A-4295-8CD1-8FF56EE71EF9}"/>
              </a:ext>
            </a:extLst>
          </p:cNvPr>
          <p:cNvSpPr txBox="1">
            <a:spLocks noGrp="1"/>
          </p:cNvSpPr>
          <p:nvPr>
            <p:ph type="ftr" sz="quarter" idx="9"/>
          </p:nvPr>
        </p:nvSpPr>
        <p:spPr/>
        <p:txBody>
          <a:bodyPr/>
          <a:lstStyle>
            <a:lvl1pPr>
              <a:defRPr/>
            </a:lvl1pPr>
          </a:lstStyle>
          <a:p>
            <a:pPr lvl="0"/>
            <a:endParaRPr lang="en-US"/>
          </a:p>
        </p:txBody>
      </p:sp>
      <p:sp>
        <p:nvSpPr>
          <p:cNvPr id="5" name="Slide Number Placeholder 5">
            <a:extLst>
              <a:ext uri="{FF2B5EF4-FFF2-40B4-BE49-F238E27FC236}">
                <a16:creationId xmlns:a16="http://schemas.microsoft.com/office/drawing/2014/main" id="{EE4C01A8-31F9-4438-ADB6-CAE3E37A2CD4}"/>
              </a:ext>
            </a:extLst>
          </p:cNvPr>
          <p:cNvSpPr txBox="1">
            <a:spLocks noGrp="1"/>
          </p:cNvSpPr>
          <p:nvPr>
            <p:ph type="sldNum" sz="quarter" idx="8"/>
          </p:nvPr>
        </p:nvSpPr>
        <p:spPr/>
        <p:txBody>
          <a:bodyPr/>
          <a:lstStyle>
            <a:lvl1pPr>
              <a:defRPr/>
            </a:lvl1pPr>
          </a:lstStyle>
          <a:p>
            <a:pPr lvl="0"/>
            <a:fld id="{1EC10B2A-47EA-48CE-A075-5312679827A7}" type="slidenum">
              <a:t>‹#›</a:t>
            </a:fld>
            <a:endParaRPr lang="en-US"/>
          </a:p>
        </p:txBody>
      </p:sp>
      <p:sp>
        <p:nvSpPr>
          <p:cNvPr id="6" name="Content Placeholder 7">
            <a:extLst>
              <a:ext uri="{FF2B5EF4-FFF2-40B4-BE49-F238E27FC236}">
                <a16:creationId xmlns:a16="http://schemas.microsoft.com/office/drawing/2014/main" id="{17791E6E-09DD-4D5A-A1E1-4D72F835F97B}"/>
              </a:ext>
            </a:extLst>
          </p:cNvPr>
          <p:cNvSpPr txBox="1">
            <a:spLocks noGrp="1"/>
          </p:cNvSpPr>
          <p:nvPr>
            <p:ph idx="4294967295"/>
          </p:nvPr>
        </p:nvSpPr>
        <p:spPr>
          <a:xfrm>
            <a:off x="609600" y="1600200"/>
            <a:ext cx="11074395" cy="464819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5258563"/>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59488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04" r:id="rId12"/>
    <p:sldLayoutId id="214748370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userDrawn="1"/>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C4EEEF15-56E8-E0D8-46D4-F4E8F3B285FE}"/>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93084406"/>
      </p:ext>
    </p:extLst>
  </p:cSld>
  <p:clrMap bg1="lt1" tx1="dk1" bg2="dk2" tx2="lt2" accent1="accent1" accent2="accent2" accent3="accent3" accent4="accent4" accent5="accent5" accent6="accent6" hlink="hlink" folHlink="folHlink"/>
  <p:sldLayoutIdLst>
    <p:sldLayoutId id="2147483708" r:id="rId1"/>
    <p:sldLayoutId id="2147483727"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4" r:id="rId14"/>
    <p:sldLayoutId id="2147483725" r:id="rId15"/>
    <p:sldLayoutId id="2147483726" r:id="rId1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37: Clutches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38B7A-E7D4-0647-6096-3994452D835C}"/>
              </a:ext>
            </a:extLst>
          </p:cNvPr>
          <p:cNvSpPr>
            <a:spLocks noGrp="1"/>
          </p:cNvSpPr>
          <p:nvPr>
            <p:ph type="title"/>
          </p:nvPr>
        </p:nvSpPr>
        <p:spPr/>
        <p:txBody>
          <a:bodyPr/>
          <a:lstStyle/>
          <a:p>
            <a:r>
              <a:rPr lang="en-US" dirty="0"/>
              <a:t>Chapter Objectives</a:t>
            </a:r>
          </a:p>
        </p:txBody>
      </p:sp>
      <p:sp>
        <p:nvSpPr>
          <p:cNvPr id="3" name="Text Placeholder 2">
            <a:extLst>
              <a:ext uri="{FF2B5EF4-FFF2-40B4-BE49-F238E27FC236}">
                <a16:creationId xmlns:a16="http://schemas.microsoft.com/office/drawing/2014/main" id="{FED2C8E0-B4D8-4397-A0F0-28808A6B1F1C}"/>
              </a:ext>
            </a:extLst>
          </p:cNvPr>
          <p:cNvSpPr>
            <a:spLocks noGrp="1"/>
          </p:cNvSpPr>
          <p:nvPr>
            <p:ph type="body" idx="1"/>
          </p:nvPr>
        </p:nvSpPr>
        <p:spPr/>
        <p:txBody>
          <a:bodyPr/>
          <a:lstStyle/>
          <a:p>
            <a:r>
              <a:rPr lang="en-US" sz="2600" dirty="0">
                <a:solidFill>
                  <a:schemeClr val="tx1"/>
                </a:solidFill>
                <a:latin typeface="Work Sans" pitchFamily="2" charset="0"/>
              </a:rPr>
              <a:t>37.01 Describe the various clutch components and their functions.</a:t>
            </a:r>
          </a:p>
          <a:p>
            <a:r>
              <a:rPr lang="en-US" sz="2600" dirty="0">
                <a:solidFill>
                  <a:schemeClr val="tx1"/>
                </a:solidFill>
                <a:latin typeface="Work Sans" pitchFamily="2" charset="0"/>
              </a:rPr>
              <a:t>37.02 Name the different types of clutch linkages.</a:t>
            </a:r>
          </a:p>
          <a:p>
            <a:r>
              <a:rPr lang="en-US" sz="2600" dirty="0">
                <a:solidFill>
                  <a:schemeClr val="tx1"/>
                </a:solidFill>
                <a:latin typeface="Work Sans" pitchFamily="2" charset="0"/>
              </a:rPr>
              <a:t>37.03 Explain how to perform basic clutch maintenance.</a:t>
            </a:r>
          </a:p>
          <a:p>
            <a:pPr algn="l"/>
            <a:r>
              <a:rPr lang="en-US" sz="2600" dirty="0">
                <a:solidFill>
                  <a:schemeClr val="tx1"/>
                </a:solidFill>
                <a:latin typeface="Work Sans" pitchFamily="2" charset="0"/>
              </a:rPr>
              <a:t>37.04 Name the most common problems that occur with clutches.</a:t>
            </a:r>
          </a:p>
          <a:p>
            <a:pPr algn="l"/>
            <a:r>
              <a:rPr lang="en-US" sz="2600" dirty="0">
                <a:solidFill>
                  <a:schemeClr val="tx1"/>
                </a:solidFill>
                <a:latin typeface="Work Sans" pitchFamily="2" charset="0"/>
              </a:rPr>
              <a:t>37.05 Explain the basics of servicing a clutch assembly.</a:t>
            </a:r>
          </a:p>
        </p:txBody>
      </p:sp>
    </p:spTree>
    <p:extLst>
      <p:ext uri="{BB962C8B-B14F-4D97-AF65-F5344CB8AC3E}">
        <p14:creationId xmlns:p14="http://schemas.microsoft.com/office/powerpoint/2010/main" val="1020601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2DFBB0D-6F0C-4B56-B4F8-C17B64AE42DB}"/>
              </a:ext>
            </a:extLst>
          </p:cNvPr>
          <p:cNvSpPr txBox="1">
            <a:spLocks noGrp="1"/>
          </p:cNvSpPr>
          <p:nvPr>
            <p:ph type="title"/>
          </p:nvPr>
        </p:nvSpPr>
        <p:spPr/>
        <p:txBody>
          <a:bodyPr/>
          <a:lstStyle/>
          <a:p>
            <a:pPr lvl="0"/>
            <a:r>
              <a:rPr lang="en-US" dirty="0">
                <a:latin typeface="Work Sans" pitchFamily="2" charset="0"/>
                <a:cs typeface="Arial" pitchFamily="34"/>
              </a:rPr>
              <a:t>Clutch Components </a:t>
            </a:r>
          </a:p>
        </p:txBody>
      </p:sp>
      <p:sp>
        <p:nvSpPr>
          <p:cNvPr id="3" name="Text Placeholder 2">
            <a:extLst>
              <a:ext uri="{FF2B5EF4-FFF2-40B4-BE49-F238E27FC236}">
                <a16:creationId xmlns:a16="http://schemas.microsoft.com/office/drawing/2014/main" id="{2ACF4CE8-7FFA-3873-B4A5-04AC844C8358}"/>
              </a:ext>
            </a:extLst>
          </p:cNvPr>
          <p:cNvSpPr>
            <a:spLocks noGrp="1"/>
          </p:cNvSpPr>
          <p:nvPr>
            <p:ph type="body" idx="1"/>
          </p:nvPr>
        </p:nvSpPr>
        <p:spPr>
          <a:xfrm>
            <a:off x="476844" y="1563627"/>
            <a:ext cx="11241915" cy="555629"/>
          </a:xfrm>
        </p:spPr>
        <p:txBody>
          <a:bodyPr/>
          <a:lstStyle/>
          <a:p>
            <a:pPr marL="0" indent="0">
              <a:buNone/>
            </a:pPr>
            <a:r>
              <a:rPr lang="en-US" b="1" dirty="0">
                <a:solidFill>
                  <a:schemeClr val="tx1"/>
                </a:solidFill>
                <a:latin typeface="Work Sans" pitchFamily="2" charset="0"/>
              </a:rPr>
              <a:t>37.01 Describe the various clutch components and their functions.</a:t>
            </a:r>
          </a:p>
        </p:txBody>
      </p:sp>
      <p:pic>
        <p:nvPicPr>
          <p:cNvPr id="11" name="Picture Placeholder 10" descr="The exploded view of a clutch assembly. The labeled components of the clutch assembly, from left to right, are as follows: clutch housing, clutch fork ball stud, clutch fork with a clutch linkage attached to a pressure plate assembly with a release bearing and hub, clutch disc, and flywheel.">
            <a:extLst>
              <a:ext uri="{FF2B5EF4-FFF2-40B4-BE49-F238E27FC236}">
                <a16:creationId xmlns:a16="http://schemas.microsoft.com/office/drawing/2014/main" id="{786BBC3F-DEE6-0D6B-0D61-53EF7BA20BE5}"/>
              </a:ext>
            </a:extLst>
          </p:cNvPr>
          <p:cNvPicPr>
            <a:picLocks noGrp="1" noChangeAspect="1"/>
          </p:cNvPicPr>
          <p:nvPr>
            <p:ph type="pic" sz="quarter" idx="12"/>
          </p:nvPr>
        </p:nvPicPr>
        <p:blipFill rotWithShape="1">
          <a:blip r:embed="rId3"/>
          <a:srcRect b="6236"/>
          <a:stretch/>
        </p:blipFill>
        <p:spPr>
          <a:xfrm>
            <a:off x="3181064" y="2386445"/>
            <a:ext cx="5829872" cy="34346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2444DAA4-E1CA-4345-B1E8-DC28E2636F6E}"/>
              </a:ext>
            </a:extLst>
          </p:cNvPr>
          <p:cNvSpPr txBox="1">
            <a:spLocks noGrp="1"/>
          </p:cNvSpPr>
          <p:nvPr>
            <p:ph type="title"/>
          </p:nvPr>
        </p:nvSpPr>
        <p:spPr/>
        <p:txBody>
          <a:bodyPr/>
          <a:lstStyle/>
          <a:p>
            <a:pPr lvl="0"/>
            <a:r>
              <a:rPr lang="en-US" dirty="0">
                <a:latin typeface="Work Sans" pitchFamily="2" charset="0"/>
                <a:cs typeface="Arial" pitchFamily="34"/>
              </a:rPr>
              <a:t>Clutch Operation</a:t>
            </a:r>
          </a:p>
        </p:txBody>
      </p:sp>
      <p:sp>
        <p:nvSpPr>
          <p:cNvPr id="3" name="Content Placeholder 3">
            <a:extLst>
              <a:ext uri="{FF2B5EF4-FFF2-40B4-BE49-F238E27FC236}">
                <a16:creationId xmlns:a16="http://schemas.microsoft.com/office/drawing/2014/main" id="{B176DBB1-0155-4BE2-ACF0-5380ECA3B767}"/>
              </a:ext>
            </a:extLst>
          </p:cNvPr>
          <p:cNvSpPr txBox="1">
            <a:spLocks noGrp="1"/>
          </p:cNvSpPr>
          <p:nvPr>
            <p:ph type="body" idx="1"/>
          </p:nvPr>
        </p:nvSpPr>
        <p:spPr/>
        <p:txBody>
          <a:bodyPr/>
          <a:lstStyle/>
          <a:p>
            <a:pPr>
              <a:spcBef>
                <a:spcPts val="640"/>
              </a:spcBef>
              <a:buSzPct val="100000"/>
              <a:buFont typeface="Arial" pitchFamily="34"/>
              <a:buChar char="•"/>
            </a:pPr>
            <a:r>
              <a:rPr lang="en-US" dirty="0">
                <a:solidFill>
                  <a:schemeClr val="tx1"/>
                </a:solidFill>
                <a:latin typeface="Work Sans" pitchFamily="2" charset="0"/>
                <a:cs typeface="Arial" pitchFamily="34"/>
              </a:rPr>
              <a:t>The pressure plate is a large spring-loaded plate that engages the clutch by pressing the disc against the flywheel.</a:t>
            </a:r>
          </a:p>
          <a:p>
            <a:pPr>
              <a:spcBef>
                <a:spcPts val="640"/>
              </a:spcBef>
              <a:buSzPct val="100000"/>
              <a:buFont typeface="Arial" pitchFamily="34"/>
              <a:buChar char="•"/>
            </a:pPr>
            <a:r>
              <a:rPr lang="en-US" dirty="0">
                <a:solidFill>
                  <a:schemeClr val="tx1"/>
                </a:solidFill>
                <a:latin typeface="Work Sans" pitchFamily="2" charset="0"/>
                <a:cs typeface="Arial" pitchFamily="34"/>
              </a:rPr>
              <a:t>The pressure plate moves away from the flywheel when the clutch pedal is depressed.</a:t>
            </a:r>
          </a:p>
          <a:p>
            <a:pPr>
              <a:spcBef>
                <a:spcPts val="640"/>
              </a:spcBef>
              <a:buSzPct val="100000"/>
              <a:buFont typeface="Arial" pitchFamily="34"/>
              <a:buChar char="•"/>
            </a:pPr>
            <a:r>
              <a:rPr lang="en-US" dirty="0">
                <a:solidFill>
                  <a:schemeClr val="tx1"/>
                </a:solidFill>
                <a:latin typeface="Work Sans" pitchFamily="2" charset="0"/>
                <a:cs typeface="Arial" pitchFamily="34"/>
              </a:rPr>
              <a:t>The clutch release bearing is operated by the clutch linkage.</a:t>
            </a:r>
          </a:p>
          <a:p>
            <a:pPr>
              <a:spcBef>
                <a:spcPts val="640"/>
              </a:spcBef>
              <a:buSzPct val="100000"/>
              <a:buFont typeface="Arial" pitchFamily="34"/>
              <a:buChar char="•"/>
            </a:pPr>
            <a:r>
              <a:rPr lang="en-US" dirty="0">
                <a:solidFill>
                  <a:schemeClr val="tx1"/>
                </a:solidFill>
                <a:latin typeface="Work Sans" pitchFamily="2" charset="0"/>
                <a:cs typeface="Arial" pitchFamily="34"/>
              </a:rPr>
              <a:t>When the clutch pedal is depressed, the bearing moves toward the flywheel, depressing the pressure plate fingers and moving the pressure plate away from the clutch disc.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012CE44-CA0D-4C62-8F52-57C9C64A5FBB}"/>
              </a:ext>
            </a:extLst>
          </p:cNvPr>
          <p:cNvSpPr txBox="1">
            <a:spLocks noGrp="1"/>
          </p:cNvSpPr>
          <p:nvPr>
            <p:ph type="title"/>
          </p:nvPr>
        </p:nvSpPr>
        <p:spPr/>
        <p:txBody>
          <a:bodyPr/>
          <a:lstStyle/>
          <a:p>
            <a:pPr lvl="0"/>
            <a:r>
              <a:rPr lang="en-US" dirty="0">
                <a:latin typeface="Work Sans" pitchFamily="2" charset="0"/>
                <a:cs typeface="Arial" pitchFamily="34"/>
              </a:rPr>
              <a:t>Clutch Operation </a:t>
            </a:r>
          </a:p>
        </p:txBody>
      </p:sp>
      <p:pic>
        <p:nvPicPr>
          <p:cNvPr id="10" name="Picture Placeholder 9" descr="The parts of the clutch labeled in the order from left to right as follows: pressure plate assembly, driven member (clutch disc), and flywheel. The engine is given as the input to the flywheel. The pressure plate assembly is connected to the transmission’s input shaft. The pressure plate assembly and the flywheel are driving members. Forward arrows are depicted between the pressure plate assembly and the driven member, and between the driven member and flywheel.">
            <a:extLst>
              <a:ext uri="{FF2B5EF4-FFF2-40B4-BE49-F238E27FC236}">
                <a16:creationId xmlns:a16="http://schemas.microsoft.com/office/drawing/2014/main" id="{5D0D7782-DE21-879F-DEBE-D73257B22CE1}"/>
              </a:ext>
            </a:extLst>
          </p:cNvPr>
          <p:cNvPicPr>
            <a:picLocks noGrp="1" noChangeAspect="1"/>
          </p:cNvPicPr>
          <p:nvPr>
            <p:ph type="pic" sz="quarter" idx="13"/>
          </p:nvPr>
        </p:nvPicPr>
        <p:blipFill rotWithShape="1">
          <a:blip r:embed="rId3"/>
          <a:srcRect b="13977"/>
          <a:stretch/>
        </p:blipFill>
        <p:spPr>
          <a:xfrm>
            <a:off x="3238500" y="1569025"/>
            <a:ext cx="5715000" cy="3719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EAC16C9-82D4-413C-9337-691B7F8FE8E0}"/>
              </a:ext>
            </a:extLst>
          </p:cNvPr>
          <p:cNvSpPr txBox="1">
            <a:spLocks noGrp="1"/>
          </p:cNvSpPr>
          <p:nvPr>
            <p:ph type="title"/>
          </p:nvPr>
        </p:nvSpPr>
        <p:spPr/>
        <p:txBody>
          <a:bodyPr/>
          <a:lstStyle/>
          <a:p>
            <a:pPr lvl="0"/>
            <a:r>
              <a:rPr lang="en-US" dirty="0">
                <a:latin typeface="Work Sans" pitchFamily="2" charset="0"/>
                <a:cs typeface="Arial" pitchFamily="34"/>
              </a:rPr>
              <a:t>Flywheel </a:t>
            </a:r>
          </a:p>
        </p:txBody>
      </p:sp>
      <p:sp>
        <p:nvSpPr>
          <p:cNvPr id="3" name="Content Placeholder 3">
            <a:extLst>
              <a:ext uri="{FF2B5EF4-FFF2-40B4-BE49-F238E27FC236}">
                <a16:creationId xmlns:a16="http://schemas.microsoft.com/office/drawing/2014/main" id="{2B5A192E-0FDD-4A67-A9E8-35BE15A0D3C6}"/>
              </a:ext>
            </a:extLst>
          </p:cNvPr>
          <p:cNvSpPr txBox="1">
            <a:spLocks noGrp="1"/>
          </p:cNvSpPr>
          <p:nvPr>
            <p:ph type="body" idx="1"/>
          </p:nvPr>
        </p:nvSpPr>
        <p:spPr>
          <a:xfrm>
            <a:off x="476845" y="1563627"/>
            <a:ext cx="5619156" cy="3572044"/>
          </a:xfrm>
        </p:spPr>
        <p:txBody>
          <a:bodyPr/>
          <a:lstStyle/>
          <a:p>
            <a:pPr marL="342900" lvl="5">
              <a:lnSpc>
                <a:spcPct val="100000"/>
              </a:lnSpc>
              <a:spcBef>
                <a:spcPts val="625"/>
              </a:spcBef>
              <a:spcAft>
                <a:spcPts val="600"/>
              </a:spcAft>
              <a:buSzPct val="100000"/>
            </a:pPr>
            <a:r>
              <a:rPr lang="en-US" sz="2600" dirty="0">
                <a:solidFill>
                  <a:schemeClr val="tx1"/>
                </a:solidFill>
                <a:latin typeface="Work Sans" pitchFamily="2" charset="0"/>
                <a:cs typeface="Arial" pitchFamily="34"/>
              </a:rPr>
              <a:t>Acts as balancer for the engine</a:t>
            </a:r>
          </a:p>
          <a:p>
            <a:pPr marL="342900" lvl="5">
              <a:lnSpc>
                <a:spcPct val="100000"/>
              </a:lnSpc>
              <a:spcBef>
                <a:spcPts val="625"/>
              </a:spcBef>
              <a:spcAft>
                <a:spcPts val="600"/>
              </a:spcAft>
              <a:buSzPct val="100000"/>
            </a:pPr>
            <a:r>
              <a:rPr lang="en-US" sz="2600" dirty="0">
                <a:solidFill>
                  <a:schemeClr val="tx1"/>
                </a:solidFill>
                <a:latin typeface="Work Sans" pitchFamily="2" charset="0"/>
                <a:cs typeface="Arial" pitchFamily="34"/>
              </a:rPr>
              <a:t>Adds inertia to the rotating crankshaft</a:t>
            </a:r>
          </a:p>
          <a:p>
            <a:pPr marL="342900" lvl="5">
              <a:lnSpc>
                <a:spcPct val="100000"/>
              </a:lnSpc>
              <a:spcBef>
                <a:spcPts val="625"/>
              </a:spcBef>
              <a:spcAft>
                <a:spcPts val="600"/>
              </a:spcAft>
              <a:buSzPct val="100000"/>
            </a:pPr>
            <a:r>
              <a:rPr lang="en-US" sz="2600" dirty="0">
                <a:solidFill>
                  <a:schemeClr val="tx1"/>
                </a:solidFill>
                <a:latin typeface="Work Sans" pitchFamily="2" charset="0"/>
                <a:cs typeface="Arial" pitchFamily="34"/>
              </a:rPr>
              <a:t>Provides a surface for the clutch to contact</a:t>
            </a:r>
          </a:p>
        </p:txBody>
      </p:sp>
      <p:pic>
        <p:nvPicPr>
          <p:cNvPr id="10" name="Picture Placeholder 9" descr="A typical flywheel is mounted to the rear side of the crankshaft in the engine.">
            <a:extLst>
              <a:ext uri="{FF2B5EF4-FFF2-40B4-BE49-F238E27FC236}">
                <a16:creationId xmlns:a16="http://schemas.microsoft.com/office/drawing/2014/main" id="{CC3530CD-D513-7E6A-C2F4-FD7E407C8E51}"/>
              </a:ext>
            </a:extLst>
          </p:cNvPr>
          <p:cNvPicPr>
            <a:picLocks noGrp="1" noChangeAspect="1"/>
          </p:cNvPicPr>
          <p:nvPr>
            <p:ph type="pic" sz="quarter" idx="13"/>
          </p:nvPr>
        </p:nvPicPr>
        <p:blipFill rotWithShape="1">
          <a:blip r:embed="rId3"/>
          <a:srcRect b="11812"/>
          <a:stretch/>
        </p:blipFill>
        <p:spPr>
          <a:xfrm>
            <a:off x="6503370" y="1649517"/>
            <a:ext cx="5052604" cy="35720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22669-5F9A-4B1E-B8FD-DBC0D7302F45}"/>
              </a:ext>
            </a:extLst>
          </p:cNvPr>
          <p:cNvSpPr txBox="1">
            <a:spLocks noGrp="1"/>
          </p:cNvSpPr>
          <p:nvPr>
            <p:ph type="title"/>
          </p:nvPr>
        </p:nvSpPr>
        <p:spPr/>
        <p:txBody>
          <a:bodyPr/>
          <a:lstStyle/>
          <a:p>
            <a:pPr lvl="0"/>
            <a:r>
              <a:rPr lang="en-US" dirty="0">
                <a:latin typeface="Work Sans" pitchFamily="2" charset="0"/>
                <a:cs typeface="Arial" pitchFamily="34"/>
              </a:rPr>
              <a:t>Dual Mass Flywheel</a:t>
            </a:r>
          </a:p>
        </p:txBody>
      </p:sp>
      <p:sp>
        <p:nvSpPr>
          <p:cNvPr id="3" name="Content Placeholder 3">
            <a:extLst>
              <a:ext uri="{FF2B5EF4-FFF2-40B4-BE49-F238E27FC236}">
                <a16:creationId xmlns:a16="http://schemas.microsoft.com/office/drawing/2014/main" id="{67768B1F-094C-401A-9F76-745918FF1172}"/>
              </a:ext>
            </a:extLst>
          </p:cNvPr>
          <p:cNvSpPr txBox="1">
            <a:spLocks noGrp="1"/>
          </p:cNvSpPr>
          <p:nvPr>
            <p:ph type="body" idx="1"/>
          </p:nvPr>
        </p:nvSpPr>
        <p:spPr>
          <a:xfrm>
            <a:off x="476845" y="1563627"/>
            <a:ext cx="6974280" cy="2611210"/>
          </a:xfrm>
        </p:spPr>
        <p:txBody>
          <a:bodyPr/>
          <a:lstStyle/>
          <a:p>
            <a:pPr>
              <a:buSzPct val="100000"/>
              <a:buFont typeface="Arial" pitchFamily="34"/>
              <a:buChar char="•"/>
            </a:pPr>
            <a:r>
              <a:rPr lang="en-US" dirty="0">
                <a:solidFill>
                  <a:schemeClr val="tx1"/>
                </a:solidFill>
                <a:latin typeface="Work Sans" pitchFamily="2" charset="0"/>
                <a:cs typeface="Arial" pitchFamily="34"/>
              </a:rPr>
              <a:t>Used to reduce vibrations, provide for smoother shifting, and reduce gear noise</a:t>
            </a:r>
          </a:p>
        </p:txBody>
      </p:sp>
      <p:pic>
        <p:nvPicPr>
          <p:cNvPr id="16" name="Picture Placeholder 15" descr="A dual-mass flywheel with the parts labeled as follows: front plate, rear plate, and spring.">
            <a:extLst>
              <a:ext uri="{FF2B5EF4-FFF2-40B4-BE49-F238E27FC236}">
                <a16:creationId xmlns:a16="http://schemas.microsoft.com/office/drawing/2014/main" id="{85455309-B22B-4CBE-40AC-5D05199F347A}"/>
              </a:ext>
            </a:extLst>
          </p:cNvPr>
          <p:cNvPicPr>
            <a:picLocks noGrp="1" noChangeAspect="1"/>
          </p:cNvPicPr>
          <p:nvPr>
            <p:ph type="pic" sz="quarter" idx="13"/>
          </p:nvPr>
        </p:nvPicPr>
        <p:blipFill rotWithShape="1">
          <a:blip r:embed="rId3"/>
          <a:srcRect b="3643"/>
          <a:stretch/>
        </p:blipFill>
        <p:spPr>
          <a:xfrm>
            <a:off x="7480399" y="1710275"/>
            <a:ext cx="3142638" cy="4264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33D4B81-4A81-4D48-AD5C-517951E38083}"/>
              </a:ext>
            </a:extLst>
          </p:cNvPr>
          <p:cNvSpPr txBox="1">
            <a:spLocks noGrp="1"/>
          </p:cNvSpPr>
          <p:nvPr>
            <p:ph type="title"/>
          </p:nvPr>
        </p:nvSpPr>
        <p:spPr/>
        <p:txBody>
          <a:bodyPr/>
          <a:lstStyle/>
          <a:p>
            <a:pPr lvl="0"/>
            <a:r>
              <a:rPr lang="en-US" dirty="0">
                <a:latin typeface="Work Sans" pitchFamily="2" charset="0"/>
                <a:cs typeface="Arial" pitchFamily="34"/>
              </a:rPr>
              <a:t>Clutch Disc </a:t>
            </a:r>
          </a:p>
        </p:txBody>
      </p:sp>
      <p:sp>
        <p:nvSpPr>
          <p:cNvPr id="3" name="Content Placeholder 3">
            <a:extLst>
              <a:ext uri="{FF2B5EF4-FFF2-40B4-BE49-F238E27FC236}">
                <a16:creationId xmlns:a16="http://schemas.microsoft.com/office/drawing/2014/main" id="{EDDE2CDB-D39E-4C24-BE69-D11E1535772D}"/>
              </a:ext>
            </a:extLst>
          </p:cNvPr>
          <p:cNvSpPr txBox="1">
            <a:spLocks noGrp="1"/>
          </p:cNvSpPr>
          <p:nvPr>
            <p:ph type="body" idx="1"/>
          </p:nvPr>
        </p:nvSpPr>
        <p:spPr>
          <a:xfrm>
            <a:off x="476845" y="1563627"/>
            <a:ext cx="6974280" cy="3718864"/>
          </a:xfrm>
        </p:spPr>
        <p:txBody>
          <a:bodyPr/>
          <a:lstStyle/>
          <a:p>
            <a:pPr marL="342900" indent="-342900">
              <a:spcBef>
                <a:spcPts val="625"/>
              </a:spcBef>
            </a:pPr>
            <a:r>
              <a:rPr lang="en-US" dirty="0">
                <a:solidFill>
                  <a:schemeClr val="tx1"/>
                </a:solidFill>
                <a:latin typeface="Work Sans" pitchFamily="2" charset="0"/>
                <a:cs typeface="Arial" pitchFamily="34"/>
              </a:rPr>
              <a:t>Is covered with friction material</a:t>
            </a:r>
          </a:p>
          <a:p>
            <a:pPr marL="342900" indent="-342900">
              <a:spcBef>
                <a:spcPts val="625"/>
              </a:spcBef>
            </a:pPr>
            <a:r>
              <a:rPr lang="en-US" dirty="0">
                <a:solidFill>
                  <a:schemeClr val="tx1"/>
                </a:solidFill>
                <a:latin typeface="Work Sans" pitchFamily="2" charset="0"/>
                <a:cs typeface="Arial" pitchFamily="34"/>
              </a:rPr>
              <a:t>Is squeezed between the flywheel and the pressure plate</a:t>
            </a:r>
          </a:p>
          <a:p>
            <a:pPr marL="342900" indent="-342900">
              <a:spcBef>
                <a:spcPts val="625"/>
              </a:spcBef>
            </a:pPr>
            <a:r>
              <a:rPr lang="en-US" dirty="0">
                <a:solidFill>
                  <a:schemeClr val="tx1"/>
                </a:solidFill>
                <a:latin typeface="Work Sans" pitchFamily="2" charset="0"/>
                <a:cs typeface="Arial" pitchFamily="34"/>
              </a:rPr>
              <a:t>Transmits power from engine crankshaft to transmission input shaft</a:t>
            </a:r>
          </a:p>
        </p:txBody>
      </p:sp>
      <p:pic>
        <p:nvPicPr>
          <p:cNvPr id="10" name="Picture Placeholder 9" descr="A clutch disc depicts a circular plate with friction surfaces around the outer edge, torsional coil springs, and stop pins.">
            <a:extLst>
              <a:ext uri="{FF2B5EF4-FFF2-40B4-BE49-F238E27FC236}">
                <a16:creationId xmlns:a16="http://schemas.microsoft.com/office/drawing/2014/main" id="{BD7FE7C8-C893-88E1-D216-FC8D14656991}"/>
              </a:ext>
            </a:extLst>
          </p:cNvPr>
          <p:cNvPicPr>
            <a:picLocks noGrp="1" noChangeAspect="1"/>
          </p:cNvPicPr>
          <p:nvPr>
            <p:ph type="pic" sz="quarter" idx="13"/>
          </p:nvPr>
        </p:nvPicPr>
        <p:blipFill rotWithShape="1">
          <a:blip r:embed="rId3"/>
          <a:srcRect b="6593"/>
          <a:stretch/>
        </p:blipFill>
        <p:spPr>
          <a:xfrm>
            <a:off x="7591163" y="1627871"/>
            <a:ext cx="3881016" cy="34136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FC7019E7-D795-4337-9FEE-0685D7A2D972}"/>
              </a:ext>
            </a:extLst>
          </p:cNvPr>
          <p:cNvSpPr txBox="1">
            <a:spLocks noGrp="1"/>
          </p:cNvSpPr>
          <p:nvPr>
            <p:ph type="title"/>
          </p:nvPr>
        </p:nvSpPr>
        <p:spPr/>
        <p:txBody>
          <a:bodyPr/>
          <a:lstStyle/>
          <a:p>
            <a:r>
              <a:rPr lang="en-US" dirty="0"/>
              <a:t>Parts of a Clutch Disc</a:t>
            </a:r>
          </a:p>
        </p:txBody>
      </p:sp>
      <p:pic>
        <p:nvPicPr>
          <p:cNvPr id="10" name="Picture Placeholder 9" descr="The parts of a clutch disc labeled as follows: drive washer, two facings, torsional coil springs, stop pin, cushion (marcel) springs, hub flange, and friction ring.">
            <a:extLst>
              <a:ext uri="{FF2B5EF4-FFF2-40B4-BE49-F238E27FC236}">
                <a16:creationId xmlns:a16="http://schemas.microsoft.com/office/drawing/2014/main" id="{BD3BFA61-81C2-2177-5975-D689B13505ED}"/>
              </a:ext>
            </a:extLst>
          </p:cNvPr>
          <p:cNvPicPr>
            <a:picLocks noGrp="1" noChangeAspect="1"/>
          </p:cNvPicPr>
          <p:nvPr>
            <p:ph type="pic" sz="quarter" idx="13"/>
          </p:nvPr>
        </p:nvPicPr>
        <p:blipFill rotWithShape="1">
          <a:blip r:embed="rId3"/>
          <a:srcRect b="8722"/>
          <a:stretch/>
        </p:blipFill>
        <p:spPr>
          <a:xfrm>
            <a:off x="2970794" y="1640155"/>
            <a:ext cx="6250413" cy="37844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D137ED09-D82C-4B40-921B-E8C154846E7D}"/>
              </a:ext>
            </a:extLst>
          </p:cNvPr>
          <p:cNvSpPr txBox="1">
            <a:spLocks noGrp="1"/>
          </p:cNvSpPr>
          <p:nvPr>
            <p:ph type="title"/>
          </p:nvPr>
        </p:nvSpPr>
        <p:spPr/>
        <p:txBody>
          <a:bodyPr/>
          <a:lstStyle/>
          <a:p>
            <a:pPr lvl="0"/>
            <a:r>
              <a:rPr lang="en-US" dirty="0">
                <a:latin typeface="Work Sans" pitchFamily="2" charset="0"/>
                <a:cs typeface="Arial" pitchFamily="34"/>
              </a:rPr>
              <a:t>Pilot Bushing/Bearing</a:t>
            </a:r>
          </a:p>
        </p:txBody>
      </p:sp>
      <p:sp>
        <p:nvSpPr>
          <p:cNvPr id="3" name="Content Placeholder 6">
            <a:extLst>
              <a:ext uri="{FF2B5EF4-FFF2-40B4-BE49-F238E27FC236}">
                <a16:creationId xmlns:a16="http://schemas.microsoft.com/office/drawing/2014/main" id="{38123430-1562-4400-94F2-AE21F0E4C500}"/>
              </a:ext>
            </a:extLst>
          </p:cNvPr>
          <p:cNvSpPr txBox="1">
            <a:spLocks noGrp="1"/>
          </p:cNvSpPr>
          <p:nvPr>
            <p:ph type="body" idx="1"/>
          </p:nvPr>
        </p:nvSpPr>
        <p:spPr>
          <a:xfrm>
            <a:off x="476845" y="1563627"/>
            <a:ext cx="5773644" cy="4448866"/>
          </a:xfrm>
        </p:spPr>
        <p:txBody>
          <a:bodyPr/>
          <a:lstStyle/>
          <a:p>
            <a:pPr marL="363538" indent="-363538">
              <a:spcBef>
                <a:spcPts val="640"/>
              </a:spcBef>
              <a:buSzPct val="100000"/>
              <a:buFont typeface="Arial" pitchFamily="34"/>
              <a:buChar char="•"/>
            </a:pPr>
            <a:r>
              <a:rPr lang="en-US" dirty="0">
                <a:solidFill>
                  <a:schemeClr val="accent1"/>
                </a:solidFill>
                <a:latin typeface="Work Sans" pitchFamily="2" charset="0"/>
                <a:cs typeface="Arial" pitchFamily="34"/>
              </a:rPr>
              <a:t>Supports the outer end of the input shaft</a:t>
            </a:r>
          </a:p>
          <a:p>
            <a:pPr marL="363538" indent="-363538">
              <a:spcBef>
                <a:spcPts val="640"/>
              </a:spcBef>
              <a:buSzPct val="100000"/>
              <a:buFont typeface="Arial" pitchFamily="34"/>
              <a:buChar char="•"/>
            </a:pPr>
            <a:r>
              <a:rPr lang="en-US" dirty="0">
                <a:solidFill>
                  <a:schemeClr val="accent1"/>
                </a:solidFill>
                <a:latin typeface="Work Sans" pitchFamily="2" charset="0"/>
                <a:cs typeface="Arial" pitchFamily="34"/>
              </a:rPr>
              <a:t>Inside end of the input shaft is supported by a bearing in the transmission.</a:t>
            </a:r>
          </a:p>
          <a:p>
            <a:pPr marL="363538" indent="-363538">
              <a:spcBef>
                <a:spcPts val="640"/>
              </a:spcBef>
              <a:buSzPct val="100000"/>
              <a:buFont typeface="Arial" pitchFamily="34"/>
              <a:buChar char="•"/>
            </a:pPr>
            <a:r>
              <a:rPr lang="en-US" dirty="0">
                <a:solidFill>
                  <a:schemeClr val="accent1"/>
                </a:solidFill>
                <a:latin typeface="Work Sans" pitchFamily="2" charset="0"/>
                <a:cs typeface="Arial" pitchFamily="34"/>
              </a:rPr>
              <a:t>Since the outer end is unsupported by the transmission, the pilot bushing/bearing supports and keeps the shaft aligned.</a:t>
            </a:r>
          </a:p>
        </p:txBody>
      </p:sp>
      <p:pic>
        <p:nvPicPr>
          <p:cNvPr id="4" name="Picture 3" descr="A pilot bearing depicts a circular plate with bearings arranged circularly on the plate.">
            <a:extLst>
              <a:ext uri="{FF2B5EF4-FFF2-40B4-BE49-F238E27FC236}">
                <a16:creationId xmlns:a16="http://schemas.microsoft.com/office/drawing/2014/main" id="{AEDEFB88-B6EC-F2A9-4A1B-2F14DDACE276}"/>
              </a:ext>
            </a:extLst>
          </p:cNvPr>
          <p:cNvPicPr>
            <a:picLocks noChangeAspect="1"/>
          </p:cNvPicPr>
          <p:nvPr/>
        </p:nvPicPr>
        <p:blipFill>
          <a:blip r:embed="rId3"/>
          <a:srcRect b="5500"/>
          <a:stretch/>
        </p:blipFill>
        <p:spPr>
          <a:xfrm>
            <a:off x="6765796" y="1744984"/>
            <a:ext cx="4231799" cy="41389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04E72-41D7-4D7F-A4A7-91A7140514A1}"/>
              </a:ext>
            </a:extLst>
          </p:cNvPr>
          <p:cNvSpPr txBox="1">
            <a:spLocks noGrp="1"/>
          </p:cNvSpPr>
          <p:nvPr>
            <p:ph type="title"/>
          </p:nvPr>
        </p:nvSpPr>
        <p:spPr/>
        <p:txBody>
          <a:bodyPr/>
          <a:lstStyle/>
          <a:p>
            <a:pPr lvl="0"/>
            <a:r>
              <a:rPr lang="en-US" dirty="0">
                <a:latin typeface="Work Sans" pitchFamily="2" charset="0"/>
                <a:cs typeface="Arial" pitchFamily="34"/>
              </a:rPr>
              <a:t>Pressure Plate Assembly</a:t>
            </a:r>
          </a:p>
        </p:txBody>
      </p:sp>
      <p:sp>
        <p:nvSpPr>
          <p:cNvPr id="3" name="Content Placeholder 2">
            <a:extLst>
              <a:ext uri="{FF2B5EF4-FFF2-40B4-BE49-F238E27FC236}">
                <a16:creationId xmlns:a16="http://schemas.microsoft.com/office/drawing/2014/main" id="{F53EFBE4-D361-4FA0-9ED2-41F4C292BE39}"/>
              </a:ext>
            </a:extLst>
          </p:cNvPr>
          <p:cNvSpPr txBox="1">
            <a:spLocks noGrp="1"/>
          </p:cNvSpPr>
          <p:nvPr>
            <p:ph type="body" idx="1"/>
          </p:nvPr>
        </p:nvSpPr>
        <p:spPr>
          <a:xfrm>
            <a:off x="476845" y="1563627"/>
            <a:ext cx="5775674" cy="2611210"/>
          </a:xfrm>
        </p:spPr>
        <p:txBody>
          <a:bodyPr/>
          <a:lstStyle/>
          <a:p>
            <a:pPr marL="342900" indent="-342900"/>
            <a:r>
              <a:rPr lang="en-US" sz="2600" dirty="0">
                <a:solidFill>
                  <a:schemeClr val="tx1"/>
                </a:solidFill>
                <a:latin typeface="Work Sans" pitchFamily="2" charset="0"/>
                <a:cs typeface="Arial" pitchFamily="34"/>
              </a:rPr>
              <a:t>Squeezes clutch disc onto flywheel</a:t>
            </a:r>
          </a:p>
          <a:p>
            <a:pPr marL="342900" indent="-342900"/>
            <a:r>
              <a:rPr lang="en-US" sz="2600" dirty="0">
                <a:solidFill>
                  <a:schemeClr val="tx1"/>
                </a:solidFill>
                <a:latin typeface="Work Sans" pitchFamily="2" charset="0"/>
                <a:cs typeface="Arial" pitchFamily="34"/>
              </a:rPr>
              <a:t>Can be engaged or disengaged</a:t>
            </a:r>
          </a:p>
          <a:p>
            <a:pPr marL="342900" indent="-342900"/>
            <a:r>
              <a:rPr lang="en-US" sz="2600" dirty="0">
                <a:solidFill>
                  <a:schemeClr val="tx1"/>
                </a:solidFill>
                <a:latin typeface="Work Sans" pitchFamily="2" charset="0"/>
                <a:cs typeface="Arial" pitchFamily="34"/>
              </a:rPr>
              <a:t>Acts like a spring-loaded clamp</a:t>
            </a:r>
          </a:p>
        </p:txBody>
      </p:sp>
      <p:pic>
        <p:nvPicPr>
          <p:cNvPr id="4" name="Picture 2" descr="A photo shows a pressure plate assembly. " title="Alt text">
            <a:extLst>
              <a:ext uri="{FF2B5EF4-FFF2-40B4-BE49-F238E27FC236}">
                <a16:creationId xmlns:a16="http://schemas.microsoft.com/office/drawing/2014/main" id="{36605296-24FC-4182-A31D-DCA5BE0DB83F}"/>
              </a:ext>
            </a:extLst>
          </p:cNvPr>
          <p:cNvPicPr>
            <a:picLocks noGrp="1" noChangeAspect="1"/>
          </p:cNvPicPr>
          <p:nvPr>
            <p:ph type="pic" sz="quarter" idx="12"/>
          </p:nvPr>
        </p:nvPicPr>
        <p:blipFill>
          <a:blip r:embed="rId3"/>
          <a:stretch/>
        </p:blipFill>
        <p:spPr>
          <a:xfrm>
            <a:off x="6582439" y="1662671"/>
            <a:ext cx="4198895" cy="3772009"/>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32B4-2444-4942-A9E8-D3FAD1BD1B2D}"/>
              </a:ext>
            </a:extLst>
          </p:cNvPr>
          <p:cNvSpPr txBox="1">
            <a:spLocks noGrp="1"/>
          </p:cNvSpPr>
          <p:nvPr>
            <p:ph type="title"/>
          </p:nvPr>
        </p:nvSpPr>
        <p:spPr/>
        <p:txBody>
          <a:bodyPr/>
          <a:lstStyle/>
          <a:p>
            <a:pPr lvl="0"/>
            <a:r>
              <a:rPr lang="en-US" dirty="0">
                <a:latin typeface="Work Sans" pitchFamily="2" charset="0"/>
                <a:cs typeface="Arial" pitchFamily="34"/>
              </a:rPr>
              <a:t>Pressure Plate Operation</a:t>
            </a:r>
          </a:p>
        </p:txBody>
      </p:sp>
      <p:pic>
        <p:nvPicPr>
          <p:cNvPr id="10" name="Picture Placeholder 9" descr="Two illustrations depict the action of diaphragm spring-type pressure plate assembly. The first illustration depicts the clutch engaged with the flywheel. A forward arrow represents the release bearing and the fingers of the diaphragm spring moving forward. The second illustration depicts the clutch disengaged with the flywheel. A backward arrow represents the retracting springs pulling the pressure plate away from the driven disc.">
            <a:extLst>
              <a:ext uri="{FF2B5EF4-FFF2-40B4-BE49-F238E27FC236}">
                <a16:creationId xmlns:a16="http://schemas.microsoft.com/office/drawing/2014/main" id="{6160715D-0441-4768-1A10-5D3B9C13E185}"/>
              </a:ext>
            </a:extLst>
          </p:cNvPr>
          <p:cNvPicPr>
            <a:picLocks noGrp="1" noChangeAspect="1"/>
          </p:cNvPicPr>
          <p:nvPr>
            <p:ph type="pic" sz="quarter" idx="13"/>
          </p:nvPr>
        </p:nvPicPr>
        <p:blipFill rotWithShape="1">
          <a:blip r:embed="rId3"/>
          <a:srcRect b="7612"/>
          <a:stretch/>
        </p:blipFill>
        <p:spPr>
          <a:xfrm>
            <a:off x="4536886" y="1512558"/>
            <a:ext cx="3600907" cy="43193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A089B-99C3-4046-A14E-CA0A8B573116}"/>
              </a:ext>
            </a:extLst>
          </p:cNvPr>
          <p:cNvSpPr txBox="1">
            <a:spLocks noGrp="1"/>
          </p:cNvSpPr>
          <p:nvPr>
            <p:ph type="title"/>
          </p:nvPr>
        </p:nvSpPr>
        <p:spPr/>
        <p:txBody>
          <a:bodyPr/>
          <a:lstStyle/>
          <a:p>
            <a:pPr lvl="0"/>
            <a:r>
              <a:rPr lang="en-US" dirty="0">
                <a:latin typeface="Work Sans" pitchFamily="2" charset="0"/>
                <a:cs typeface="Arial" pitchFamily="34"/>
              </a:rPr>
              <a:t>Release Bearing</a:t>
            </a:r>
          </a:p>
        </p:txBody>
      </p:sp>
      <p:sp>
        <p:nvSpPr>
          <p:cNvPr id="3" name="Content Placeholder 2">
            <a:extLst>
              <a:ext uri="{FF2B5EF4-FFF2-40B4-BE49-F238E27FC236}">
                <a16:creationId xmlns:a16="http://schemas.microsoft.com/office/drawing/2014/main" id="{173EE842-5331-4A07-B6E1-EF76217673DD}"/>
              </a:ext>
            </a:extLst>
          </p:cNvPr>
          <p:cNvSpPr txBox="1">
            <a:spLocks noGrp="1"/>
          </p:cNvSpPr>
          <p:nvPr>
            <p:ph type="body" idx="1"/>
          </p:nvPr>
        </p:nvSpPr>
        <p:spPr>
          <a:xfrm>
            <a:off x="476844" y="1563627"/>
            <a:ext cx="5355545" cy="2611210"/>
          </a:xfrm>
        </p:spPr>
        <p:txBody>
          <a:bodyPr/>
          <a:lstStyle/>
          <a:p>
            <a:pPr>
              <a:buClr>
                <a:schemeClr val="tx1"/>
              </a:buClr>
            </a:pPr>
            <a:r>
              <a:rPr lang="en-US" sz="2600" dirty="0">
                <a:solidFill>
                  <a:schemeClr val="tx1"/>
                </a:solidFill>
                <a:latin typeface="Work Sans" pitchFamily="2" charset="0"/>
                <a:cs typeface="Arial" pitchFamily="34"/>
              </a:rPr>
              <a:t>Is operated by the clutch linkage</a:t>
            </a:r>
          </a:p>
          <a:p>
            <a:pPr>
              <a:buClr>
                <a:schemeClr val="tx1"/>
              </a:buClr>
            </a:pPr>
            <a:r>
              <a:rPr lang="en-US" sz="2600" dirty="0">
                <a:solidFill>
                  <a:schemeClr val="tx1"/>
                </a:solidFill>
                <a:latin typeface="Work Sans" pitchFamily="2" charset="0"/>
                <a:cs typeface="Arial" pitchFamily="34"/>
              </a:rPr>
              <a:t>Presses against the pressure plate to release the clutch</a:t>
            </a:r>
          </a:p>
        </p:txBody>
      </p:sp>
      <p:pic>
        <p:nvPicPr>
          <p:cNvPr id="10" name="Picture Placeholder 9" descr="The action of a clutch release bearing. The parts labeled are as follows: Clutch disc, pressure plate, release fork, release bearing, and release lever. When the clutch pedal is depressed, the release bearing move backwards represented by a backward arrow, and pressure plates moves forward represented by forward arrows.">
            <a:extLst>
              <a:ext uri="{FF2B5EF4-FFF2-40B4-BE49-F238E27FC236}">
                <a16:creationId xmlns:a16="http://schemas.microsoft.com/office/drawing/2014/main" id="{8546D83F-B31E-E792-8CB6-DA31229D0A34}"/>
              </a:ext>
            </a:extLst>
          </p:cNvPr>
          <p:cNvPicPr>
            <a:picLocks noGrp="1" noChangeAspect="1"/>
          </p:cNvPicPr>
          <p:nvPr>
            <p:ph type="pic" sz="quarter" idx="12"/>
          </p:nvPr>
        </p:nvPicPr>
        <p:blipFill rotWithShape="1">
          <a:blip r:embed="rId3"/>
          <a:srcRect b="7880"/>
          <a:stretch/>
        </p:blipFill>
        <p:spPr>
          <a:xfrm>
            <a:off x="7204613" y="1538289"/>
            <a:ext cx="4052566" cy="43865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7DB83-6EBE-459C-BAA6-685D595CA195}"/>
              </a:ext>
            </a:extLst>
          </p:cNvPr>
          <p:cNvSpPr txBox="1">
            <a:spLocks noGrp="1"/>
          </p:cNvSpPr>
          <p:nvPr>
            <p:ph type="title"/>
          </p:nvPr>
        </p:nvSpPr>
        <p:spPr/>
        <p:txBody>
          <a:bodyPr/>
          <a:lstStyle/>
          <a:p>
            <a:pPr lvl="0"/>
            <a:r>
              <a:rPr lang="en-US" dirty="0">
                <a:latin typeface="Work Sans" pitchFamily="2" charset="0"/>
                <a:cs typeface="Arial" pitchFamily="34"/>
              </a:rPr>
              <a:t>Clutch Fork</a:t>
            </a:r>
          </a:p>
        </p:txBody>
      </p:sp>
      <p:sp>
        <p:nvSpPr>
          <p:cNvPr id="3" name="Content Placeholder 4">
            <a:extLst>
              <a:ext uri="{FF2B5EF4-FFF2-40B4-BE49-F238E27FC236}">
                <a16:creationId xmlns:a16="http://schemas.microsoft.com/office/drawing/2014/main" id="{B902CA54-899E-44B3-ACB0-FBCB0AEB2EE0}"/>
              </a:ext>
            </a:extLst>
          </p:cNvPr>
          <p:cNvSpPr txBox="1">
            <a:spLocks noGrp="1"/>
          </p:cNvSpPr>
          <p:nvPr>
            <p:ph type="body" idx="1"/>
          </p:nvPr>
        </p:nvSpPr>
        <p:spPr>
          <a:xfrm>
            <a:off x="476844" y="1563627"/>
            <a:ext cx="6307015" cy="2611210"/>
          </a:xfrm>
        </p:spPr>
        <p:txBody>
          <a:bodyPr/>
          <a:lstStyle/>
          <a:p>
            <a:pPr>
              <a:spcBef>
                <a:spcPts val="640"/>
              </a:spcBef>
              <a:buSzPct val="100000"/>
              <a:buFont typeface="Arial" pitchFamily="34"/>
              <a:buChar char="•"/>
            </a:pPr>
            <a:r>
              <a:rPr lang="en-US" sz="2600" dirty="0">
                <a:solidFill>
                  <a:schemeClr val="tx1"/>
                </a:solidFill>
                <a:latin typeface="Work Sans" pitchFamily="2" charset="0"/>
                <a:cs typeface="Arial" pitchFamily="34"/>
              </a:rPr>
              <a:t>Moves the release bearing back and forth during engagement and disengagement</a:t>
            </a:r>
          </a:p>
        </p:txBody>
      </p:sp>
      <p:pic>
        <p:nvPicPr>
          <p:cNvPr id="10" name="Picture Placeholder 9" descr="A clutch fork on a rear wheel drive wheel.">
            <a:extLst>
              <a:ext uri="{FF2B5EF4-FFF2-40B4-BE49-F238E27FC236}">
                <a16:creationId xmlns:a16="http://schemas.microsoft.com/office/drawing/2014/main" id="{D73D9EB1-BA72-DF7A-8BE3-EE27DA63C6C8}"/>
              </a:ext>
            </a:extLst>
          </p:cNvPr>
          <p:cNvPicPr>
            <a:picLocks noGrp="1" noChangeAspect="1"/>
          </p:cNvPicPr>
          <p:nvPr>
            <p:ph type="pic" sz="quarter" idx="13"/>
          </p:nvPr>
        </p:nvPicPr>
        <p:blipFill rotWithShape="1">
          <a:blip r:embed="rId3"/>
          <a:srcRect b="9335"/>
          <a:stretch/>
        </p:blipFill>
        <p:spPr>
          <a:xfrm>
            <a:off x="6981495" y="1664713"/>
            <a:ext cx="4577071" cy="304321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4A0C607-F52E-49D6-B074-70AA1F2F87B8}"/>
              </a:ext>
            </a:extLst>
          </p:cNvPr>
          <p:cNvSpPr txBox="1">
            <a:spLocks noGrp="1"/>
          </p:cNvSpPr>
          <p:nvPr>
            <p:ph type="title"/>
          </p:nvPr>
        </p:nvSpPr>
        <p:spPr/>
        <p:txBody>
          <a:bodyPr/>
          <a:lstStyle/>
          <a:p>
            <a:pPr lvl="0"/>
            <a:r>
              <a:rPr lang="en-US" dirty="0">
                <a:latin typeface="Work Sans" pitchFamily="2" charset="0"/>
                <a:cs typeface="Arial" pitchFamily="34"/>
              </a:rPr>
              <a:t>Clutch Linkage</a:t>
            </a:r>
          </a:p>
        </p:txBody>
      </p:sp>
      <p:sp>
        <p:nvSpPr>
          <p:cNvPr id="3" name="Content Placeholder 3">
            <a:extLst>
              <a:ext uri="{FF2B5EF4-FFF2-40B4-BE49-F238E27FC236}">
                <a16:creationId xmlns:a16="http://schemas.microsoft.com/office/drawing/2014/main" id="{A3E34843-FB80-4604-B553-BF9393D89E37}"/>
              </a:ext>
            </a:extLst>
          </p:cNvPr>
          <p:cNvSpPr txBox="1">
            <a:spLocks noGrp="1"/>
          </p:cNvSpPr>
          <p:nvPr>
            <p:ph type="body" idx="1"/>
          </p:nvPr>
        </p:nvSpPr>
        <p:spPr/>
        <p:txBody>
          <a:bodyPr/>
          <a:lstStyle/>
          <a:p>
            <a:pPr marL="0" indent="0">
              <a:spcBef>
                <a:spcPts val="640"/>
              </a:spcBef>
              <a:buNone/>
            </a:pPr>
            <a:r>
              <a:rPr lang="en-US" b="1" dirty="0">
                <a:solidFill>
                  <a:schemeClr val="tx1"/>
                </a:solidFill>
                <a:latin typeface="Work Sans" pitchFamily="2" charset="0"/>
              </a:rPr>
              <a:t>37.02 Name the different types of clutch linkages.</a:t>
            </a:r>
            <a:endParaRPr lang="en-US" dirty="0">
              <a:solidFill>
                <a:schemeClr val="tx1"/>
              </a:solidFill>
              <a:latin typeface="Work Sans" pitchFamily="2" charset="0"/>
              <a:cs typeface="Arial" pitchFamily="34"/>
            </a:endParaRPr>
          </a:p>
          <a:p>
            <a:pPr>
              <a:spcBef>
                <a:spcPts val="640"/>
              </a:spcBef>
              <a:buSzPct val="100000"/>
              <a:buFont typeface="Arial" pitchFamily="34"/>
              <a:buChar char="•"/>
            </a:pPr>
            <a:r>
              <a:rPr lang="en-US" dirty="0">
                <a:solidFill>
                  <a:schemeClr val="tx1"/>
                </a:solidFill>
                <a:latin typeface="Work Sans" pitchFamily="2" charset="0"/>
                <a:cs typeface="Arial" pitchFamily="34"/>
              </a:rPr>
              <a:t>Clutch linkage transfers the clutch pedal movement to the  release bearing.</a:t>
            </a:r>
          </a:p>
          <a:p>
            <a:pPr>
              <a:spcBef>
                <a:spcPts val="640"/>
              </a:spcBef>
              <a:buSzPct val="100000"/>
              <a:buFont typeface="Arial" pitchFamily="34"/>
              <a:buChar char="•"/>
            </a:pPr>
            <a:r>
              <a:rPr lang="en-US" dirty="0">
                <a:solidFill>
                  <a:schemeClr val="tx1"/>
                </a:solidFill>
                <a:latin typeface="Work Sans" pitchFamily="2" charset="0"/>
                <a:cs typeface="Arial" pitchFamily="34"/>
              </a:rPr>
              <a:t>Mechanical clutch linkage uses shafts, levers, or a cable.</a:t>
            </a:r>
          </a:p>
          <a:p>
            <a:pPr>
              <a:spcBef>
                <a:spcPts val="640"/>
              </a:spcBef>
              <a:buSzPct val="100000"/>
              <a:buFont typeface="Arial" pitchFamily="34"/>
              <a:buChar char="•"/>
            </a:pPr>
            <a:r>
              <a:rPr lang="en-US" dirty="0">
                <a:solidFill>
                  <a:schemeClr val="tx1"/>
                </a:solidFill>
                <a:latin typeface="Work Sans" pitchFamily="2" charset="0"/>
                <a:cs typeface="Arial" pitchFamily="34"/>
              </a:rPr>
              <a:t>Hydraulic clutch linkage consists of a master cylinder, hydraulic tubing, and a slave cylinder.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1B2E-A641-49B9-9E10-F1DBE60DCDB7}"/>
              </a:ext>
            </a:extLst>
          </p:cNvPr>
          <p:cNvSpPr txBox="1">
            <a:spLocks noGrp="1"/>
          </p:cNvSpPr>
          <p:nvPr>
            <p:ph type="title"/>
          </p:nvPr>
        </p:nvSpPr>
        <p:spPr/>
        <p:txBody>
          <a:bodyPr/>
          <a:lstStyle/>
          <a:p>
            <a:pPr lvl="0"/>
            <a:r>
              <a:rPr lang="en-US" dirty="0">
                <a:latin typeface="Work Sans" pitchFamily="2" charset="0"/>
                <a:cs typeface="Arial" pitchFamily="34"/>
              </a:rPr>
              <a:t>Knowledge Check (1 of 2)</a:t>
            </a:r>
          </a:p>
        </p:txBody>
      </p:sp>
      <p:sp>
        <p:nvSpPr>
          <p:cNvPr id="3" name="Content Placeholder 2">
            <a:extLst>
              <a:ext uri="{FF2B5EF4-FFF2-40B4-BE49-F238E27FC236}">
                <a16:creationId xmlns:a16="http://schemas.microsoft.com/office/drawing/2014/main" id="{4F01FE00-AF75-469A-92D5-89B09F587E88}"/>
              </a:ext>
            </a:extLst>
          </p:cNvPr>
          <p:cNvSpPr txBox="1">
            <a:spLocks noGrp="1"/>
          </p:cNvSpPr>
          <p:nvPr>
            <p:ph type="body" idx="1"/>
          </p:nvPr>
        </p:nvSpPr>
        <p:spPr/>
        <p:txBody>
          <a:bodyPr/>
          <a:lstStyle/>
          <a:p>
            <a:pPr indent="-457200">
              <a:spcBef>
                <a:spcPts val="640"/>
              </a:spcBef>
              <a:buSzPct val="100000"/>
              <a:buFont typeface="Arial" pitchFamily="34"/>
              <a:buChar char="•"/>
            </a:pPr>
            <a:r>
              <a:rPr lang="en-US" sz="2600" dirty="0">
                <a:solidFill>
                  <a:schemeClr val="tx1"/>
                </a:solidFill>
                <a:latin typeface="Work Sans" pitchFamily="2" charset="0"/>
                <a:cs typeface="Arial" pitchFamily="34"/>
              </a:rPr>
              <a:t>What are the four main components of a clutch?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1B2E-A641-49B9-9E10-F1DBE60DCDB7}"/>
              </a:ext>
            </a:extLst>
          </p:cNvPr>
          <p:cNvSpPr txBox="1">
            <a:spLocks noGrp="1"/>
          </p:cNvSpPr>
          <p:nvPr>
            <p:ph type="title"/>
          </p:nvPr>
        </p:nvSpPr>
        <p:spPr/>
        <p:txBody>
          <a:bodyPr/>
          <a:lstStyle/>
          <a:p>
            <a:pPr lvl="0"/>
            <a:r>
              <a:rPr lang="en-US" dirty="0">
                <a:latin typeface="Work Sans" pitchFamily="2" charset="0"/>
                <a:cs typeface="Arial" pitchFamily="34"/>
              </a:rPr>
              <a:t>Knowledge Check Answer (1 of 2)</a:t>
            </a:r>
          </a:p>
        </p:txBody>
      </p:sp>
      <p:sp>
        <p:nvSpPr>
          <p:cNvPr id="3" name="Content Placeholder 2">
            <a:extLst>
              <a:ext uri="{FF2B5EF4-FFF2-40B4-BE49-F238E27FC236}">
                <a16:creationId xmlns:a16="http://schemas.microsoft.com/office/drawing/2014/main" id="{4F01FE00-AF75-469A-92D5-89B09F587E88}"/>
              </a:ext>
            </a:extLst>
          </p:cNvPr>
          <p:cNvSpPr txBox="1">
            <a:spLocks noGrp="1"/>
          </p:cNvSpPr>
          <p:nvPr>
            <p:ph type="body" idx="1"/>
          </p:nvPr>
        </p:nvSpPr>
        <p:spPr>
          <a:xfrm>
            <a:off x="566296" y="1563626"/>
            <a:ext cx="11241915" cy="4613339"/>
          </a:xfrm>
        </p:spPr>
        <p:txBody>
          <a:bodyPr/>
          <a:lstStyle/>
          <a:p>
            <a:pPr indent="-457200">
              <a:spcBef>
                <a:spcPts val="640"/>
              </a:spcBef>
              <a:spcAft>
                <a:spcPts val="3000"/>
              </a:spcAft>
              <a:buSzPct val="100000"/>
              <a:buFont typeface="Arial" pitchFamily="34"/>
              <a:buChar char="•"/>
            </a:pPr>
            <a:r>
              <a:rPr lang="en-US" sz="2600" dirty="0">
                <a:solidFill>
                  <a:schemeClr val="tx1"/>
                </a:solidFill>
                <a:latin typeface="Work Sans" pitchFamily="2" charset="0"/>
                <a:cs typeface="Arial" pitchFamily="34"/>
              </a:rPr>
              <a:t>What are the four main components of a clutch?</a:t>
            </a:r>
          </a:p>
          <a:p>
            <a:pPr marL="0" indent="0">
              <a:spcBef>
                <a:spcPts val="640"/>
              </a:spcBef>
              <a:buSzPct val="100000"/>
              <a:buNone/>
            </a:pPr>
            <a:r>
              <a:rPr lang="en-US" sz="2600" b="1" dirty="0">
                <a:solidFill>
                  <a:schemeClr val="tx1"/>
                </a:solidFill>
                <a:latin typeface="Work Sans" pitchFamily="2" charset="0"/>
                <a:cs typeface="Arial" pitchFamily="34"/>
              </a:rPr>
              <a:t>Answer:</a:t>
            </a:r>
            <a:r>
              <a:rPr lang="en-US" sz="2600" dirty="0">
                <a:solidFill>
                  <a:schemeClr val="tx1"/>
                </a:solidFill>
                <a:latin typeface="Work Sans" pitchFamily="2" charset="0"/>
                <a:cs typeface="Arial" pitchFamily="34"/>
              </a:rPr>
              <a:t> P</a:t>
            </a:r>
            <a:r>
              <a:rPr lang="en-US" sz="2600" dirty="0">
                <a:solidFill>
                  <a:schemeClr val="tx1"/>
                </a:solidFill>
              </a:rPr>
              <a:t>ressure plate, clutch disc, flywheel, and release bearing.</a:t>
            </a:r>
          </a:p>
        </p:txBody>
      </p:sp>
    </p:spTree>
    <p:extLst>
      <p:ext uri="{BB962C8B-B14F-4D97-AF65-F5344CB8AC3E}">
        <p14:creationId xmlns:p14="http://schemas.microsoft.com/office/powerpoint/2010/main" val="2168156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73904-177E-4450-A480-8986FE781205}"/>
              </a:ext>
            </a:extLst>
          </p:cNvPr>
          <p:cNvSpPr txBox="1">
            <a:spLocks noGrp="1"/>
          </p:cNvSpPr>
          <p:nvPr>
            <p:ph type="title"/>
          </p:nvPr>
        </p:nvSpPr>
        <p:spPr/>
        <p:txBody>
          <a:bodyPr/>
          <a:lstStyle/>
          <a:p>
            <a:pPr lvl="0"/>
            <a:r>
              <a:rPr lang="en-US" dirty="0">
                <a:latin typeface="Work Sans" pitchFamily="2" charset="0"/>
                <a:cs typeface="Arial" pitchFamily="34"/>
              </a:rPr>
              <a:t>Mechanical Linkage</a:t>
            </a:r>
          </a:p>
        </p:txBody>
      </p:sp>
      <p:pic>
        <p:nvPicPr>
          <p:cNvPr id="10" name="Picture Placeholder 9" descr="A clutch cable system in front of a vehicle. The parts labeled are as follows: pedal support, pedal bump stop, retainer, cable ball end, cable washers, clutch pedal linkage, cable anchor nut, gaskets, outer cable housing, fire wall, pedal shaft, clutch pedal, return spring, locknut, adjusting nut, release lever, clutch housing, and inner cable.">
            <a:extLst>
              <a:ext uri="{FF2B5EF4-FFF2-40B4-BE49-F238E27FC236}">
                <a16:creationId xmlns:a16="http://schemas.microsoft.com/office/drawing/2014/main" id="{50D29C24-C1DF-2E23-C22E-5ECED1603CE8}"/>
              </a:ext>
            </a:extLst>
          </p:cNvPr>
          <p:cNvPicPr>
            <a:picLocks noGrp="1" noChangeAspect="1"/>
          </p:cNvPicPr>
          <p:nvPr>
            <p:ph type="pic" sz="quarter" idx="12"/>
          </p:nvPr>
        </p:nvPicPr>
        <p:blipFill>
          <a:blip r:embed="rId3"/>
          <a:srcRect b="4637"/>
          <a:stretch/>
        </p:blipFill>
        <p:spPr>
          <a:xfrm>
            <a:off x="3829811" y="1607607"/>
            <a:ext cx="4757847" cy="43784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9AAF-9822-4517-949A-A7BFEF222843}"/>
              </a:ext>
            </a:extLst>
          </p:cNvPr>
          <p:cNvSpPr txBox="1">
            <a:spLocks noGrp="1"/>
          </p:cNvSpPr>
          <p:nvPr>
            <p:ph type="title"/>
          </p:nvPr>
        </p:nvSpPr>
        <p:spPr/>
        <p:txBody>
          <a:bodyPr/>
          <a:lstStyle/>
          <a:p>
            <a:pPr lvl="0"/>
            <a:r>
              <a:rPr lang="en-US" dirty="0">
                <a:latin typeface="Work Sans" pitchFamily="2" charset="0"/>
                <a:cs typeface="Arial" pitchFamily="34"/>
              </a:rPr>
              <a:t>Hydraulic Clutch</a:t>
            </a:r>
          </a:p>
        </p:txBody>
      </p:sp>
      <p:pic>
        <p:nvPicPr>
          <p:cNvPr id="10" name="Picture Placeholder 9" descr="A hydraulic clutch linkage arrangement with the parts labeled as follows: clutch fork, clutch slave cylinder, hydraulic line, pedal, over-center spring, and clutch master cylinder.">
            <a:extLst>
              <a:ext uri="{FF2B5EF4-FFF2-40B4-BE49-F238E27FC236}">
                <a16:creationId xmlns:a16="http://schemas.microsoft.com/office/drawing/2014/main" id="{CAB1B955-D178-FD2E-2DFF-70DC0DB22E0E}"/>
              </a:ext>
            </a:extLst>
          </p:cNvPr>
          <p:cNvPicPr>
            <a:picLocks noGrp="1" noChangeAspect="1"/>
          </p:cNvPicPr>
          <p:nvPr>
            <p:ph type="pic" sz="quarter" idx="13"/>
          </p:nvPr>
        </p:nvPicPr>
        <p:blipFill>
          <a:blip r:embed="rId3"/>
          <a:srcRect b="6563"/>
          <a:stretch/>
        </p:blipFill>
        <p:spPr>
          <a:xfrm>
            <a:off x="3105305" y="1649793"/>
            <a:ext cx="5981390" cy="4163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A0E3E76-9D9C-4AD4-A5C1-BD7E8F91F80F}"/>
              </a:ext>
            </a:extLst>
          </p:cNvPr>
          <p:cNvSpPr txBox="1">
            <a:spLocks noGrp="1"/>
          </p:cNvSpPr>
          <p:nvPr>
            <p:ph type="title"/>
          </p:nvPr>
        </p:nvSpPr>
        <p:spPr/>
        <p:txBody>
          <a:bodyPr/>
          <a:lstStyle/>
          <a:p>
            <a:pPr lvl="0"/>
            <a:r>
              <a:rPr lang="en-US" dirty="0">
                <a:latin typeface="Work Sans" pitchFamily="2" charset="0"/>
                <a:cs typeface="Arial" pitchFamily="34"/>
              </a:rPr>
              <a:t>Service Precautions (1 of 2)</a:t>
            </a:r>
          </a:p>
        </p:txBody>
      </p:sp>
      <p:sp>
        <p:nvSpPr>
          <p:cNvPr id="3" name="Content Placeholder 3">
            <a:extLst>
              <a:ext uri="{FF2B5EF4-FFF2-40B4-BE49-F238E27FC236}">
                <a16:creationId xmlns:a16="http://schemas.microsoft.com/office/drawing/2014/main" id="{41A413A0-F9EA-4C84-AC88-3317B907803F}"/>
              </a:ext>
            </a:extLst>
          </p:cNvPr>
          <p:cNvSpPr txBox="1">
            <a:spLocks noGrp="1"/>
          </p:cNvSpPr>
          <p:nvPr>
            <p:ph type="body" idx="1"/>
          </p:nvPr>
        </p:nvSpPr>
        <p:spPr/>
        <p:txBody>
          <a:bodyPr/>
          <a:lstStyle/>
          <a:p>
            <a:pPr>
              <a:spcBef>
                <a:spcPts val="640"/>
              </a:spcBef>
              <a:buSzPct val="100000"/>
              <a:buFont typeface="Arial" pitchFamily="34"/>
              <a:buChar char="•"/>
            </a:pPr>
            <a:r>
              <a:rPr lang="en-US" sz="2600" dirty="0">
                <a:solidFill>
                  <a:schemeClr val="tx1"/>
                </a:solidFill>
                <a:latin typeface="Work Sans" pitchFamily="2" charset="0"/>
                <a:cs typeface="Arial" pitchFamily="34"/>
              </a:rPr>
              <a:t>Always wear eye protection.</a:t>
            </a:r>
          </a:p>
          <a:p>
            <a:pPr>
              <a:spcBef>
                <a:spcPts val="640"/>
              </a:spcBef>
              <a:buSzPct val="100000"/>
              <a:buFont typeface="Arial" pitchFamily="34"/>
              <a:buChar char="•"/>
            </a:pPr>
            <a:r>
              <a:rPr lang="en-US" sz="2600" dirty="0">
                <a:solidFill>
                  <a:schemeClr val="tx1"/>
                </a:solidFill>
                <a:latin typeface="Work Sans" pitchFamily="2" charset="0"/>
                <a:cs typeface="Arial" pitchFamily="34"/>
              </a:rPr>
              <a:t>Use the proper equipment to remove asbestos particles and dust.</a:t>
            </a:r>
          </a:p>
          <a:p>
            <a:pPr>
              <a:spcBef>
                <a:spcPts val="640"/>
              </a:spcBef>
              <a:buSzPct val="100000"/>
              <a:buFont typeface="Arial" pitchFamily="34"/>
              <a:buChar char="•"/>
            </a:pPr>
            <a:r>
              <a:rPr lang="en-US" sz="2600" dirty="0">
                <a:solidFill>
                  <a:schemeClr val="tx1"/>
                </a:solidFill>
                <a:latin typeface="Work Sans" pitchFamily="2" charset="0"/>
                <a:cs typeface="Arial" pitchFamily="34"/>
              </a:rPr>
              <a:t>Never use compressed air to clean clutch dust.</a:t>
            </a:r>
          </a:p>
          <a:p>
            <a:pPr>
              <a:spcBef>
                <a:spcPts val="640"/>
              </a:spcBef>
              <a:buSzPct val="100000"/>
              <a:buFont typeface="Arial" pitchFamily="34"/>
              <a:buChar char="•"/>
            </a:pPr>
            <a:r>
              <a:rPr lang="en-US" sz="2600" dirty="0">
                <a:solidFill>
                  <a:schemeClr val="tx1"/>
                </a:solidFill>
                <a:latin typeface="Work Sans" pitchFamily="2" charset="0"/>
                <a:cs typeface="Arial" pitchFamily="34"/>
              </a:rPr>
              <a:t>Dispose of materials containing asbestos properly.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C943FBB-F0CF-4358-8992-B022EC679BEE}"/>
              </a:ext>
            </a:extLst>
          </p:cNvPr>
          <p:cNvSpPr txBox="1">
            <a:spLocks noGrp="1"/>
          </p:cNvSpPr>
          <p:nvPr>
            <p:ph type="title"/>
          </p:nvPr>
        </p:nvSpPr>
        <p:spPr/>
        <p:txBody>
          <a:bodyPr/>
          <a:lstStyle/>
          <a:p>
            <a:pPr lvl="0"/>
            <a:r>
              <a:rPr lang="en-US" dirty="0">
                <a:latin typeface="Work Sans" pitchFamily="2" charset="0"/>
                <a:cs typeface="Arial" pitchFamily="34"/>
              </a:rPr>
              <a:t>Service Precautions (2 of 2)</a:t>
            </a:r>
            <a:r>
              <a:rPr lang="en-US" dirty="0">
                <a:latin typeface="Arial" pitchFamily="34"/>
                <a:cs typeface="Arial" pitchFamily="34"/>
              </a:rPr>
              <a:t> </a:t>
            </a:r>
          </a:p>
        </p:txBody>
      </p:sp>
      <p:sp>
        <p:nvSpPr>
          <p:cNvPr id="3" name="Content Placeholder 3">
            <a:extLst>
              <a:ext uri="{FF2B5EF4-FFF2-40B4-BE49-F238E27FC236}">
                <a16:creationId xmlns:a16="http://schemas.microsoft.com/office/drawing/2014/main" id="{0AA8C8DF-5310-4F21-884A-AE84B07DA0DF}"/>
              </a:ext>
            </a:extLst>
          </p:cNvPr>
          <p:cNvSpPr txBox="1">
            <a:spLocks noGrp="1"/>
          </p:cNvSpPr>
          <p:nvPr>
            <p:ph type="body" idx="1"/>
          </p:nvPr>
        </p:nvSpPr>
        <p:spPr/>
        <p:txBody>
          <a:bodyPr/>
          <a:lstStyle/>
          <a:p>
            <a:pPr>
              <a:spcBef>
                <a:spcPts val="640"/>
              </a:spcBef>
              <a:buSzPct val="100000"/>
              <a:buFont typeface="Arial" pitchFamily="34"/>
              <a:buChar char="•"/>
            </a:pPr>
            <a:r>
              <a:rPr lang="en-US" sz="2600" dirty="0">
                <a:solidFill>
                  <a:schemeClr val="tx1"/>
                </a:solidFill>
                <a:latin typeface="Work Sans" pitchFamily="2" charset="0"/>
                <a:cs typeface="Arial" pitchFamily="34"/>
              </a:rPr>
              <a:t>Always work in a well-ventilated area.</a:t>
            </a:r>
          </a:p>
          <a:p>
            <a:pPr>
              <a:spcBef>
                <a:spcPts val="640"/>
              </a:spcBef>
              <a:buSzPct val="100000"/>
              <a:buFont typeface="Arial" pitchFamily="34"/>
              <a:buChar char="•"/>
            </a:pPr>
            <a:r>
              <a:rPr lang="en-US" sz="2600" dirty="0">
                <a:solidFill>
                  <a:schemeClr val="tx1"/>
                </a:solidFill>
                <a:latin typeface="Work Sans" pitchFamily="2" charset="0"/>
                <a:cs typeface="Arial" pitchFamily="34"/>
              </a:rPr>
              <a:t>Have a helper assist in removing a transmission.</a:t>
            </a:r>
          </a:p>
          <a:p>
            <a:pPr>
              <a:spcBef>
                <a:spcPts val="640"/>
              </a:spcBef>
              <a:buSzPct val="100000"/>
              <a:buFont typeface="Arial" pitchFamily="34"/>
              <a:buChar char="•"/>
            </a:pPr>
            <a:r>
              <a:rPr lang="en-US" sz="2600" dirty="0">
                <a:solidFill>
                  <a:schemeClr val="tx1"/>
                </a:solidFill>
                <a:latin typeface="Work Sans" pitchFamily="2" charset="0"/>
                <a:cs typeface="Arial" pitchFamily="34"/>
              </a:rPr>
              <a:t>Place the gearshift in neutral and set the parking brake when running a stationary vehicle.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A64D2-2243-4266-96FF-18A54F23EE01}"/>
              </a:ext>
            </a:extLst>
          </p:cNvPr>
          <p:cNvSpPr txBox="1">
            <a:spLocks noGrp="1"/>
          </p:cNvSpPr>
          <p:nvPr>
            <p:ph type="title"/>
          </p:nvPr>
        </p:nvSpPr>
        <p:spPr/>
        <p:txBody>
          <a:bodyPr/>
          <a:lstStyle/>
          <a:p>
            <a:pPr lvl="0"/>
            <a:r>
              <a:rPr lang="en-US" dirty="0">
                <a:latin typeface="Work Sans" pitchFamily="2" charset="0"/>
                <a:cs typeface="Arial" pitchFamily="34"/>
              </a:rPr>
              <a:t>Clutch Fluid Level</a:t>
            </a:r>
          </a:p>
        </p:txBody>
      </p:sp>
      <p:sp>
        <p:nvSpPr>
          <p:cNvPr id="3" name="Content Placeholder 2">
            <a:extLst>
              <a:ext uri="{FF2B5EF4-FFF2-40B4-BE49-F238E27FC236}">
                <a16:creationId xmlns:a16="http://schemas.microsoft.com/office/drawing/2014/main" id="{6EBDB3FB-BD62-46D3-8840-445F7749370C}"/>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Typically a small master cylinder set near brake master cylinder.</a:t>
            </a:r>
          </a:p>
          <a:p>
            <a:pPr>
              <a:buSzPct val="100000"/>
              <a:buFont typeface="Arial" pitchFamily="34"/>
              <a:buChar char="•"/>
            </a:pPr>
            <a:r>
              <a:rPr lang="en-US" sz="2600" dirty="0">
                <a:solidFill>
                  <a:schemeClr val="tx1"/>
                </a:solidFill>
                <a:latin typeface="Work Sans" pitchFamily="2" charset="0"/>
                <a:cs typeface="Arial" pitchFamily="34"/>
              </a:rPr>
              <a:t>May share brake fluid reservoir.</a:t>
            </a:r>
          </a:p>
          <a:p>
            <a:pPr>
              <a:buSzPct val="100000"/>
              <a:buFont typeface="Arial" pitchFamily="34"/>
              <a:buChar char="•"/>
            </a:pPr>
            <a:r>
              <a:rPr lang="en-US" sz="2600" dirty="0">
                <a:solidFill>
                  <a:schemeClr val="tx1"/>
                </a:solidFill>
                <a:latin typeface="Work Sans" pitchFamily="2" charset="0"/>
                <a:cs typeface="Arial" pitchFamily="34"/>
              </a:rPr>
              <a:t>Low fluid indicates a leak.</a:t>
            </a:r>
          </a:p>
          <a:p>
            <a:pPr algn="l"/>
            <a:r>
              <a:rPr lang="en-US" sz="2600" dirty="0">
                <a:solidFill>
                  <a:schemeClr val="tx1"/>
                </a:solidFill>
                <a:latin typeface="Work Sans" pitchFamily="2" charset="0"/>
              </a:rPr>
              <a:t>Normally, the desired level is ¼ to ½ inch (6 to 9 mm) from the top.</a:t>
            </a:r>
            <a:endParaRPr lang="en-US" sz="2600" dirty="0">
              <a:solidFill>
                <a:schemeClr val="tx1"/>
              </a:solidFill>
              <a:latin typeface="Work Sans" pitchFamily="2" charset="0"/>
              <a:cs typeface="Arial" pitchFamily="3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FCE56-770B-4BB3-8B3E-8ECB79EDAB98}"/>
              </a:ext>
            </a:extLst>
          </p:cNvPr>
          <p:cNvSpPr txBox="1">
            <a:spLocks noGrp="1"/>
          </p:cNvSpPr>
          <p:nvPr>
            <p:ph type="title"/>
          </p:nvPr>
        </p:nvSpPr>
        <p:spPr/>
        <p:txBody>
          <a:bodyPr/>
          <a:lstStyle/>
          <a:p>
            <a:pPr lvl="0"/>
            <a:r>
              <a:rPr lang="en-US" dirty="0">
                <a:latin typeface="Work Sans" pitchFamily="2" charset="0"/>
                <a:cs typeface="Arial" pitchFamily="34"/>
              </a:rPr>
              <a:t>Clutch Linkage Adjustment</a:t>
            </a:r>
          </a:p>
        </p:txBody>
      </p:sp>
      <p:sp>
        <p:nvSpPr>
          <p:cNvPr id="3" name="Content Placeholder 2">
            <a:extLst>
              <a:ext uri="{FF2B5EF4-FFF2-40B4-BE49-F238E27FC236}">
                <a16:creationId xmlns:a16="http://schemas.microsoft.com/office/drawing/2014/main" id="{068AE064-DADB-48A7-B93B-4265AA24D8A3}"/>
              </a:ext>
            </a:extLst>
          </p:cNvPr>
          <p:cNvSpPr txBox="1">
            <a:spLocks noGrp="1"/>
          </p:cNvSpPr>
          <p:nvPr>
            <p:ph type="body" idx="1"/>
          </p:nvPr>
        </p:nvSpPr>
        <p:spPr>
          <a:xfrm>
            <a:off x="476845" y="1563627"/>
            <a:ext cx="4884295" cy="2611210"/>
          </a:xfrm>
        </p:spPr>
        <p:txBody>
          <a:bodyPr/>
          <a:lstStyle/>
          <a:p>
            <a:pPr>
              <a:buSzPct val="100000"/>
              <a:buFont typeface="Arial" pitchFamily="34"/>
              <a:buChar char="•"/>
            </a:pPr>
            <a:r>
              <a:rPr lang="en-US" sz="2600" dirty="0">
                <a:solidFill>
                  <a:schemeClr val="tx1"/>
                </a:solidFill>
                <a:latin typeface="Work Sans" pitchFamily="2" charset="0"/>
                <a:cs typeface="Arial" pitchFamily="34"/>
              </a:rPr>
              <a:t>Linkage Adjustment</a:t>
            </a:r>
          </a:p>
          <a:p>
            <a:pPr lvl="1" indent="-361950">
              <a:buFont typeface="Arial" panose="020B0604020202020204" pitchFamily="34" charset="0"/>
              <a:buChar char="–"/>
            </a:pPr>
            <a:r>
              <a:rPr lang="en-US" dirty="0">
                <a:solidFill>
                  <a:schemeClr val="tx1"/>
                </a:solidFill>
                <a:latin typeface="Work Sans" pitchFamily="2" charset="0"/>
                <a:cs typeface="Arial" pitchFamily="34"/>
              </a:rPr>
              <a:t>Clutch pedal free play</a:t>
            </a:r>
          </a:p>
        </p:txBody>
      </p:sp>
      <p:pic>
        <p:nvPicPr>
          <p:cNvPr id="10" name="Picture Placeholder 9" descr="An illustration shows a close- up of a person measuring the clutch pedal with a ruler. The person holds the ruler from the floorboard to the clutch pedal. An area marked near the clutch is labeled as free travel.">
            <a:extLst>
              <a:ext uri="{FF2B5EF4-FFF2-40B4-BE49-F238E27FC236}">
                <a16:creationId xmlns:a16="http://schemas.microsoft.com/office/drawing/2014/main" id="{62843AE9-668E-60CA-1137-F2B1FE493C69}"/>
              </a:ext>
            </a:extLst>
          </p:cNvPr>
          <p:cNvPicPr>
            <a:picLocks noGrp="1" noChangeAspect="1"/>
          </p:cNvPicPr>
          <p:nvPr>
            <p:ph type="pic" sz="quarter" idx="12"/>
          </p:nvPr>
        </p:nvPicPr>
        <p:blipFill rotWithShape="1">
          <a:blip r:embed="rId3"/>
          <a:srcRect b="9774"/>
          <a:stretch/>
        </p:blipFill>
        <p:spPr>
          <a:xfrm>
            <a:off x="5633141" y="1803830"/>
            <a:ext cx="5492003" cy="336129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03D90C5-8060-43B2-8AAC-A870D8B3218A}"/>
              </a:ext>
            </a:extLst>
          </p:cNvPr>
          <p:cNvSpPr txBox="1">
            <a:spLocks noGrp="1"/>
          </p:cNvSpPr>
          <p:nvPr>
            <p:ph type="title"/>
          </p:nvPr>
        </p:nvSpPr>
        <p:spPr/>
        <p:txBody>
          <a:bodyPr/>
          <a:lstStyle/>
          <a:p>
            <a:pPr lvl="0"/>
            <a:r>
              <a:rPr lang="en-US" dirty="0">
                <a:latin typeface="Work Sans" pitchFamily="2" charset="0"/>
                <a:cs typeface="Arial" pitchFamily="34"/>
              </a:rPr>
              <a:t>Clutch Maintenance</a:t>
            </a:r>
          </a:p>
        </p:txBody>
      </p:sp>
      <p:sp>
        <p:nvSpPr>
          <p:cNvPr id="3" name="Content Placeholder 4">
            <a:extLst>
              <a:ext uri="{FF2B5EF4-FFF2-40B4-BE49-F238E27FC236}">
                <a16:creationId xmlns:a16="http://schemas.microsoft.com/office/drawing/2014/main" id="{4BD80147-282A-4236-BA22-FB7B84FBEA1D}"/>
              </a:ext>
            </a:extLst>
          </p:cNvPr>
          <p:cNvSpPr txBox="1">
            <a:spLocks noGrp="1"/>
          </p:cNvSpPr>
          <p:nvPr>
            <p:ph type="body" idx="1"/>
          </p:nvPr>
        </p:nvSpPr>
        <p:spPr>
          <a:xfrm>
            <a:off x="476845" y="1563626"/>
            <a:ext cx="6961924" cy="4105621"/>
          </a:xfrm>
        </p:spPr>
        <p:txBody>
          <a:bodyPr/>
          <a:lstStyle/>
          <a:p>
            <a:pPr marL="0" indent="0">
              <a:spcBef>
                <a:spcPts val="640"/>
              </a:spcBef>
              <a:buNone/>
            </a:pPr>
            <a:r>
              <a:rPr lang="en-US" b="1" dirty="0">
                <a:solidFill>
                  <a:schemeClr val="tx1"/>
                </a:solidFill>
                <a:latin typeface="Work Sans" pitchFamily="2" charset="0"/>
              </a:rPr>
              <a:t>37-03 Explain how to perform basic clutch maintenance.</a:t>
            </a:r>
            <a:endParaRPr lang="en-US" dirty="0">
              <a:solidFill>
                <a:schemeClr val="tx1"/>
              </a:solidFill>
              <a:latin typeface="Work Sans" pitchFamily="2" charset="0"/>
              <a:cs typeface="Arial" pitchFamily="34"/>
            </a:endParaRPr>
          </a:p>
          <a:p>
            <a:pPr>
              <a:spcBef>
                <a:spcPts val="640"/>
              </a:spcBef>
              <a:buSzPct val="100000"/>
              <a:buFont typeface="Arial" pitchFamily="34"/>
              <a:buChar char="•"/>
            </a:pPr>
            <a:r>
              <a:rPr lang="en-US" dirty="0">
                <a:solidFill>
                  <a:schemeClr val="tx1"/>
                </a:solidFill>
                <a:latin typeface="Work Sans" pitchFamily="2" charset="0"/>
                <a:cs typeface="Arial" pitchFamily="34"/>
              </a:rPr>
              <a:t>External Linkage Lubrication</a:t>
            </a:r>
          </a:p>
          <a:p>
            <a:pPr lvl="1" indent="-457200">
              <a:spcBef>
                <a:spcPts val="560"/>
              </a:spcBef>
              <a:buChar char="–"/>
            </a:pPr>
            <a:r>
              <a:rPr lang="en-US" dirty="0">
                <a:solidFill>
                  <a:schemeClr val="tx1"/>
                </a:solidFill>
                <a:latin typeface="Work Sans" pitchFamily="2" charset="0"/>
                <a:cs typeface="Arial" pitchFamily="34"/>
              </a:rPr>
              <a:t>Lubricated during normal chassis lubrication.</a:t>
            </a:r>
          </a:p>
          <a:p>
            <a:pPr lvl="1" indent="-457200">
              <a:spcBef>
                <a:spcPts val="560"/>
              </a:spcBef>
              <a:buChar char="–"/>
            </a:pPr>
            <a:r>
              <a:rPr lang="en-US" dirty="0">
                <a:solidFill>
                  <a:schemeClr val="tx1"/>
                </a:solidFill>
                <a:latin typeface="Work Sans" pitchFamily="2" charset="0"/>
                <a:cs typeface="Arial" pitchFamily="34"/>
              </a:rPr>
              <a:t>Lube sliding surfaces and pivot points.</a:t>
            </a:r>
          </a:p>
          <a:p>
            <a:pPr lvl="1" indent="-457200">
              <a:spcBef>
                <a:spcPts val="560"/>
              </a:spcBef>
              <a:buChar char="–"/>
            </a:pPr>
            <a:r>
              <a:rPr lang="en-US" dirty="0">
                <a:solidFill>
                  <a:schemeClr val="tx1"/>
                </a:solidFill>
                <a:latin typeface="Work Sans" pitchFamily="2" charset="0"/>
                <a:cs typeface="Arial" pitchFamily="34"/>
              </a:rPr>
              <a:t>On hydraulic systems, check fluid level.</a:t>
            </a:r>
          </a:p>
        </p:txBody>
      </p:sp>
      <p:pic>
        <p:nvPicPr>
          <p:cNvPr id="11" name="Picture Placeholder 10" descr="Three parts of an illustration depict the clutch linkage lubrication points. The first part depicts Rod and lever with the parts labeled as follows: Over-center spring, and pedal. The second part depicts Cable with the parts labeled as follows: over-center spring, pedal, cable, and clutch fork. The third part depicts a hydraulic with the parts labeled as follows: Over-center spring, pedal, hydraulic line, clutch slave cylinder, clutch fork, and clutch master cylinder.">
            <a:extLst>
              <a:ext uri="{FF2B5EF4-FFF2-40B4-BE49-F238E27FC236}">
                <a16:creationId xmlns:a16="http://schemas.microsoft.com/office/drawing/2014/main" id="{71B5082E-287C-2444-5DCC-50A8DC2CDA46}"/>
              </a:ext>
            </a:extLst>
          </p:cNvPr>
          <p:cNvPicPr>
            <a:picLocks noGrp="1" noChangeAspect="1"/>
          </p:cNvPicPr>
          <p:nvPr>
            <p:ph type="pic" sz="quarter" idx="13"/>
          </p:nvPr>
        </p:nvPicPr>
        <p:blipFill rotWithShape="1">
          <a:blip r:embed="rId3"/>
          <a:srcRect b="4738"/>
          <a:stretch/>
        </p:blipFill>
        <p:spPr>
          <a:xfrm>
            <a:off x="7599339" y="1715176"/>
            <a:ext cx="4288392" cy="410562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565D887-2D2B-4DBD-B440-6344BF3D48CE}"/>
              </a:ext>
            </a:extLst>
          </p:cNvPr>
          <p:cNvSpPr txBox="1">
            <a:spLocks noGrp="1"/>
          </p:cNvSpPr>
          <p:nvPr>
            <p:ph type="title"/>
          </p:nvPr>
        </p:nvSpPr>
        <p:spPr/>
        <p:txBody>
          <a:bodyPr/>
          <a:lstStyle/>
          <a:p>
            <a:pPr lvl="0"/>
            <a:r>
              <a:rPr lang="en-US" dirty="0">
                <a:latin typeface="Work Sans" pitchFamily="2" charset="0"/>
                <a:cs typeface="Arial" pitchFamily="34"/>
              </a:rPr>
              <a:t>Common Clutch Problems</a:t>
            </a:r>
          </a:p>
        </p:txBody>
      </p:sp>
      <p:sp>
        <p:nvSpPr>
          <p:cNvPr id="3" name="Content Placeholder 3">
            <a:extLst>
              <a:ext uri="{FF2B5EF4-FFF2-40B4-BE49-F238E27FC236}">
                <a16:creationId xmlns:a16="http://schemas.microsoft.com/office/drawing/2014/main" id="{E9BC34FD-7B01-4451-BC0F-3931690E159A}"/>
              </a:ext>
            </a:extLst>
          </p:cNvPr>
          <p:cNvSpPr txBox="1">
            <a:spLocks noGrp="1"/>
          </p:cNvSpPr>
          <p:nvPr>
            <p:ph type="body" idx="1"/>
          </p:nvPr>
        </p:nvSpPr>
        <p:spPr/>
        <p:txBody>
          <a:bodyPr/>
          <a:lstStyle/>
          <a:p>
            <a:pPr marL="0" indent="0">
              <a:buNone/>
            </a:pPr>
            <a:r>
              <a:rPr lang="en-US" sz="2200" b="1" dirty="0">
                <a:solidFill>
                  <a:schemeClr val="tx1"/>
                </a:solidFill>
                <a:latin typeface="Work Sans" pitchFamily="2" charset="0"/>
              </a:rPr>
              <a:t>37-04 Name the most common problems that occur with clutches.</a:t>
            </a:r>
            <a:endParaRPr lang="en-US" sz="2200" dirty="0">
              <a:solidFill>
                <a:schemeClr val="tx1"/>
              </a:solidFill>
              <a:latin typeface="Work Sans" pitchFamily="2" charset="0"/>
              <a:cs typeface="Arial" pitchFamily="34"/>
            </a:endParaRPr>
          </a:p>
          <a:p>
            <a:pPr>
              <a:buSzPct val="100000"/>
              <a:buFont typeface="Arial" pitchFamily="34"/>
              <a:buChar char="•"/>
            </a:pPr>
            <a:r>
              <a:rPr lang="en-US" sz="2200" dirty="0">
                <a:solidFill>
                  <a:schemeClr val="tx1"/>
                </a:solidFill>
                <a:latin typeface="Work Sans" pitchFamily="2" charset="0"/>
                <a:cs typeface="Arial" pitchFamily="34"/>
              </a:rPr>
              <a:t>Clutch Slippage—With the clutch engaged, engine speed increases but vehicle speed does not</a:t>
            </a:r>
          </a:p>
          <a:p>
            <a:pPr lvl="1" indent="-361950">
              <a:buFont typeface="Arial" panose="020B0604020202020204" pitchFamily="34" charset="0"/>
              <a:buChar char="–"/>
            </a:pPr>
            <a:r>
              <a:rPr lang="en-US" sz="2000" dirty="0">
                <a:solidFill>
                  <a:schemeClr val="tx1"/>
                </a:solidFill>
                <a:latin typeface="Work Sans" pitchFamily="2" charset="0"/>
                <a:cs typeface="Arial" pitchFamily="34"/>
              </a:rPr>
              <a:t>Check with parking brake set, engine at 2000 rpm, transmission in third gear</a:t>
            </a:r>
          </a:p>
          <a:p>
            <a:pPr lvl="1" indent="-361950">
              <a:buFont typeface="Arial" panose="020B0604020202020204" pitchFamily="34" charset="0"/>
              <a:buChar char="–"/>
            </a:pPr>
            <a:r>
              <a:rPr lang="en-US" sz="2000" dirty="0">
                <a:solidFill>
                  <a:schemeClr val="tx1"/>
                </a:solidFill>
                <a:latin typeface="Work Sans" pitchFamily="2" charset="0"/>
                <a:cs typeface="Arial" pitchFamily="34"/>
              </a:rPr>
              <a:t>Release clutch—engine should stall immediately</a:t>
            </a:r>
          </a:p>
          <a:p>
            <a:pPr marL="342900" indent="-342900"/>
            <a:r>
              <a:rPr lang="en-US" sz="2200" dirty="0">
                <a:solidFill>
                  <a:schemeClr val="tx1"/>
                </a:solidFill>
                <a:latin typeface="Work Sans" pitchFamily="2" charset="0"/>
                <a:cs typeface="Arial" pitchFamily="34"/>
              </a:rPr>
              <a:t>Before disassembly</a:t>
            </a:r>
          </a:p>
          <a:p>
            <a:pPr lvl="1">
              <a:buFont typeface="Arial" panose="020B0604020202020204" pitchFamily="34" charset="0"/>
              <a:buChar char="–"/>
            </a:pPr>
            <a:r>
              <a:rPr lang="en-US" sz="2000" dirty="0">
                <a:solidFill>
                  <a:schemeClr val="tx1"/>
                </a:solidFill>
                <a:latin typeface="Work Sans" pitchFamily="2" charset="0"/>
                <a:cs typeface="Arial" pitchFamily="34"/>
              </a:rPr>
              <a:t>Check linkage</a:t>
            </a:r>
          </a:p>
          <a:p>
            <a:pPr lvl="1">
              <a:buFont typeface="Arial" panose="020B0604020202020204" pitchFamily="34" charset="0"/>
              <a:buChar char="–"/>
            </a:pPr>
            <a:r>
              <a:rPr lang="en-US" sz="2000" dirty="0">
                <a:solidFill>
                  <a:schemeClr val="tx1"/>
                </a:solidFill>
                <a:latin typeface="Work Sans" pitchFamily="2" charset="0"/>
                <a:cs typeface="Arial" pitchFamily="34"/>
              </a:rPr>
              <a:t>Check for worn or binding parts</a:t>
            </a:r>
          </a:p>
          <a:p>
            <a:pPr lvl="1">
              <a:buFont typeface="Arial" panose="020B0604020202020204" pitchFamily="34" charset="0"/>
              <a:buChar char="–"/>
            </a:pPr>
            <a:r>
              <a:rPr lang="en-US" sz="2000" dirty="0">
                <a:solidFill>
                  <a:schemeClr val="tx1"/>
                </a:solidFill>
                <a:latin typeface="Work Sans" pitchFamily="2" charset="0"/>
                <a:cs typeface="Arial" pitchFamily="34"/>
              </a:rPr>
              <a:t>Check engine mounts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0C17CC5-BADA-4B05-92D5-AE4C13263AE9}"/>
              </a:ext>
            </a:extLst>
          </p:cNvPr>
          <p:cNvSpPr txBox="1">
            <a:spLocks noGrp="1"/>
          </p:cNvSpPr>
          <p:nvPr>
            <p:ph type="title"/>
          </p:nvPr>
        </p:nvSpPr>
        <p:spPr/>
        <p:txBody>
          <a:bodyPr/>
          <a:lstStyle/>
          <a:p>
            <a:pPr>
              <a:spcBef>
                <a:spcPts val="640"/>
              </a:spcBef>
              <a:buSzPct val="100000"/>
            </a:pPr>
            <a:r>
              <a:rPr lang="en-US" dirty="0">
                <a:latin typeface="Work Sans" pitchFamily="2" charset="0"/>
                <a:cs typeface="Arial" pitchFamily="34"/>
              </a:rPr>
              <a:t>Other Causes for Clutch Slippage</a:t>
            </a:r>
          </a:p>
        </p:txBody>
      </p:sp>
      <p:sp>
        <p:nvSpPr>
          <p:cNvPr id="3" name="Content Placeholder 3">
            <a:extLst>
              <a:ext uri="{FF2B5EF4-FFF2-40B4-BE49-F238E27FC236}">
                <a16:creationId xmlns:a16="http://schemas.microsoft.com/office/drawing/2014/main" id="{89ABEAF7-2022-4FD1-BEC7-B0659A92A7F5}"/>
              </a:ext>
            </a:extLst>
          </p:cNvPr>
          <p:cNvSpPr txBox="1">
            <a:spLocks noGrp="1"/>
          </p:cNvSpPr>
          <p:nvPr>
            <p:ph type="body" idx="1"/>
          </p:nvPr>
        </p:nvSpPr>
        <p:spPr/>
        <p:txBody>
          <a:bodyPr/>
          <a:lstStyle/>
          <a:p>
            <a:r>
              <a:rPr lang="en-US" sz="2800" dirty="0">
                <a:solidFill>
                  <a:schemeClr val="tx1"/>
                </a:solidFill>
                <a:latin typeface="Work Sans" pitchFamily="2" charset="0"/>
                <a:cs typeface="Arial" pitchFamily="34"/>
              </a:rPr>
              <a:t>Oil-soaked or worn disc facings</a:t>
            </a:r>
          </a:p>
          <a:p>
            <a:r>
              <a:rPr lang="en-US" sz="2800" dirty="0">
                <a:solidFill>
                  <a:schemeClr val="tx1"/>
                </a:solidFill>
                <a:latin typeface="Work Sans" pitchFamily="2" charset="0"/>
                <a:cs typeface="Arial" pitchFamily="34"/>
              </a:rPr>
              <a:t>Warped flywheel or pressure plate</a:t>
            </a:r>
          </a:p>
          <a:p>
            <a:r>
              <a:rPr lang="en-US" sz="2800" dirty="0">
                <a:solidFill>
                  <a:schemeClr val="tx1"/>
                </a:solidFill>
                <a:latin typeface="Work Sans" pitchFamily="2" charset="0"/>
                <a:cs typeface="Arial" pitchFamily="34"/>
              </a:rPr>
              <a:t>Weak pressure plate springs</a:t>
            </a:r>
          </a:p>
          <a:p>
            <a:r>
              <a:rPr lang="en-US" sz="2800" dirty="0">
                <a:solidFill>
                  <a:schemeClr val="tx1"/>
                </a:solidFill>
                <a:latin typeface="Work Sans" pitchFamily="2" charset="0"/>
                <a:cs typeface="Arial" pitchFamily="34"/>
              </a:rPr>
              <a:t>Contact between the release bearing and the fingers of the pressure plate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DE81472-D39F-41FE-9F70-CD0AA8256172}"/>
              </a:ext>
            </a:extLst>
          </p:cNvPr>
          <p:cNvSpPr txBox="1">
            <a:spLocks noGrp="1"/>
          </p:cNvSpPr>
          <p:nvPr>
            <p:ph type="title"/>
          </p:nvPr>
        </p:nvSpPr>
        <p:spPr/>
        <p:txBody>
          <a:bodyPr/>
          <a:lstStyle/>
          <a:p>
            <a:pPr lvl="0"/>
            <a:r>
              <a:rPr lang="en-US" dirty="0">
                <a:latin typeface="Work Sans" pitchFamily="2" charset="0"/>
                <a:cs typeface="Arial" pitchFamily="34"/>
              </a:rPr>
              <a:t>Drag and Binding</a:t>
            </a:r>
          </a:p>
        </p:txBody>
      </p:sp>
      <p:sp>
        <p:nvSpPr>
          <p:cNvPr id="3" name="Content Placeholder 4">
            <a:extLst>
              <a:ext uri="{FF2B5EF4-FFF2-40B4-BE49-F238E27FC236}">
                <a16:creationId xmlns:a16="http://schemas.microsoft.com/office/drawing/2014/main" id="{EFE960A5-9F2D-4126-BD76-5927039266B5}"/>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Dragging Clutch</a:t>
            </a:r>
          </a:p>
          <a:p>
            <a:pPr marL="715963" lvl="1" indent="-357188">
              <a:buFont typeface="Arial" panose="020B0604020202020204" pitchFamily="34" charset="0"/>
              <a:buChar char="–"/>
            </a:pPr>
            <a:r>
              <a:rPr lang="en-US" dirty="0">
                <a:solidFill>
                  <a:schemeClr val="tx1"/>
                </a:solidFill>
                <a:latin typeface="Work Sans" pitchFamily="2" charset="0"/>
                <a:cs typeface="Arial" pitchFamily="34"/>
              </a:rPr>
              <a:t>Is usually caused by linkage problems, incorrect pedal adjustments, warped disc or pressure plate, a binding or seized pilot bushing/bearing, or defective clutch assembly.</a:t>
            </a:r>
          </a:p>
          <a:p>
            <a:pPr>
              <a:buSzPct val="100000"/>
              <a:buFont typeface="Arial" pitchFamily="34"/>
              <a:buChar char="•"/>
            </a:pPr>
            <a:r>
              <a:rPr lang="en-US" sz="2600" dirty="0">
                <a:solidFill>
                  <a:schemeClr val="tx1"/>
                </a:solidFill>
                <a:latin typeface="Work Sans" pitchFamily="2" charset="0"/>
                <a:cs typeface="Arial" pitchFamily="34"/>
              </a:rPr>
              <a:t>Binding Clutch</a:t>
            </a:r>
          </a:p>
          <a:p>
            <a:pPr marL="715963" lvl="1" indent="-357188">
              <a:buFont typeface="Arial" panose="020B0604020202020204" pitchFamily="34" charset="0"/>
              <a:buChar char="–"/>
            </a:pPr>
            <a:r>
              <a:rPr lang="en-US" dirty="0">
                <a:solidFill>
                  <a:schemeClr val="tx1"/>
                </a:solidFill>
                <a:latin typeface="Work Sans" pitchFamily="2" charset="0"/>
                <a:cs typeface="Arial" pitchFamily="34"/>
              </a:rPr>
              <a:t>Is usually caused by binding linkage or cables, damaged input shaft splines, or problems with the release levers.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A9B5718-12EB-44B7-ADDE-1A3CC273A761}"/>
              </a:ext>
            </a:extLst>
          </p:cNvPr>
          <p:cNvSpPr txBox="1">
            <a:spLocks noGrp="1"/>
          </p:cNvSpPr>
          <p:nvPr>
            <p:ph type="title"/>
          </p:nvPr>
        </p:nvSpPr>
        <p:spPr/>
        <p:txBody>
          <a:bodyPr/>
          <a:lstStyle/>
          <a:p>
            <a:pPr lvl="0"/>
            <a:r>
              <a:rPr lang="en-US" dirty="0">
                <a:latin typeface="Work Sans" pitchFamily="2" charset="0"/>
                <a:cs typeface="Arial" pitchFamily="34"/>
              </a:rPr>
              <a:t>Clutch Chatter </a:t>
            </a:r>
          </a:p>
        </p:txBody>
      </p:sp>
      <p:sp>
        <p:nvSpPr>
          <p:cNvPr id="3" name="Content Placeholder 3">
            <a:extLst>
              <a:ext uri="{FF2B5EF4-FFF2-40B4-BE49-F238E27FC236}">
                <a16:creationId xmlns:a16="http://schemas.microsoft.com/office/drawing/2014/main" id="{60B50550-4A7A-4EF4-B268-75B130991368}"/>
              </a:ext>
            </a:extLst>
          </p:cNvPr>
          <p:cNvSpPr txBox="1">
            <a:spLocks noGrp="1"/>
          </p:cNvSpPr>
          <p:nvPr>
            <p:ph type="body" idx="1"/>
          </p:nvPr>
        </p:nvSpPr>
        <p:spPr/>
        <p:txBody>
          <a:bodyPr/>
          <a:lstStyle/>
          <a:p>
            <a:pPr indent="-457200">
              <a:buSzPct val="100000"/>
              <a:buFont typeface="Arial" pitchFamily="34"/>
              <a:buChar char="•"/>
            </a:pPr>
            <a:r>
              <a:rPr lang="en-US" sz="2600" dirty="0">
                <a:solidFill>
                  <a:schemeClr val="tx1"/>
                </a:solidFill>
                <a:latin typeface="Work Sans" pitchFamily="2" charset="0"/>
                <a:cs typeface="Arial" pitchFamily="34"/>
              </a:rPr>
              <a:t>Shaking or shuddering when clutch is engaged.</a:t>
            </a:r>
          </a:p>
          <a:p>
            <a:pPr lvl="1" indent="-361950">
              <a:buFont typeface="Arial" panose="020B0604020202020204" pitchFamily="34" charset="0"/>
              <a:buChar char="–"/>
            </a:pPr>
            <a:r>
              <a:rPr lang="en-US" dirty="0">
                <a:solidFill>
                  <a:schemeClr val="tx1"/>
                </a:solidFill>
                <a:latin typeface="Work Sans" pitchFamily="2" charset="0"/>
                <a:cs typeface="Arial" pitchFamily="34"/>
              </a:rPr>
              <a:t>Before Disassembly</a:t>
            </a:r>
          </a:p>
          <a:p>
            <a:pPr lvl="2"/>
            <a:r>
              <a:rPr lang="en-US" dirty="0">
                <a:solidFill>
                  <a:schemeClr val="tx1"/>
                </a:solidFill>
                <a:latin typeface="Work Sans" pitchFamily="2" charset="0"/>
                <a:cs typeface="Arial" pitchFamily="34"/>
              </a:rPr>
              <a:t>Check engine mounts.</a:t>
            </a:r>
          </a:p>
          <a:p>
            <a:pPr lvl="2"/>
            <a:r>
              <a:rPr lang="en-US" dirty="0">
                <a:solidFill>
                  <a:schemeClr val="tx1"/>
                </a:solidFill>
                <a:latin typeface="Work Sans" pitchFamily="2" charset="0"/>
                <a:cs typeface="Arial" pitchFamily="34"/>
              </a:rPr>
              <a:t>Check for leaks from rear main seal, transmission input shaft seal, and clutch slave cylinder.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6302-A06F-4B7E-A7C6-0850159E70F0}"/>
              </a:ext>
            </a:extLst>
          </p:cNvPr>
          <p:cNvSpPr txBox="1">
            <a:spLocks noGrp="1"/>
          </p:cNvSpPr>
          <p:nvPr>
            <p:ph type="title"/>
          </p:nvPr>
        </p:nvSpPr>
        <p:spPr/>
        <p:txBody>
          <a:bodyPr/>
          <a:lstStyle/>
          <a:p>
            <a:pPr lvl="0"/>
            <a:r>
              <a:rPr lang="en-US" dirty="0">
                <a:latin typeface="Work Sans" pitchFamily="2" charset="0"/>
                <a:cs typeface="Arial" pitchFamily="34"/>
              </a:rPr>
              <a:t>Chatter Wear</a:t>
            </a:r>
          </a:p>
        </p:txBody>
      </p:sp>
      <p:pic>
        <p:nvPicPr>
          <p:cNvPr id="10" name="Picture Placeholder 9" descr="Clutch chatter marks are depicted on the surface of the circular pressure plate.">
            <a:extLst>
              <a:ext uri="{FF2B5EF4-FFF2-40B4-BE49-F238E27FC236}">
                <a16:creationId xmlns:a16="http://schemas.microsoft.com/office/drawing/2014/main" id="{734D6C2C-5D8A-E0A2-BFE4-A95560090FEB}"/>
              </a:ext>
            </a:extLst>
          </p:cNvPr>
          <p:cNvPicPr>
            <a:picLocks noGrp="1" noChangeAspect="1"/>
          </p:cNvPicPr>
          <p:nvPr>
            <p:ph type="pic" sz="quarter" idx="13"/>
          </p:nvPr>
        </p:nvPicPr>
        <p:blipFill rotWithShape="1">
          <a:blip r:embed="rId3"/>
          <a:srcRect b="8406"/>
          <a:stretch/>
        </p:blipFill>
        <p:spPr>
          <a:xfrm>
            <a:off x="4078850" y="1724294"/>
            <a:ext cx="4034300" cy="4021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C29BAAB6-A7F3-4E25-B472-2EDDC21C50D0}"/>
              </a:ext>
            </a:extLst>
          </p:cNvPr>
          <p:cNvSpPr txBox="1">
            <a:spLocks noGrp="1"/>
          </p:cNvSpPr>
          <p:nvPr>
            <p:ph type="title"/>
          </p:nvPr>
        </p:nvSpPr>
        <p:spPr/>
        <p:txBody>
          <a:bodyPr/>
          <a:lstStyle/>
          <a:p>
            <a:pPr lvl="0"/>
            <a:r>
              <a:rPr lang="en-US" dirty="0">
                <a:latin typeface="Work Sans" pitchFamily="2" charset="0"/>
                <a:cs typeface="Arial" pitchFamily="34"/>
              </a:rPr>
              <a:t>Other Common Clutch Problem</a:t>
            </a:r>
            <a:r>
              <a:rPr lang="en-US" dirty="0">
                <a:latin typeface="Arial" pitchFamily="34"/>
                <a:cs typeface="Arial" pitchFamily="34"/>
              </a:rPr>
              <a:t>s</a:t>
            </a:r>
          </a:p>
        </p:txBody>
      </p:sp>
      <p:sp>
        <p:nvSpPr>
          <p:cNvPr id="3" name="Content Placeholder 3">
            <a:extLst>
              <a:ext uri="{FF2B5EF4-FFF2-40B4-BE49-F238E27FC236}">
                <a16:creationId xmlns:a16="http://schemas.microsoft.com/office/drawing/2014/main" id="{873411A0-AA9A-41DA-88D7-BA050403F7D9}"/>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Pulsating Clutch Pedal</a:t>
            </a:r>
          </a:p>
          <a:p>
            <a:pPr lvl="1" indent="-361950">
              <a:buFont typeface="Arial" panose="020B0604020202020204" pitchFamily="34" charset="0"/>
              <a:buChar char="–"/>
            </a:pPr>
            <a:r>
              <a:rPr lang="en-US" dirty="0">
                <a:solidFill>
                  <a:schemeClr val="tx1"/>
                </a:solidFill>
                <a:latin typeface="Work Sans" pitchFamily="2" charset="0"/>
                <a:cs typeface="Arial" pitchFamily="34"/>
              </a:rPr>
              <a:t>Is usually caused by broken or bent release levers, misaligned bell housing, or warped pressure plate, flywheel, or clutch disc.</a:t>
            </a:r>
          </a:p>
          <a:p>
            <a:pPr>
              <a:buSzPct val="100000"/>
              <a:buFont typeface="Arial" pitchFamily="34"/>
              <a:buChar char="•"/>
            </a:pPr>
            <a:r>
              <a:rPr lang="en-US" sz="2600" dirty="0">
                <a:solidFill>
                  <a:schemeClr val="tx1"/>
                </a:solidFill>
                <a:latin typeface="Work Sans" pitchFamily="2" charset="0"/>
                <a:cs typeface="Arial" pitchFamily="34"/>
              </a:rPr>
              <a:t>Clutch Vibrations</a:t>
            </a:r>
          </a:p>
          <a:p>
            <a:pPr lvl="1" indent="-361950">
              <a:buFont typeface="Arial" panose="020B0604020202020204" pitchFamily="34" charset="0"/>
              <a:buChar char="–"/>
            </a:pPr>
            <a:r>
              <a:rPr lang="en-US" dirty="0">
                <a:solidFill>
                  <a:schemeClr val="tx1"/>
                </a:solidFill>
                <a:latin typeface="Work Sans" pitchFamily="2" charset="0"/>
                <a:cs typeface="Arial" pitchFamily="34"/>
              </a:rPr>
              <a:t>Are usually caused by worn engine mounts, loose bolts, excessive flywheel runout, or flywheel and/or pressure plate assembly imbalance.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6BE27ED8-CBA9-40B6-95FC-2B2461371670}"/>
              </a:ext>
            </a:extLst>
          </p:cNvPr>
          <p:cNvSpPr txBox="1">
            <a:spLocks noGrp="1"/>
          </p:cNvSpPr>
          <p:nvPr>
            <p:ph type="title"/>
          </p:nvPr>
        </p:nvSpPr>
        <p:spPr/>
        <p:txBody>
          <a:bodyPr/>
          <a:lstStyle/>
          <a:p>
            <a:pPr lvl="0"/>
            <a:r>
              <a:rPr lang="en-US" dirty="0">
                <a:latin typeface="Work Sans" pitchFamily="2" charset="0"/>
                <a:cs typeface="Arial" pitchFamily="34"/>
              </a:rPr>
              <a:t>Clutch Noises</a:t>
            </a:r>
          </a:p>
        </p:txBody>
      </p:sp>
      <p:sp>
        <p:nvSpPr>
          <p:cNvPr id="3" name="Content Placeholder 3">
            <a:extLst>
              <a:ext uri="{FF2B5EF4-FFF2-40B4-BE49-F238E27FC236}">
                <a16:creationId xmlns:a16="http://schemas.microsoft.com/office/drawing/2014/main" id="{BA0FE383-81FD-4369-8E58-7905428DDDD1}"/>
              </a:ext>
            </a:extLst>
          </p:cNvPr>
          <p:cNvSpPr txBox="1">
            <a:spLocks noGrp="1"/>
          </p:cNvSpPr>
          <p:nvPr>
            <p:ph type="body" idx="1"/>
          </p:nvPr>
        </p:nvSpPr>
        <p:spPr/>
        <p:txBody>
          <a:bodyPr/>
          <a:lstStyle/>
          <a:p>
            <a:r>
              <a:rPr lang="en-US" sz="2600" dirty="0">
                <a:solidFill>
                  <a:schemeClr val="tx1"/>
                </a:solidFill>
                <a:latin typeface="Work Sans" pitchFamily="2" charset="0"/>
                <a:cs typeface="Arial" pitchFamily="34"/>
              </a:rPr>
              <a:t>These noises are usually caused by bad bearings or bushings.</a:t>
            </a:r>
          </a:p>
          <a:p>
            <a:r>
              <a:rPr lang="en-US" sz="2600" dirty="0">
                <a:solidFill>
                  <a:schemeClr val="tx1"/>
                </a:solidFill>
                <a:latin typeface="Work Sans" pitchFamily="2" charset="0"/>
                <a:cs typeface="Arial" pitchFamily="34"/>
              </a:rPr>
              <a:t>To diagnose, determine whether the noise changes with the clutch engaged or disengaged.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6BE5-56F2-49C9-97D3-CB6066CC844F}"/>
              </a:ext>
            </a:extLst>
          </p:cNvPr>
          <p:cNvSpPr txBox="1">
            <a:spLocks noGrp="1"/>
          </p:cNvSpPr>
          <p:nvPr>
            <p:ph type="title"/>
          </p:nvPr>
        </p:nvSpPr>
        <p:spPr/>
        <p:txBody>
          <a:bodyPr/>
          <a:lstStyle/>
          <a:p>
            <a:pPr lvl="0"/>
            <a:r>
              <a:rPr lang="en-US" dirty="0">
                <a:latin typeface="Work Sans" pitchFamily="2" charset="0"/>
                <a:cs typeface="Arial" pitchFamily="34"/>
              </a:rPr>
              <a:t>Knowledge Check (2 of 2)</a:t>
            </a:r>
          </a:p>
        </p:txBody>
      </p:sp>
      <p:sp>
        <p:nvSpPr>
          <p:cNvPr id="3" name="Content Placeholder 2">
            <a:extLst>
              <a:ext uri="{FF2B5EF4-FFF2-40B4-BE49-F238E27FC236}">
                <a16:creationId xmlns:a16="http://schemas.microsoft.com/office/drawing/2014/main" id="{94473F40-AEAA-4AAB-8CE4-B8ECFDCD63D2}"/>
              </a:ext>
            </a:extLst>
          </p:cNvPr>
          <p:cNvSpPr txBox="1">
            <a:spLocks noGrp="1"/>
          </p:cNvSpPr>
          <p:nvPr>
            <p:ph type="body" idx="1"/>
          </p:nvPr>
        </p:nvSpPr>
        <p:spPr/>
        <p:txBody>
          <a:bodyPr/>
          <a:lstStyle/>
          <a:p>
            <a:pPr marL="0" indent="0">
              <a:spcBef>
                <a:spcPts val="640"/>
              </a:spcBef>
              <a:buSzPct val="100000"/>
              <a:buNone/>
            </a:pPr>
            <a:r>
              <a:rPr lang="en-US" sz="2600" dirty="0">
                <a:solidFill>
                  <a:schemeClr val="tx1"/>
                </a:solidFill>
                <a:latin typeface="Work Sans" pitchFamily="2" charset="0"/>
                <a:cs typeface="Arial" pitchFamily="34"/>
              </a:rPr>
              <a:t>A vehicle has a slipping clutch.</a:t>
            </a:r>
          </a:p>
          <a:p>
            <a:pPr marL="0" indent="0">
              <a:spcBef>
                <a:spcPts val="640"/>
              </a:spcBef>
              <a:buSzPct val="100000"/>
              <a:buNone/>
            </a:pPr>
            <a:r>
              <a:rPr lang="en-US" sz="2600" dirty="0">
                <a:solidFill>
                  <a:schemeClr val="tx1"/>
                </a:solidFill>
                <a:latin typeface="Work Sans" pitchFamily="2" charset="0"/>
                <a:cs typeface="Arial" pitchFamily="34"/>
              </a:rPr>
              <a:t>Technician A says there may be oil leaking onto the clutch assembly.</a:t>
            </a:r>
          </a:p>
          <a:p>
            <a:pPr marL="0" indent="0">
              <a:spcBef>
                <a:spcPts val="640"/>
              </a:spcBef>
              <a:spcAft>
                <a:spcPts val="1800"/>
              </a:spcAft>
              <a:buSzPct val="100000"/>
              <a:buNone/>
            </a:pPr>
            <a:r>
              <a:rPr lang="en-US" sz="2600" dirty="0">
                <a:solidFill>
                  <a:schemeClr val="tx1"/>
                </a:solidFill>
                <a:latin typeface="Work Sans" pitchFamily="2" charset="0"/>
                <a:cs typeface="Arial" pitchFamily="34"/>
              </a:rPr>
              <a:t>Technician B says the pressure plate may be weak.</a:t>
            </a:r>
          </a:p>
          <a:p>
            <a:pPr marL="0" indent="0">
              <a:spcBef>
                <a:spcPts val="640"/>
              </a:spcBef>
              <a:buSzPct val="100000"/>
              <a:buNone/>
            </a:pPr>
            <a:r>
              <a:rPr lang="en-US" sz="2600" dirty="0">
                <a:solidFill>
                  <a:schemeClr val="tx1"/>
                </a:solidFill>
                <a:latin typeface="Work Sans" pitchFamily="2" charset="0"/>
                <a:cs typeface="Arial" pitchFamily="34"/>
              </a:rPr>
              <a:t>Who is correct?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6BE5-56F2-49C9-97D3-CB6066CC844F}"/>
              </a:ext>
            </a:extLst>
          </p:cNvPr>
          <p:cNvSpPr txBox="1">
            <a:spLocks noGrp="1"/>
          </p:cNvSpPr>
          <p:nvPr>
            <p:ph type="title"/>
          </p:nvPr>
        </p:nvSpPr>
        <p:spPr/>
        <p:txBody>
          <a:bodyPr/>
          <a:lstStyle/>
          <a:p>
            <a:pPr lvl="0"/>
            <a:r>
              <a:rPr lang="en-US" dirty="0">
                <a:latin typeface="Work Sans" pitchFamily="2" charset="0"/>
                <a:cs typeface="Arial" pitchFamily="34"/>
              </a:rPr>
              <a:t>Knowledge Check Answer (2 of 2)</a:t>
            </a:r>
          </a:p>
        </p:txBody>
      </p:sp>
      <p:sp>
        <p:nvSpPr>
          <p:cNvPr id="3" name="Content Placeholder 2">
            <a:extLst>
              <a:ext uri="{FF2B5EF4-FFF2-40B4-BE49-F238E27FC236}">
                <a16:creationId xmlns:a16="http://schemas.microsoft.com/office/drawing/2014/main" id="{94473F40-AEAA-4AAB-8CE4-B8ECFDCD63D2}"/>
              </a:ext>
            </a:extLst>
          </p:cNvPr>
          <p:cNvSpPr txBox="1">
            <a:spLocks noGrp="1"/>
          </p:cNvSpPr>
          <p:nvPr>
            <p:ph type="body" idx="1"/>
          </p:nvPr>
        </p:nvSpPr>
        <p:spPr/>
        <p:txBody>
          <a:bodyPr/>
          <a:lstStyle/>
          <a:p>
            <a:pPr marL="0" indent="0">
              <a:spcBef>
                <a:spcPts val="640"/>
              </a:spcBef>
              <a:buSzPct val="100000"/>
              <a:buNone/>
            </a:pPr>
            <a:r>
              <a:rPr lang="en-US" sz="2600" dirty="0">
                <a:solidFill>
                  <a:schemeClr val="tx1"/>
                </a:solidFill>
                <a:latin typeface="Work Sans" pitchFamily="2" charset="0"/>
                <a:cs typeface="Arial" pitchFamily="34"/>
              </a:rPr>
              <a:t>A vehicle has a slipping clutch.</a:t>
            </a:r>
          </a:p>
          <a:p>
            <a:pPr marL="0" indent="0">
              <a:spcBef>
                <a:spcPts val="640"/>
              </a:spcBef>
              <a:buSzPct val="100000"/>
              <a:buNone/>
            </a:pPr>
            <a:r>
              <a:rPr lang="en-US" sz="2600" dirty="0">
                <a:solidFill>
                  <a:schemeClr val="tx1"/>
                </a:solidFill>
                <a:latin typeface="Work Sans" pitchFamily="2" charset="0"/>
                <a:cs typeface="Arial" pitchFamily="34"/>
              </a:rPr>
              <a:t>Technician A says there may be oil leaking onto the clutch assembly.</a:t>
            </a:r>
          </a:p>
          <a:p>
            <a:pPr marL="0" indent="0">
              <a:spcBef>
                <a:spcPts val="640"/>
              </a:spcBef>
              <a:spcAft>
                <a:spcPts val="2400"/>
              </a:spcAft>
              <a:buSzPct val="100000"/>
              <a:buNone/>
            </a:pPr>
            <a:r>
              <a:rPr lang="en-US" sz="2600" dirty="0">
                <a:solidFill>
                  <a:schemeClr val="tx1"/>
                </a:solidFill>
                <a:latin typeface="Work Sans" pitchFamily="2" charset="0"/>
                <a:cs typeface="Arial" pitchFamily="34"/>
              </a:rPr>
              <a:t>Technician B says the pressure plate may be weak.</a:t>
            </a:r>
          </a:p>
          <a:p>
            <a:pPr marL="0" indent="0">
              <a:spcBef>
                <a:spcPts val="640"/>
              </a:spcBef>
              <a:spcAft>
                <a:spcPts val="2400"/>
              </a:spcAft>
              <a:buSzPct val="100000"/>
              <a:buNone/>
            </a:pPr>
            <a:r>
              <a:rPr lang="en-US" sz="2600" dirty="0">
                <a:solidFill>
                  <a:schemeClr val="tx1"/>
                </a:solidFill>
                <a:latin typeface="Work Sans" pitchFamily="2" charset="0"/>
                <a:cs typeface="Arial" pitchFamily="34"/>
              </a:rPr>
              <a:t>Who is correct?</a:t>
            </a:r>
          </a:p>
          <a:p>
            <a:pPr marL="0" indent="0">
              <a:spcBef>
                <a:spcPts val="640"/>
              </a:spcBef>
              <a:buSzPct val="100000"/>
              <a:buNone/>
            </a:pPr>
            <a:r>
              <a:rPr lang="en-US" sz="2600" b="1" dirty="0">
                <a:solidFill>
                  <a:schemeClr val="tx1"/>
                </a:solidFill>
                <a:latin typeface="Work Sans" pitchFamily="2" charset="0"/>
                <a:cs typeface="Arial" pitchFamily="34"/>
              </a:rPr>
              <a:t>Answer: </a:t>
            </a:r>
            <a:r>
              <a:rPr lang="en-US" sz="2600" dirty="0">
                <a:solidFill>
                  <a:schemeClr val="tx1"/>
                </a:solidFill>
                <a:latin typeface="Work Sans" pitchFamily="2" charset="0"/>
                <a:cs typeface="Arial" pitchFamily="34"/>
              </a:rPr>
              <a:t>Both technicians A and B</a:t>
            </a:r>
          </a:p>
        </p:txBody>
      </p:sp>
    </p:spTree>
    <p:extLst>
      <p:ext uri="{BB962C8B-B14F-4D97-AF65-F5344CB8AC3E}">
        <p14:creationId xmlns:p14="http://schemas.microsoft.com/office/powerpoint/2010/main" val="1553211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BBE6427-D5E2-485C-85D1-78D2834807D7}"/>
              </a:ext>
            </a:extLst>
          </p:cNvPr>
          <p:cNvSpPr txBox="1">
            <a:spLocks noGrp="1"/>
          </p:cNvSpPr>
          <p:nvPr>
            <p:ph type="title"/>
          </p:nvPr>
        </p:nvSpPr>
        <p:spPr/>
        <p:txBody>
          <a:bodyPr/>
          <a:lstStyle/>
          <a:p>
            <a:pPr lvl="0"/>
            <a:r>
              <a:rPr lang="en-US" dirty="0">
                <a:latin typeface="Work Sans" pitchFamily="2" charset="0"/>
                <a:cs typeface="Arial" pitchFamily="34"/>
              </a:rPr>
              <a:t>Hydraulic-Operated Clutch Diagnosis</a:t>
            </a:r>
          </a:p>
        </p:txBody>
      </p:sp>
      <p:sp>
        <p:nvSpPr>
          <p:cNvPr id="3" name="Content Placeholder 3">
            <a:extLst>
              <a:ext uri="{FF2B5EF4-FFF2-40B4-BE49-F238E27FC236}">
                <a16:creationId xmlns:a16="http://schemas.microsoft.com/office/drawing/2014/main" id="{DB977675-B5A3-44CE-8776-63DECF73E919}"/>
              </a:ext>
            </a:extLst>
          </p:cNvPr>
          <p:cNvSpPr txBox="1">
            <a:spLocks noGrp="1"/>
          </p:cNvSpPr>
          <p:nvPr>
            <p:ph type="body" idx="1"/>
          </p:nvPr>
        </p:nvSpPr>
        <p:spPr/>
        <p:txBody>
          <a:bodyPr/>
          <a:lstStyle/>
          <a:p>
            <a:pPr>
              <a:buClr>
                <a:schemeClr val="tx1"/>
              </a:buClr>
              <a:buSzPct val="100000"/>
              <a:buFont typeface="Arial" pitchFamily="34"/>
              <a:buChar char="•"/>
            </a:pPr>
            <a:r>
              <a:rPr lang="en-US" sz="2600" dirty="0">
                <a:solidFill>
                  <a:schemeClr val="tx1"/>
                </a:solidFill>
                <a:latin typeface="Work Sans" pitchFamily="2" charset="0"/>
                <a:cs typeface="Arial" pitchFamily="34"/>
              </a:rPr>
              <a:t>Soft clutch pedal or excessive pedal travel</a:t>
            </a:r>
          </a:p>
          <a:p>
            <a:pPr lvl="1" indent="-361950">
              <a:buFont typeface="Arial" panose="020B0604020202020204" pitchFamily="34" charset="0"/>
              <a:buChar char="–"/>
            </a:pPr>
            <a:r>
              <a:rPr lang="en-US" dirty="0">
                <a:solidFill>
                  <a:schemeClr val="tx1"/>
                </a:solidFill>
                <a:latin typeface="Work Sans" pitchFamily="2" charset="0"/>
                <a:cs typeface="Arial" pitchFamily="34"/>
              </a:rPr>
              <a:t>Is usually caused by low fluid level.</a:t>
            </a:r>
          </a:p>
          <a:p>
            <a:pPr lvl="1" indent="-361950">
              <a:buFont typeface="Arial" panose="020B0604020202020204" pitchFamily="34" charset="0"/>
              <a:buChar char="–"/>
            </a:pPr>
            <a:r>
              <a:rPr lang="en-US" dirty="0">
                <a:solidFill>
                  <a:schemeClr val="tx1"/>
                </a:solidFill>
                <a:latin typeface="Work Sans" pitchFamily="2" charset="0"/>
                <a:cs typeface="Arial" pitchFamily="34"/>
              </a:rPr>
              <a:t>May be caused by a faulty master or slave cylinder.</a:t>
            </a:r>
          </a:p>
          <a:p>
            <a:pPr>
              <a:buClr>
                <a:schemeClr val="tx1"/>
              </a:buClr>
              <a:buSzPct val="100000"/>
              <a:buFont typeface="Arial" pitchFamily="34"/>
              <a:buChar char="•"/>
            </a:pPr>
            <a:r>
              <a:rPr lang="en-US" sz="2600" dirty="0">
                <a:solidFill>
                  <a:schemeClr val="tx1"/>
                </a:solidFill>
                <a:latin typeface="Work Sans" pitchFamily="2" charset="0"/>
                <a:cs typeface="Arial" pitchFamily="34"/>
              </a:rPr>
              <a:t>Hard pedal</a:t>
            </a:r>
          </a:p>
          <a:p>
            <a:pPr lvl="1" indent="-361950">
              <a:buFont typeface="Arial" panose="020B0604020202020204" pitchFamily="34" charset="0"/>
              <a:buChar char="–"/>
            </a:pPr>
            <a:r>
              <a:rPr lang="en-US" dirty="0">
                <a:solidFill>
                  <a:schemeClr val="tx1"/>
                </a:solidFill>
                <a:latin typeface="Work Sans" pitchFamily="2" charset="0"/>
                <a:cs typeface="Arial" pitchFamily="34"/>
              </a:rPr>
              <a:t>Is commonly caused by binding linkage or swollen cups in the master or slave cylinder.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C623DB1-C511-4C72-A05E-761E72A5AE90}"/>
              </a:ext>
            </a:extLst>
          </p:cNvPr>
          <p:cNvSpPr txBox="1">
            <a:spLocks noGrp="1"/>
          </p:cNvSpPr>
          <p:nvPr>
            <p:ph type="title"/>
          </p:nvPr>
        </p:nvSpPr>
        <p:spPr/>
        <p:txBody>
          <a:bodyPr/>
          <a:lstStyle/>
          <a:p>
            <a:pPr lvl="0"/>
            <a:r>
              <a:rPr lang="en-US" dirty="0">
                <a:latin typeface="Work Sans" pitchFamily="2" charset="0"/>
                <a:cs typeface="Arial" pitchFamily="34"/>
              </a:rPr>
              <a:t>Clutch Service (1 of 2)</a:t>
            </a:r>
          </a:p>
        </p:txBody>
      </p:sp>
      <p:sp>
        <p:nvSpPr>
          <p:cNvPr id="3" name="Content Placeholder 4">
            <a:extLst>
              <a:ext uri="{FF2B5EF4-FFF2-40B4-BE49-F238E27FC236}">
                <a16:creationId xmlns:a16="http://schemas.microsoft.com/office/drawing/2014/main" id="{85A1F7EB-F42D-4934-9A47-CBCCBCF3D69E}"/>
              </a:ext>
            </a:extLst>
          </p:cNvPr>
          <p:cNvSpPr txBox="1">
            <a:spLocks noGrp="1"/>
          </p:cNvSpPr>
          <p:nvPr>
            <p:ph type="body" idx="1"/>
          </p:nvPr>
        </p:nvSpPr>
        <p:spPr/>
        <p:txBody>
          <a:bodyPr/>
          <a:lstStyle/>
          <a:p>
            <a:pPr marL="0" indent="0">
              <a:spcAft>
                <a:spcPts val="1800"/>
              </a:spcAft>
              <a:buNone/>
            </a:pPr>
            <a:r>
              <a:rPr lang="en-US" b="1" dirty="0">
                <a:solidFill>
                  <a:schemeClr val="tx1"/>
                </a:solidFill>
                <a:latin typeface="Work Sans" pitchFamily="2" charset="0"/>
              </a:rPr>
              <a:t>37.05 Explain the basics of servicing a clutch assembly.</a:t>
            </a:r>
            <a:endParaRPr lang="en-US" dirty="0">
              <a:solidFill>
                <a:schemeClr val="tx1"/>
              </a:solidFill>
              <a:latin typeface="Work Sans" pitchFamily="2" charset="0"/>
              <a:cs typeface="Arial" pitchFamily="34"/>
            </a:endParaRPr>
          </a:p>
          <a:p>
            <a:pPr indent="-457200">
              <a:buSzPct val="100000"/>
              <a:buFont typeface="Arial" pitchFamily="34"/>
              <a:buChar char="•"/>
            </a:pPr>
            <a:r>
              <a:rPr lang="en-US" dirty="0">
                <a:solidFill>
                  <a:schemeClr val="tx1"/>
                </a:solidFill>
                <a:latin typeface="Work Sans" pitchFamily="2" charset="0"/>
                <a:cs typeface="Arial" pitchFamily="34"/>
              </a:rPr>
              <a:t>Check bell housing and all clutch parts for signs of oil leakage.</a:t>
            </a:r>
          </a:p>
          <a:p>
            <a:pPr indent="-457200">
              <a:buSzPct val="100000"/>
              <a:buFont typeface="Arial" pitchFamily="34"/>
              <a:buChar char="•"/>
            </a:pPr>
            <a:r>
              <a:rPr lang="en-US" dirty="0">
                <a:solidFill>
                  <a:schemeClr val="tx1"/>
                </a:solidFill>
                <a:latin typeface="Work Sans" pitchFamily="2" charset="0"/>
                <a:cs typeface="Arial" pitchFamily="34"/>
              </a:rPr>
              <a:t>Ensure clean engine and bell housing mating surfaces.</a:t>
            </a:r>
          </a:p>
          <a:p>
            <a:pPr indent="-457200">
              <a:buSzPct val="100000"/>
              <a:buFont typeface="Arial" pitchFamily="34"/>
              <a:buChar char="•"/>
            </a:pPr>
            <a:r>
              <a:rPr lang="en-US" dirty="0">
                <a:solidFill>
                  <a:schemeClr val="tx1"/>
                </a:solidFill>
                <a:latin typeface="Work Sans" pitchFamily="2" charset="0"/>
                <a:cs typeface="Arial" pitchFamily="34"/>
              </a:rPr>
              <a:t>Check for damaged or warped mounting surfaces.</a:t>
            </a:r>
          </a:p>
          <a:p>
            <a:pPr indent="-457200">
              <a:buSzPct val="100000"/>
              <a:buFont typeface="Arial" pitchFamily="34"/>
              <a:buChar char="•"/>
            </a:pPr>
            <a:r>
              <a:rPr lang="en-US" dirty="0">
                <a:solidFill>
                  <a:schemeClr val="tx1"/>
                </a:solidFill>
                <a:latin typeface="Work Sans" pitchFamily="2" charset="0"/>
                <a:cs typeface="Arial" pitchFamily="34"/>
              </a:rPr>
              <a:t>Check dowels and dowel bores.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222F-1AAC-401D-A0F5-C8C9ABDFCCC2}"/>
              </a:ext>
            </a:extLst>
          </p:cNvPr>
          <p:cNvSpPr txBox="1">
            <a:spLocks noGrp="1"/>
          </p:cNvSpPr>
          <p:nvPr>
            <p:ph type="title"/>
          </p:nvPr>
        </p:nvSpPr>
        <p:spPr/>
        <p:txBody>
          <a:bodyPr/>
          <a:lstStyle/>
          <a:p>
            <a:pPr lvl="0"/>
            <a:r>
              <a:rPr lang="en-US" dirty="0">
                <a:latin typeface="Work Sans" pitchFamily="2" charset="0"/>
                <a:cs typeface="Arial" pitchFamily="34"/>
              </a:rPr>
              <a:t>Clutch Service (2 of 2) </a:t>
            </a:r>
          </a:p>
        </p:txBody>
      </p:sp>
      <p:sp>
        <p:nvSpPr>
          <p:cNvPr id="3" name="Content Placeholder 2">
            <a:extLst>
              <a:ext uri="{FF2B5EF4-FFF2-40B4-BE49-F238E27FC236}">
                <a16:creationId xmlns:a16="http://schemas.microsoft.com/office/drawing/2014/main" id="{722845FB-B51C-4C2E-A38D-374AEBF438FF}"/>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Check flywheel runout.</a:t>
            </a:r>
          </a:p>
          <a:p>
            <a:pPr>
              <a:buSzPct val="100000"/>
              <a:buFont typeface="Arial" pitchFamily="34"/>
              <a:buChar char="•"/>
            </a:pPr>
            <a:r>
              <a:rPr lang="en-US" sz="2600" dirty="0">
                <a:solidFill>
                  <a:schemeClr val="tx1"/>
                </a:solidFill>
                <a:latin typeface="Work Sans" pitchFamily="2" charset="0"/>
                <a:cs typeface="Arial" pitchFamily="34"/>
              </a:rPr>
              <a:t>Check flywheel’s ring gear teeth.</a:t>
            </a:r>
          </a:p>
          <a:p>
            <a:pPr>
              <a:buSzPct val="100000"/>
              <a:buFont typeface="Arial" pitchFamily="34"/>
              <a:buChar char="•"/>
            </a:pPr>
            <a:r>
              <a:rPr lang="en-US" sz="2600" dirty="0">
                <a:solidFill>
                  <a:schemeClr val="tx1"/>
                </a:solidFill>
                <a:latin typeface="Work Sans" pitchFamily="2" charset="0"/>
                <a:cs typeface="Arial" pitchFamily="34"/>
              </a:rPr>
              <a:t>Use a clutch alignment tool during disassembly and reassembly.</a:t>
            </a:r>
          </a:p>
          <a:p>
            <a:pPr>
              <a:buSzPct val="100000"/>
              <a:buFont typeface="Arial" pitchFamily="34"/>
              <a:buChar char="•"/>
            </a:pPr>
            <a:r>
              <a:rPr lang="en-US" sz="2600" dirty="0">
                <a:solidFill>
                  <a:schemeClr val="tx1"/>
                </a:solidFill>
                <a:latin typeface="Work Sans" pitchFamily="2" charset="0"/>
                <a:cs typeface="Arial" pitchFamily="34"/>
              </a:rPr>
              <a:t>Loosen and tighten pressure plate bolts according to the correct sequence.</a:t>
            </a:r>
          </a:p>
          <a:p>
            <a:pPr>
              <a:buSzPct val="100000"/>
              <a:buFont typeface="Arial" pitchFamily="34"/>
              <a:buChar char="•"/>
            </a:pPr>
            <a:r>
              <a:rPr lang="en-US" sz="2600" dirty="0">
                <a:solidFill>
                  <a:schemeClr val="tx1"/>
                </a:solidFill>
                <a:latin typeface="Work Sans" pitchFamily="2" charset="0"/>
                <a:cs typeface="Arial" pitchFamily="34"/>
              </a:rPr>
              <a:t>Torque all fasteners to specifications.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7B33850-06B8-4CB3-8312-7F461769C217}"/>
              </a:ext>
            </a:extLst>
          </p:cNvPr>
          <p:cNvSpPr txBox="1">
            <a:spLocks noGrp="1"/>
          </p:cNvSpPr>
          <p:nvPr>
            <p:ph type="title"/>
          </p:nvPr>
        </p:nvSpPr>
        <p:spPr/>
        <p:txBody>
          <a:bodyPr/>
          <a:lstStyle/>
          <a:p>
            <a:pPr lvl="0"/>
            <a:r>
              <a:rPr lang="en-US" dirty="0">
                <a:latin typeface="Work Sans" pitchFamily="2" charset="0"/>
                <a:cs typeface="Arial" pitchFamily="34"/>
              </a:rPr>
              <a:t>Checking Flywheel Runout</a:t>
            </a:r>
          </a:p>
        </p:txBody>
      </p:sp>
      <p:pic>
        <p:nvPicPr>
          <p:cNvPr id="10" name="Picture Placeholder 9" descr="A dial indicator is placed on a flywheel to check the flywheel runout.">
            <a:extLst>
              <a:ext uri="{FF2B5EF4-FFF2-40B4-BE49-F238E27FC236}">
                <a16:creationId xmlns:a16="http://schemas.microsoft.com/office/drawing/2014/main" id="{1DB5BC36-30AB-D2C0-F870-5957F2586094}"/>
              </a:ext>
            </a:extLst>
          </p:cNvPr>
          <p:cNvPicPr>
            <a:picLocks noGrp="1" noChangeAspect="1"/>
          </p:cNvPicPr>
          <p:nvPr>
            <p:ph type="pic" sz="quarter" idx="13"/>
          </p:nvPr>
        </p:nvPicPr>
        <p:blipFill rotWithShape="1">
          <a:blip r:embed="rId3"/>
          <a:srcRect b="8751"/>
          <a:stretch/>
        </p:blipFill>
        <p:spPr>
          <a:xfrm>
            <a:off x="3487357" y="1653205"/>
            <a:ext cx="5217287" cy="427670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B9B8-F00A-43A2-B88B-7B7DED005AA4}"/>
              </a:ext>
            </a:extLst>
          </p:cNvPr>
          <p:cNvSpPr txBox="1">
            <a:spLocks noGrp="1"/>
          </p:cNvSpPr>
          <p:nvPr>
            <p:ph type="title"/>
          </p:nvPr>
        </p:nvSpPr>
        <p:spPr/>
        <p:txBody>
          <a:bodyPr/>
          <a:lstStyle/>
          <a:p>
            <a:pPr lvl="0"/>
            <a:r>
              <a:rPr lang="en-US">
                <a:latin typeface="Work Sans" pitchFamily="2" charset="0"/>
                <a:cs typeface="Arial" pitchFamily="34"/>
              </a:rPr>
              <a:t>Clutch Service  </a:t>
            </a:r>
            <a:endParaRPr lang="en-US" dirty="0">
              <a:latin typeface="Work Sans" pitchFamily="2" charset="0"/>
              <a:cs typeface="Arial" pitchFamily="34"/>
            </a:endParaRPr>
          </a:p>
        </p:txBody>
      </p:sp>
      <p:sp>
        <p:nvSpPr>
          <p:cNvPr id="3" name="Content Placeholder 2">
            <a:extLst>
              <a:ext uri="{FF2B5EF4-FFF2-40B4-BE49-F238E27FC236}">
                <a16:creationId xmlns:a16="http://schemas.microsoft.com/office/drawing/2014/main" id="{18ED4897-DE36-44B9-90BA-B6B542665254}"/>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Keep grease and dirt off friction surfaces.</a:t>
            </a:r>
          </a:p>
          <a:p>
            <a:pPr>
              <a:buSzPct val="100000"/>
              <a:buFont typeface="Arial" pitchFamily="34"/>
              <a:buChar char="•"/>
            </a:pPr>
            <a:r>
              <a:rPr lang="en-US" sz="2600" dirty="0">
                <a:solidFill>
                  <a:schemeClr val="tx1"/>
                </a:solidFill>
                <a:latin typeface="Work Sans" pitchFamily="2" charset="0"/>
                <a:cs typeface="Arial" pitchFamily="34"/>
              </a:rPr>
              <a:t>Check pressure plate warpage.</a:t>
            </a:r>
          </a:p>
          <a:p>
            <a:pPr>
              <a:buSzPct val="100000"/>
              <a:buFont typeface="Arial" pitchFamily="34"/>
              <a:buChar char="•"/>
            </a:pPr>
            <a:r>
              <a:rPr lang="en-US" sz="2600" dirty="0">
                <a:solidFill>
                  <a:schemeClr val="tx1"/>
                </a:solidFill>
                <a:latin typeface="Work Sans" pitchFamily="2" charset="0"/>
                <a:cs typeface="Arial" pitchFamily="34"/>
              </a:rPr>
              <a:t>Check release levers for wear.</a:t>
            </a:r>
          </a:p>
          <a:p>
            <a:pPr>
              <a:buSzPct val="100000"/>
              <a:buFont typeface="Arial" pitchFamily="34"/>
              <a:buChar char="•"/>
            </a:pPr>
            <a:r>
              <a:rPr lang="en-US" sz="2600" dirty="0">
                <a:solidFill>
                  <a:schemeClr val="tx1"/>
                </a:solidFill>
                <a:latin typeface="Work Sans" pitchFamily="2" charset="0"/>
                <a:cs typeface="Arial" pitchFamily="34"/>
              </a:rPr>
              <a:t>Inspect the release bearing.</a:t>
            </a:r>
          </a:p>
          <a:p>
            <a:pPr>
              <a:buSzPct val="100000"/>
              <a:buFont typeface="Arial" pitchFamily="34"/>
              <a:buChar char="•"/>
            </a:pPr>
            <a:r>
              <a:rPr lang="en-US" sz="2600" dirty="0">
                <a:solidFill>
                  <a:schemeClr val="tx1"/>
                </a:solidFill>
                <a:latin typeface="Work Sans" pitchFamily="2" charset="0"/>
                <a:cs typeface="Arial" pitchFamily="34"/>
              </a:rPr>
              <a:t>Inspect/replace the pilot bushing or bearing.</a:t>
            </a:r>
          </a:p>
          <a:p>
            <a:pPr>
              <a:buSzPct val="100000"/>
              <a:buFont typeface="Arial" pitchFamily="34"/>
              <a:buChar char="•"/>
            </a:pPr>
            <a:r>
              <a:rPr lang="en-US" sz="2600" dirty="0">
                <a:solidFill>
                  <a:schemeClr val="tx1"/>
                </a:solidFill>
                <a:latin typeface="Work Sans" pitchFamily="2" charset="0"/>
                <a:cs typeface="Arial" pitchFamily="34"/>
              </a:rPr>
              <a:t>Lubricate the input shaft and bearing retainer.</a:t>
            </a:r>
          </a:p>
          <a:p>
            <a:pPr>
              <a:buSzPct val="100000"/>
              <a:buFont typeface="Arial" pitchFamily="34"/>
              <a:buChar char="•"/>
            </a:pPr>
            <a:r>
              <a:rPr lang="en-US" sz="2600" dirty="0">
                <a:solidFill>
                  <a:schemeClr val="tx1"/>
                </a:solidFill>
                <a:latin typeface="Work Sans" pitchFamily="2" charset="0"/>
                <a:cs typeface="Arial" pitchFamily="34"/>
              </a:rPr>
              <a:t>Check pedal free play after installation.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2E8CB358-573A-4753-BEE5-F0F4243734DE}"/>
              </a:ext>
            </a:extLst>
          </p:cNvPr>
          <p:cNvSpPr txBox="1">
            <a:spLocks noGrp="1"/>
          </p:cNvSpPr>
          <p:nvPr>
            <p:ph type="title"/>
          </p:nvPr>
        </p:nvSpPr>
        <p:spPr/>
        <p:txBody>
          <a:bodyPr/>
          <a:lstStyle/>
          <a:p>
            <a:pPr lvl="0"/>
            <a:r>
              <a:rPr lang="en-US" dirty="0">
                <a:latin typeface="Work Sans" pitchFamily="2" charset="0"/>
                <a:cs typeface="Arial" pitchFamily="34"/>
              </a:rPr>
              <a:t>Lubrication Points</a:t>
            </a:r>
          </a:p>
        </p:txBody>
      </p:sp>
      <p:pic>
        <p:nvPicPr>
          <p:cNvPr id="10" name="Picture Placeholder 9" descr="Five parts of an illustration depict a close-up view of a person's hand applying grease to the input shaft, bearing retainer, clutch fork pivot points, inside and outside of the bearing hub.">
            <a:extLst>
              <a:ext uri="{FF2B5EF4-FFF2-40B4-BE49-F238E27FC236}">
                <a16:creationId xmlns:a16="http://schemas.microsoft.com/office/drawing/2014/main" id="{CDBD3951-1834-EAE0-79CB-B53A407E4FBE}"/>
              </a:ext>
            </a:extLst>
          </p:cNvPr>
          <p:cNvPicPr>
            <a:picLocks noGrp="1" noChangeAspect="1"/>
          </p:cNvPicPr>
          <p:nvPr>
            <p:ph type="pic" sz="quarter" idx="13"/>
          </p:nvPr>
        </p:nvPicPr>
        <p:blipFill rotWithShape="1">
          <a:blip r:embed="rId3"/>
          <a:srcRect b="6788"/>
          <a:stretch/>
        </p:blipFill>
        <p:spPr>
          <a:xfrm>
            <a:off x="4385608" y="1566078"/>
            <a:ext cx="3420785" cy="42089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A1EE8CB-6F56-4B22-A3AD-CD0A566D0466}"/>
              </a:ext>
            </a:extLst>
          </p:cNvPr>
          <p:cNvSpPr txBox="1">
            <a:spLocks noGrp="1"/>
          </p:cNvSpPr>
          <p:nvPr>
            <p:ph type="title"/>
          </p:nvPr>
        </p:nvSpPr>
        <p:spPr/>
        <p:txBody>
          <a:bodyPr/>
          <a:lstStyle/>
          <a:p>
            <a:pPr lvl="0"/>
            <a:r>
              <a:rPr lang="en-US" dirty="0">
                <a:latin typeface="Work Sans" pitchFamily="2" charset="0"/>
                <a:cs typeface="Arial" pitchFamily="34"/>
              </a:rPr>
              <a:t>Hydraulic-Operated Clutch Linkage Service</a:t>
            </a:r>
          </a:p>
        </p:txBody>
      </p:sp>
      <p:sp>
        <p:nvSpPr>
          <p:cNvPr id="3" name="Content Placeholder 2">
            <a:extLst>
              <a:ext uri="{FF2B5EF4-FFF2-40B4-BE49-F238E27FC236}">
                <a16:creationId xmlns:a16="http://schemas.microsoft.com/office/drawing/2014/main" id="{C16637E8-2345-40E5-858F-252B62D2BF68}"/>
              </a:ext>
            </a:extLst>
          </p:cNvPr>
          <p:cNvSpPr txBox="1">
            <a:spLocks noGrp="1"/>
          </p:cNvSpPr>
          <p:nvPr>
            <p:ph type="body" idx="1"/>
          </p:nvPr>
        </p:nvSpPr>
        <p:spPr/>
        <p:txBody>
          <a:bodyPr/>
          <a:lstStyle/>
          <a:p>
            <a:pPr marL="358775" indent="-358775">
              <a:buSzPct val="100000"/>
              <a:buFont typeface="Arial" pitchFamily="34"/>
              <a:buChar char="•"/>
            </a:pPr>
            <a:r>
              <a:rPr lang="en-US" dirty="0">
                <a:solidFill>
                  <a:schemeClr val="tx1"/>
                </a:solidFill>
                <a:latin typeface="Work Sans" pitchFamily="2" charset="0"/>
                <a:cs typeface="Arial" pitchFamily="34"/>
              </a:rPr>
              <a:t>Check fluid level—do not overfill.</a:t>
            </a:r>
          </a:p>
          <a:p>
            <a:pPr marL="358775" indent="-358775">
              <a:buSzPct val="100000"/>
              <a:buFont typeface="Arial" pitchFamily="34"/>
              <a:buChar char="•"/>
            </a:pPr>
            <a:r>
              <a:rPr lang="en-US" dirty="0">
                <a:solidFill>
                  <a:schemeClr val="tx1"/>
                </a:solidFill>
                <a:latin typeface="Work Sans" pitchFamily="2" charset="0"/>
                <a:cs typeface="Arial" pitchFamily="34"/>
              </a:rPr>
              <a:t>Inspect master cylinder and slave cylinder for signs of leakage.</a:t>
            </a:r>
          </a:p>
          <a:p>
            <a:pPr marL="358775" indent="-358775">
              <a:buSzPct val="100000"/>
              <a:buFont typeface="Arial" pitchFamily="34"/>
              <a:buChar char="•"/>
            </a:pPr>
            <a:r>
              <a:rPr lang="en-US" dirty="0">
                <a:solidFill>
                  <a:schemeClr val="tx1"/>
                </a:solidFill>
                <a:latin typeface="Work Sans" pitchFamily="2" charset="0"/>
                <a:cs typeface="Arial" pitchFamily="34"/>
              </a:rPr>
              <a:t>Bleed the system if opened for component replacement.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679F5-1784-4D98-9E1D-B754A72FC1F1}"/>
              </a:ext>
            </a:extLst>
          </p:cNvPr>
          <p:cNvSpPr txBox="1">
            <a:spLocks noGrp="1"/>
          </p:cNvSpPr>
          <p:nvPr>
            <p:ph type="title"/>
          </p:nvPr>
        </p:nvSpPr>
        <p:spPr/>
        <p:txBody>
          <a:bodyPr/>
          <a:lstStyle/>
          <a:p>
            <a:pPr lvl="0"/>
            <a:r>
              <a:rPr lang="en-US" dirty="0">
                <a:latin typeface="Work Sans" pitchFamily="2" charset="0"/>
                <a:cs typeface="Arial" pitchFamily="34"/>
              </a:rPr>
              <a:t>Clutch Bleeding</a:t>
            </a:r>
          </a:p>
        </p:txBody>
      </p:sp>
      <p:sp>
        <p:nvSpPr>
          <p:cNvPr id="3" name="Content Placeholder 2">
            <a:extLst>
              <a:ext uri="{FF2B5EF4-FFF2-40B4-BE49-F238E27FC236}">
                <a16:creationId xmlns:a16="http://schemas.microsoft.com/office/drawing/2014/main" id="{BC01585B-FD07-42A4-9800-22B37B573F87}"/>
              </a:ext>
            </a:extLst>
          </p:cNvPr>
          <p:cNvSpPr txBox="1">
            <a:spLocks noGrp="1"/>
          </p:cNvSpPr>
          <p:nvPr>
            <p:ph type="body" idx="1"/>
          </p:nvPr>
        </p:nvSpPr>
        <p:spPr/>
        <p:txBody>
          <a:bodyPr/>
          <a:lstStyle/>
          <a:p>
            <a:pPr>
              <a:buSzPct val="100000"/>
              <a:buFont typeface="Arial" pitchFamily="34"/>
              <a:buChar char="•"/>
            </a:pPr>
            <a:r>
              <a:rPr lang="en-US" sz="2600" dirty="0">
                <a:solidFill>
                  <a:schemeClr val="tx1"/>
                </a:solidFill>
                <a:latin typeface="Work Sans" pitchFamily="2" charset="0"/>
                <a:cs typeface="Arial" pitchFamily="34"/>
              </a:rPr>
              <a:t>Whenever the hydraulic system is opened, the entire system should be bled.</a:t>
            </a:r>
          </a:p>
          <a:p>
            <a:pPr>
              <a:buSzPct val="100000"/>
              <a:buFont typeface="Arial" pitchFamily="34"/>
              <a:buChar char="•"/>
            </a:pPr>
            <a:r>
              <a:rPr lang="en-US" sz="2600" dirty="0">
                <a:solidFill>
                  <a:schemeClr val="tx1"/>
                </a:solidFill>
                <a:latin typeface="Work Sans" pitchFamily="2" charset="0"/>
                <a:cs typeface="Arial" pitchFamily="34"/>
              </a:rPr>
              <a:t>Four different procedures can be used</a:t>
            </a:r>
          </a:p>
          <a:p>
            <a:pPr marL="715963" lvl="1" indent="-357188">
              <a:buFont typeface="Arial" panose="020B0604020202020204" pitchFamily="34" charset="0"/>
              <a:buChar char="–"/>
              <a:tabLst>
                <a:tab pos="1433513" algn="l"/>
              </a:tabLst>
            </a:pPr>
            <a:r>
              <a:rPr lang="en-US" dirty="0">
                <a:solidFill>
                  <a:schemeClr val="tx1"/>
                </a:solidFill>
                <a:latin typeface="Work Sans" pitchFamily="2" charset="0"/>
                <a:cs typeface="Arial" pitchFamily="34"/>
              </a:rPr>
              <a:t>Power Bleeder</a:t>
            </a:r>
          </a:p>
          <a:p>
            <a:pPr marL="715963" lvl="1" indent="-357188">
              <a:buFont typeface="Arial" panose="020B0604020202020204" pitchFamily="34" charset="0"/>
              <a:buChar char="–"/>
              <a:tabLst>
                <a:tab pos="1433513" algn="l"/>
              </a:tabLst>
            </a:pPr>
            <a:r>
              <a:rPr lang="en-US" dirty="0">
                <a:solidFill>
                  <a:schemeClr val="tx1"/>
                </a:solidFill>
                <a:latin typeface="Work Sans" pitchFamily="2" charset="0"/>
                <a:cs typeface="Arial" pitchFamily="34"/>
              </a:rPr>
              <a:t>Vacuum Bleeder</a:t>
            </a:r>
          </a:p>
          <a:p>
            <a:pPr marL="715963" lvl="1" indent="-357188">
              <a:buFont typeface="Arial" panose="020B0604020202020204" pitchFamily="34" charset="0"/>
              <a:buChar char="–"/>
              <a:tabLst>
                <a:tab pos="1433513" algn="l"/>
              </a:tabLst>
            </a:pPr>
            <a:r>
              <a:rPr lang="en-US" dirty="0">
                <a:solidFill>
                  <a:schemeClr val="tx1"/>
                </a:solidFill>
                <a:latin typeface="Work Sans" pitchFamily="2" charset="0"/>
                <a:cs typeface="Arial" pitchFamily="34"/>
              </a:rPr>
              <a:t>Two person method</a:t>
            </a:r>
          </a:p>
          <a:p>
            <a:pPr marL="715963" lvl="1" indent="-357188">
              <a:buFont typeface="Arial" panose="020B0604020202020204" pitchFamily="34" charset="0"/>
              <a:buChar char="–"/>
              <a:tabLst>
                <a:tab pos="1433513" algn="l"/>
              </a:tabLst>
            </a:pPr>
            <a:r>
              <a:rPr lang="en-US" dirty="0">
                <a:solidFill>
                  <a:schemeClr val="tx1"/>
                </a:solidFill>
                <a:latin typeface="Work Sans" pitchFamily="2" charset="0"/>
                <a:cs typeface="Arial" pitchFamily="34"/>
              </a:rPr>
              <a:t>Gravity bleeding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spcBef>
                <a:spcPts val="0"/>
              </a:spcBef>
            </a:pPr>
            <a:r>
              <a:rPr lang="en-US" sz="2600" dirty="0">
                <a:solidFill>
                  <a:schemeClr val="tx1"/>
                </a:solidFill>
                <a:latin typeface="Work Sans" pitchFamily="2" charset="0"/>
              </a:rPr>
              <a:t>Write down the concept from this chapter that challenged you the most. Describe what made the concept difficult for you and the steps you took to improve your understanding.</a:t>
            </a:r>
          </a:p>
          <a:p>
            <a:pPr marL="358775" indent="-358775">
              <a:spcAft>
                <a:spcPts val="18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241285018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786B50EC-0E90-4224-924C-D5942CBE133C}" vid="{954A26D9-52F7-41AC-9392-BD72CE4284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885</TotalTime>
  <Words>1372</Words>
  <Application>Microsoft Office PowerPoint</Application>
  <PresentationFormat>Widescreen</PresentationFormat>
  <Paragraphs>208</Paragraphs>
  <Slides>42</Slides>
  <Notes>40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42</vt:i4>
      </vt:variant>
    </vt:vector>
  </HeadingPairs>
  <TitlesOfParts>
    <vt:vector size="48" baseType="lpstr">
      <vt:lpstr>Arial</vt:lpstr>
      <vt:lpstr>Calibri</vt:lpstr>
      <vt:lpstr>Times New Roman</vt:lpstr>
      <vt:lpstr>Work Sans</vt:lpstr>
      <vt:lpstr>Custom Design</vt:lpstr>
      <vt:lpstr>Theme1</vt:lpstr>
      <vt:lpstr>Automotive Technology: A Systems Approach, 8e</vt:lpstr>
      <vt:lpstr>Chapter Objectives</vt:lpstr>
      <vt:lpstr>Clutch Components </vt:lpstr>
      <vt:lpstr>Clutch Operation</vt:lpstr>
      <vt:lpstr>Clutch Operation </vt:lpstr>
      <vt:lpstr>Flywheel </vt:lpstr>
      <vt:lpstr>Dual Mass Flywheel</vt:lpstr>
      <vt:lpstr>Clutch Disc </vt:lpstr>
      <vt:lpstr>Parts of a Clutch Disc</vt:lpstr>
      <vt:lpstr>Pilot Bushing/Bearing</vt:lpstr>
      <vt:lpstr>Pressure Plate Assembly</vt:lpstr>
      <vt:lpstr>Pressure Plate Operation</vt:lpstr>
      <vt:lpstr>Release Bearing</vt:lpstr>
      <vt:lpstr>Clutch Fork</vt:lpstr>
      <vt:lpstr>Clutch Linkage</vt:lpstr>
      <vt:lpstr>Knowledge Check (1 of 2)</vt:lpstr>
      <vt:lpstr>Knowledge Check Answer (1 of 2)</vt:lpstr>
      <vt:lpstr>Mechanical Linkage</vt:lpstr>
      <vt:lpstr>Hydraulic Clutch</vt:lpstr>
      <vt:lpstr>Service Precautions (1 of 2)</vt:lpstr>
      <vt:lpstr>Service Precautions (2 of 2) </vt:lpstr>
      <vt:lpstr>Clutch Fluid Level</vt:lpstr>
      <vt:lpstr>Clutch Linkage Adjustment</vt:lpstr>
      <vt:lpstr>Clutch Maintenance</vt:lpstr>
      <vt:lpstr>Common Clutch Problems</vt:lpstr>
      <vt:lpstr>Other Causes for Clutch Slippage</vt:lpstr>
      <vt:lpstr>Drag and Binding</vt:lpstr>
      <vt:lpstr>Clutch Chatter </vt:lpstr>
      <vt:lpstr>Chatter Wear</vt:lpstr>
      <vt:lpstr>Other Common Clutch Problems</vt:lpstr>
      <vt:lpstr>Clutch Noises</vt:lpstr>
      <vt:lpstr>Knowledge Check (2 of 2)</vt:lpstr>
      <vt:lpstr>Knowledge Check Answer (2 of 2)</vt:lpstr>
      <vt:lpstr>Hydraulic-Operated Clutch Diagnosis</vt:lpstr>
      <vt:lpstr>Clutch Service (1 of 2)</vt:lpstr>
      <vt:lpstr>Clutch Service (2 of 2) </vt:lpstr>
      <vt:lpstr>Checking Flywheel Runout</vt:lpstr>
      <vt:lpstr>Clutch Service  </vt:lpstr>
      <vt:lpstr>Lubrication Points</vt:lpstr>
      <vt:lpstr>Hydraulic-Operated Clutch Linkage Service</vt:lpstr>
      <vt:lpstr>Clutch Bleeding</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103</cp:revision>
  <dcterms:created xsi:type="dcterms:W3CDTF">2012-09-04T13:49:02Z</dcterms:created>
  <dcterms:modified xsi:type="dcterms:W3CDTF">2024-12-04T16:10:03Z</dcterms:modified>
</cp:coreProperties>
</file>