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43"/>
  </p:notesMasterIdLst>
  <p:handoutMasterIdLst>
    <p:handoutMasterId r:id="rId44"/>
  </p:handoutMasterIdLst>
  <p:sldIdLst>
    <p:sldId id="386" r:id="rId2"/>
    <p:sldId id="363" r:id="rId3"/>
    <p:sldId id="364" r:id="rId4"/>
    <p:sldId id="257" r:id="rId5"/>
    <p:sldId id="258" r:id="rId6"/>
    <p:sldId id="260" r:id="rId7"/>
    <p:sldId id="263" r:id="rId8"/>
    <p:sldId id="265" r:id="rId9"/>
    <p:sldId id="266" r:id="rId10"/>
    <p:sldId id="267" r:id="rId11"/>
    <p:sldId id="268" r:id="rId12"/>
    <p:sldId id="270" r:id="rId13"/>
    <p:sldId id="259" r:id="rId14"/>
    <p:sldId id="271" r:id="rId15"/>
    <p:sldId id="273" r:id="rId16"/>
    <p:sldId id="365" r:id="rId17"/>
    <p:sldId id="274" r:id="rId18"/>
    <p:sldId id="275" r:id="rId19"/>
    <p:sldId id="278" r:id="rId20"/>
    <p:sldId id="279" r:id="rId21"/>
    <p:sldId id="282" r:id="rId22"/>
    <p:sldId id="283" r:id="rId23"/>
    <p:sldId id="387" r:id="rId24"/>
    <p:sldId id="371" r:id="rId25"/>
    <p:sldId id="372" r:id="rId26"/>
    <p:sldId id="285" r:id="rId27"/>
    <p:sldId id="287" r:id="rId28"/>
    <p:sldId id="289" r:id="rId29"/>
    <p:sldId id="290" r:id="rId30"/>
    <p:sldId id="291" r:id="rId31"/>
    <p:sldId id="294" r:id="rId32"/>
    <p:sldId id="296" r:id="rId33"/>
    <p:sldId id="297" r:id="rId34"/>
    <p:sldId id="299" r:id="rId35"/>
    <p:sldId id="366" r:id="rId36"/>
    <p:sldId id="302" r:id="rId37"/>
    <p:sldId id="303" r:id="rId38"/>
    <p:sldId id="304" r:id="rId39"/>
    <p:sldId id="305" r:id="rId40"/>
    <p:sldId id="306" r:id="rId41"/>
    <p:sldId id="370" r:id="rId42"/>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CE" initials="CE" lastIdx="4" clrIdx="0">
    <p:extLst>
      <p:ext uri="{19B8F6BF-5375-455C-9EA6-DF929625EA0E}">
        <p15:presenceInfo xmlns:p15="http://schemas.microsoft.com/office/powerpoint/2012/main" userId="CE"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874" autoAdjust="0"/>
    <p:restoredTop sz="86325" autoAdjust="0"/>
  </p:normalViewPr>
  <p:slideViewPr>
    <p:cSldViewPr>
      <p:cViewPr varScale="1">
        <p:scale>
          <a:sx n="64" d="100"/>
          <a:sy n="64" d="100"/>
        </p:scale>
        <p:origin x="564" y="40"/>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commentAuthors" Target="commen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Header Placeholder 1"/>
          <p:cNvSpPr txBox="1">
            <a:spLocks noGrp="1"/>
          </p:cNvSpPr>
          <p:nvPr>
            <p:ph type="hdr" sz="quarter"/>
          </p:nvPr>
        </p:nvSpPr>
        <p:spPr>
          <a:xfrm>
            <a:off x="0" y="0"/>
            <a:ext cx="2976035" cy="456873"/>
          </a:xfrm>
          <a:prstGeom prst="rect">
            <a:avLst/>
          </a:prstGeom>
          <a:noFill/>
          <a:ln>
            <a:noFill/>
          </a:ln>
        </p:spPr>
        <p:txBody>
          <a:bodyPr vert="horz" wrap="none" lIns="80766" tIns="40383" rIns="80766" bIns="40383" anchorCtr="0" compatLnSpc="0"/>
          <a:lstStyle/>
          <a:p>
            <a:pPr hangingPunct="0">
              <a:defRPr sz="1400"/>
            </a:pPr>
            <a:endParaRPr lang="en-US" sz="1300">
              <a:latin typeface="Arial" pitchFamily="18"/>
              <a:ea typeface="Microsoft YaHei" pitchFamily="2"/>
              <a:cs typeface="Mangal" pitchFamily="2"/>
            </a:endParaRPr>
          </a:p>
        </p:txBody>
      </p:sp>
      <p:sp>
        <p:nvSpPr>
          <p:cNvPr id="3" name="Date Placeholder 2"/>
          <p:cNvSpPr txBox="1">
            <a:spLocks noGrp="1"/>
          </p:cNvSpPr>
          <p:nvPr>
            <p:ph type="dt" sz="quarter" idx="1"/>
          </p:nvPr>
        </p:nvSpPr>
        <p:spPr>
          <a:xfrm>
            <a:off x="3881647" y="0"/>
            <a:ext cx="2976035" cy="456873"/>
          </a:xfrm>
          <a:prstGeom prst="rect">
            <a:avLst/>
          </a:prstGeom>
          <a:noFill/>
          <a:ln>
            <a:noFill/>
          </a:ln>
        </p:spPr>
        <p:txBody>
          <a:bodyPr vert="horz" wrap="none" lIns="80766" tIns="40383" rIns="80766" bIns="40383" anchorCtr="0" compatLnSpc="0"/>
          <a:lstStyle/>
          <a:p>
            <a:pPr algn="r" hangingPunct="0">
              <a:defRPr sz="1400"/>
            </a:pPr>
            <a:fld id="{801A16C0-4C9B-43A2-8FB0-7D4E0D615F84}" type="datetimeFigureOut">
              <a:t>12/4/2024</a:t>
            </a:fld>
            <a:endParaRPr lang="en-US" sz="1300">
              <a:latin typeface="Arial" pitchFamily="18"/>
              <a:ea typeface="Microsoft YaHei" pitchFamily="2"/>
              <a:cs typeface="Mangal" pitchFamily="2"/>
            </a:endParaRPr>
          </a:p>
        </p:txBody>
      </p:sp>
      <p:sp>
        <p:nvSpPr>
          <p:cNvPr id="4" name="Footer Placeholder 3"/>
          <p:cNvSpPr txBox="1">
            <a:spLocks noGrp="1"/>
          </p:cNvSpPr>
          <p:nvPr>
            <p:ph type="ftr" sz="quarter" idx="2"/>
          </p:nvPr>
        </p:nvSpPr>
        <p:spPr>
          <a:xfrm>
            <a:off x="0" y="8686800"/>
            <a:ext cx="2976035" cy="456873"/>
          </a:xfrm>
          <a:prstGeom prst="rect">
            <a:avLst/>
          </a:prstGeom>
          <a:noFill/>
          <a:ln>
            <a:noFill/>
          </a:ln>
        </p:spPr>
        <p:txBody>
          <a:bodyPr vert="horz" wrap="none" lIns="80766" tIns="40383" rIns="80766" bIns="40383" anchor="b" anchorCtr="0" compatLnSpc="0"/>
          <a:lstStyle/>
          <a:p>
            <a:pPr hangingPunct="0">
              <a:defRPr sz="1400"/>
            </a:pPr>
            <a:endParaRPr lang="en-US" sz="1300">
              <a:latin typeface="Arial" pitchFamily="18"/>
              <a:ea typeface="Microsoft YaHei" pitchFamily="2"/>
              <a:cs typeface="Mangal" pitchFamily="2"/>
            </a:endParaRPr>
          </a:p>
        </p:txBody>
      </p:sp>
      <p:sp>
        <p:nvSpPr>
          <p:cNvPr id="5" name="Slide Number Placeholder 4"/>
          <p:cNvSpPr txBox="1">
            <a:spLocks noGrp="1"/>
          </p:cNvSpPr>
          <p:nvPr>
            <p:ph type="sldNum" sz="quarter" idx="3"/>
          </p:nvPr>
        </p:nvSpPr>
        <p:spPr>
          <a:xfrm>
            <a:off x="3881647" y="8686800"/>
            <a:ext cx="2976035" cy="456873"/>
          </a:xfrm>
          <a:prstGeom prst="rect">
            <a:avLst/>
          </a:prstGeom>
          <a:noFill/>
          <a:ln>
            <a:noFill/>
          </a:ln>
        </p:spPr>
        <p:txBody>
          <a:bodyPr vert="horz" wrap="none" lIns="80766" tIns="40383" rIns="80766" bIns="40383" anchor="b" anchorCtr="0" compatLnSpc="0"/>
          <a:lstStyle/>
          <a:p>
            <a:pPr algn="r" hangingPunct="0">
              <a:defRPr sz="1400"/>
            </a:pPr>
            <a:fld id="{542BBB41-0B4A-420B-B45D-56D0A82437A8}" type="slidenum">
              <a:t>‹#›</a:t>
            </a:fld>
            <a:endParaRPr lang="en-US" sz="1300">
              <a:latin typeface="Arial" pitchFamily="18"/>
              <a:ea typeface="Microsoft YaHei" pitchFamily="2"/>
              <a:cs typeface="Mangal" pitchFamily="2"/>
            </a:endParaRPr>
          </a:p>
        </p:txBody>
      </p:sp>
    </p:spTree>
    <p:extLst>
      <p:ext uri="{BB962C8B-B14F-4D97-AF65-F5344CB8AC3E}">
        <p14:creationId xmlns:p14="http://schemas.microsoft.com/office/powerpoint/2010/main" val="191699552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533400" y="763588"/>
            <a:ext cx="6705600" cy="3771900"/>
          </a:xfrm>
          <a:prstGeom prst="rect">
            <a:avLst/>
          </a:prstGeom>
          <a:noFill/>
          <a:ln>
            <a:noFill/>
            <a:prstDash val="solid"/>
          </a:ln>
        </p:spPr>
      </p:sp>
      <p:sp>
        <p:nvSpPr>
          <p:cNvPr id="3" name="Notes Placeholder 2"/>
          <p:cNvSpPr txBox="1">
            <a:spLocks noGrp="1"/>
          </p:cNvSpPr>
          <p:nvPr>
            <p:ph type="body" sz="quarter" idx="3"/>
          </p:nvPr>
        </p:nvSpPr>
        <p:spPr>
          <a:xfrm>
            <a:off x="777239" y="4777560"/>
            <a:ext cx="6217560" cy="4525920"/>
          </a:xfrm>
          <a:prstGeom prst="rect">
            <a:avLst/>
          </a:prstGeom>
          <a:noFill/>
          <a:ln>
            <a:noFill/>
          </a:ln>
        </p:spPr>
        <p:txBody>
          <a:bodyPr lIns="0" tIns="0" rIns="0" bIns="0"/>
          <a:lstStyle/>
          <a:p>
            <a:endParaRPr lang="en-US"/>
          </a:p>
        </p:txBody>
      </p:sp>
      <p:sp>
        <p:nvSpPr>
          <p:cNvPr id="4" name="Header Placeholder 3"/>
          <p:cNvSpPr txBox="1">
            <a:spLocks noGrp="1"/>
          </p:cNvSpPr>
          <p:nvPr>
            <p:ph type="hdr" sz="quarter"/>
          </p:nvPr>
        </p:nvSpPr>
        <p:spPr>
          <a:xfrm>
            <a:off x="0" y="0"/>
            <a:ext cx="3372840" cy="502560"/>
          </a:xfrm>
          <a:prstGeom prst="rect">
            <a:avLst/>
          </a:prstGeom>
          <a:noFill/>
          <a:ln>
            <a:noFill/>
          </a:ln>
        </p:spPr>
        <p:txBody>
          <a:bodyPr lIns="0" tIns="0" rIns="0" bIns="0" anchorCtr="0"/>
          <a:lstStyle>
            <a:lvl1pPr lvl="0" rtl="0" hangingPunct="0">
              <a:buNone/>
              <a:tabLst/>
              <a:defRPr lang="en-US" sz="1400" kern="1200">
                <a:latin typeface="Times New Roman" pitchFamily="18"/>
                <a:ea typeface="Lucida Sans Unicode" pitchFamily="2"/>
                <a:cs typeface="Tahoma" pitchFamily="2"/>
              </a:defRPr>
            </a:lvl1pPr>
          </a:lstStyle>
          <a:p>
            <a:pPr lvl="0"/>
            <a:endParaRPr lang="en-US"/>
          </a:p>
        </p:txBody>
      </p:sp>
      <p:sp>
        <p:nvSpPr>
          <p:cNvPr id="5" name="Date Placeholder 4"/>
          <p:cNvSpPr txBox="1">
            <a:spLocks noGrp="1"/>
          </p:cNvSpPr>
          <p:nvPr>
            <p:ph type="dt" idx="1"/>
          </p:nvPr>
        </p:nvSpPr>
        <p:spPr>
          <a:xfrm>
            <a:off x="4399200" y="0"/>
            <a:ext cx="3372840" cy="502560"/>
          </a:xfrm>
          <a:prstGeom prst="rect">
            <a:avLst/>
          </a:prstGeom>
          <a:noFill/>
          <a:ln>
            <a:noFill/>
          </a:ln>
        </p:spPr>
        <p:txBody>
          <a:bodyPr lIns="0" tIns="0" rIns="0" bIns="0" anchorCtr="0"/>
          <a:lstStyle>
            <a:lvl1pPr lvl="0" algn="r" rtl="0" hangingPunct="0">
              <a:buNone/>
              <a:tabLst/>
              <a:defRPr lang="en-US" sz="1400" kern="1200">
                <a:latin typeface="Times New Roman" pitchFamily="18"/>
                <a:ea typeface="Lucida Sans Unicode" pitchFamily="2"/>
                <a:cs typeface="Tahoma" pitchFamily="2"/>
              </a:defRPr>
            </a:lvl1pPr>
          </a:lstStyle>
          <a:p>
            <a:pPr lvl="0"/>
            <a:fld id="{629B9475-CB08-419B-9D63-1EB57F086D6D}" type="datetimeFigureOut">
              <a:t>12/4/2024</a:t>
            </a:fld>
            <a:endParaRPr lang="en-US"/>
          </a:p>
        </p:txBody>
      </p:sp>
      <p:sp>
        <p:nvSpPr>
          <p:cNvPr id="6" name="Footer Placeholder 5"/>
          <p:cNvSpPr txBox="1">
            <a:spLocks noGrp="1"/>
          </p:cNvSpPr>
          <p:nvPr>
            <p:ph type="ftr" sz="quarter" idx="4"/>
          </p:nvPr>
        </p:nvSpPr>
        <p:spPr>
          <a:xfrm>
            <a:off x="0" y="9555480"/>
            <a:ext cx="3372840" cy="502560"/>
          </a:xfrm>
          <a:prstGeom prst="rect">
            <a:avLst/>
          </a:prstGeom>
          <a:noFill/>
          <a:ln>
            <a:noFill/>
          </a:ln>
        </p:spPr>
        <p:txBody>
          <a:bodyPr lIns="0" tIns="0" rIns="0" bIns="0" anchor="b" anchorCtr="0"/>
          <a:lstStyle>
            <a:lvl1pPr lvl="0" rtl="0" hangingPunct="0">
              <a:buNone/>
              <a:tabLst/>
              <a:defRPr lang="en-US" sz="1400" kern="1200">
                <a:latin typeface="Times New Roman" pitchFamily="18"/>
                <a:ea typeface="Lucida Sans Unicode" pitchFamily="2"/>
                <a:cs typeface="Tahoma" pitchFamily="2"/>
              </a:defRPr>
            </a:lvl1pPr>
          </a:lstStyle>
          <a:p>
            <a:pPr lvl="0"/>
            <a:endParaRPr lang="en-US"/>
          </a:p>
        </p:txBody>
      </p:sp>
      <p:sp>
        <p:nvSpPr>
          <p:cNvPr id="7" name="Slide Number Placeholder 6"/>
          <p:cNvSpPr txBox="1">
            <a:spLocks noGrp="1"/>
          </p:cNvSpPr>
          <p:nvPr>
            <p:ph type="sldNum" sz="quarter" idx="5"/>
          </p:nvPr>
        </p:nvSpPr>
        <p:spPr>
          <a:xfrm>
            <a:off x="4399200" y="9555480"/>
            <a:ext cx="3372840" cy="502560"/>
          </a:xfrm>
          <a:prstGeom prst="rect">
            <a:avLst/>
          </a:prstGeom>
          <a:noFill/>
          <a:ln>
            <a:noFill/>
          </a:ln>
        </p:spPr>
        <p:txBody>
          <a:bodyPr lIns="0" tIns="0" rIns="0" bIns="0" anchor="b" anchorCtr="0"/>
          <a:lstStyle>
            <a:lvl1pPr lvl="0" algn="r" rtl="0" hangingPunct="0">
              <a:buNone/>
              <a:tabLst/>
              <a:defRPr lang="en-US" sz="1400" kern="1200">
                <a:latin typeface="Times New Roman" pitchFamily="18"/>
                <a:ea typeface="Lucida Sans Unicode" pitchFamily="2"/>
                <a:cs typeface="Tahoma" pitchFamily="2"/>
              </a:defRPr>
            </a:lvl1pPr>
          </a:lstStyle>
          <a:p>
            <a:pPr lvl="0"/>
            <a:fld id="{CF280186-C7FA-4215-B607-36957C3A4E88}" type="slidenum">
              <a:t>‹#›</a:t>
            </a:fld>
            <a:endParaRPr lang="en-US"/>
          </a:p>
        </p:txBody>
      </p:sp>
    </p:spTree>
    <p:extLst>
      <p:ext uri="{BB962C8B-B14F-4D97-AF65-F5344CB8AC3E}">
        <p14:creationId xmlns:p14="http://schemas.microsoft.com/office/powerpoint/2010/main" val="218122435"/>
      </p:ext>
    </p:extLst>
  </p:cSld>
  <p:clrMap bg1="lt1" tx1="dk1" bg2="lt2" tx2="dk2" accent1="accent1" accent2="accent2" accent3="accent3" accent4="accent4" accent5="accent5" accent6="accent6" hlink="hlink" folHlink="folHlink"/>
  <p:notesStyle>
    <a:lvl1pPr marL="216000" marR="0" indent="-216000" rtl="0" hangingPunct="0">
      <a:tabLst/>
      <a:defRPr lang="en-US" sz="2000" b="0" i="0" u="none" strike="noStrike" kern="1200">
        <a:ln>
          <a:noFill/>
        </a:ln>
        <a:latin typeface="Arial" pitchFamily="18"/>
        <a:ea typeface="Microsoft YaHei" pitchFamily="2"/>
        <a:cs typeface="Mangal" pitchFamily="2"/>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p1: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120" name="Google Shape;120;p1: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21" name="Google Shape;121;p1: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400" b="0" i="0" u="none" strike="noStrike" kern="0" cap="none" spc="0" normalizeH="0" baseline="0" noProof="0">
                <a:ln>
                  <a:noFill/>
                </a:ln>
                <a:solidFill>
                  <a:srgbClr val="00000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a:t>
            </a:fld>
            <a:endParaRPr kumimoji="0" lang="en-US" sz="1400" b="0" i="0" u="none" strike="noStrike" kern="0" cap="none" spc="0" normalizeH="0" baseline="0" noProof="0" dirty="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32782945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7"/>
          <p:cNvSpPr txBox="1">
            <a:spLocks noGrp="1"/>
          </p:cNvSpPr>
          <p:nvPr>
            <p:ph type="sldNum" sz="quarter" idx="8"/>
          </p:nvPr>
        </p:nvSpPr>
        <p:spPr>
          <a:xfrm>
            <a:off x="3884759" y="8685360"/>
            <a:ext cx="2971440" cy="456839"/>
          </a:xfrm>
        </p:spPr>
        <p:txBody>
          <a:bodyPr wrap="square" lIns="90000" tIns="45000" rIns="90000" bIns="45000" anchor="t"/>
          <a:lstStyle/>
          <a:p>
            <a:pPr lvl="0" algn="l" hangingPunct="1"/>
            <a:fld id="{80C5903F-E21D-42EC-89DB-20930EC35205}" type="slidenum">
              <a:t>4</a:t>
            </a:fld>
            <a:endParaRPr lang="en-US" sz="1800" dirty="0">
              <a:solidFill>
                <a:srgbClr val="000000"/>
              </a:solidFill>
              <a:latin typeface="+mn-lt" pitchFamily="18"/>
              <a:ea typeface="+mn-ea" pitchFamily="2"/>
              <a:cs typeface="+mn-cs" pitchFamily="2"/>
            </a:endParaRPr>
          </a:p>
        </p:txBody>
      </p:sp>
      <p:sp>
        <p:nvSpPr>
          <p:cNvPr id="3" name="Slide Image Placeholder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4"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20522329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382588" y="695325"/>
            <a:ext cx="6092825" cy="3427413"/>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685799" y="4343400"/>
            <a:ext cx="5486040" cy="4114440"/>
          </a:xfrm>
        </p:spPr>
        <p:txBody>
          <a:bodyPr/>
          <a:lstStyle/>
          <a:p>
            <a:endParaRPr lang="en-US" dirty="0"/>
          </a:p>
        </p:txBody>
      </p:sp>
    </p:spTree>
    <p:extLst>
      <p:ext uri="{BB962C8B-B14F-4D97-AF65-F5344CB8AC3E}">
        <p14:creationId xmlns:p14="http://schemas.microsoft.com/office/powerpoint/2010/main" val="13533550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382588" y="695325"/>
            <a:ext cx="6092825" cy="3427413"/>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685799" y="4343400"/>
            <a:ext cx="5486040" cy="4114440"/>
          </a:xfrm>
        </p:spPr>
        <p:txBody>
          <a:bodyPr/>
          <a:lstStyle/>
          <a:p>
            <a:endParaRPr lang="en-US" dirty="0"/>
          </a:p>
        </p:txBody>
      </p:sp>
    </p:spTree>
    <p:extLst>
      <p:ext uri="{BB962C8B-B14F-4D97-AF65-F5344CB8AC3E}">
        <p14:creationId xmlns:p14="http://schemas.microsoft.com/office/powerpoint/2010/main" val="8875107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40040828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382588" y="695325"/>
            <a:ext cx="6092825" cy="3427413"/>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685799" y="4343400"/>
            <a:ext cx="5486040" cy="4114440"/>
          </a:xfrm>
        </p:spPr>
        <p:txBody>
          <a:bodyPr/>
          <a:lstStyle/>
          <a:p>
            <a:endParaRPr lang="en-US" dirty="0"/>
          </a:p>
        </p:txBody>
      </p:sp>
    </p:spTree>
    <p:extLst>
      <p:ext uri="{BB962C8B-B14F-4D97-AF65-F5344CB8AC3E}">
        <p14:creationId xmlns:p14="http://schemas.microsoft.com/office/powerpoint/2010/main" val="42395299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16418891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382588" y="695325"/>
            <a:ext cx="6092825" cy="3427413"/>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685799" y="4343400"/>
            <a:ext cx="5486040" cy="4114440"/>
          </a:xfrm>
        </p:spPr>
        <p:txBody>
          <a:bodyPr/>
          <a:lstStyle/>
          <a:p>
            <a:endParaRPr lang="en-US" dirty="0"/>
          </a:p>
        </p:txBody>
      </p:sp>
    </p:spTree>
    <p:extLst>
      <p:ext uri="{BB962C8B-B14F-4D97-AF65-F5344CB8AC3E}">
        <p14:creationId xmlns:p14="http://schemas.microsoft.com/office/powerpoint/2010/main" val="250937732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43933691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248341934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22914233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382588" y="695325"/>
            <a:ext cx="6092825" cy="3427413"/>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685799" y="4343400"/>
            <a:ext cx="5486040" cy="4114440"/>
          </a:xfrm>
        </p:spPr>
        <p:txBody>
          <a:bodyPr/>
          <a:lstStyle/>
          <a:p>
            <a:endParaRPr lang="en-US" dirty="0"/>
          </a:p>
        </p:txBody>
      </p:sp>
    </p:spTree>
    <p:extLst>
      <p:ext uri="{BB962C8B-B14F-4D97-AF65-F5344CB8AC3E}">
        <p14:creationId xmlns:p14="http://schemas.microsoft.com/office/powerpoint/2010/main" val="89445754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
        <p:nvSpPr>
          <p:cNvPr id="4" name="Slide Number Placeholder 3"/>
          <p:cNvSpPr txBox="1">
            <a:spLocks noGrp="1"/>
          </p:cNvSpPr>
          <p:nvPr>
            <p:ph type="sldNum" sz="quarter" idx="8"/>
          </p:nvPr>
        </p:nvSpPr>
        <p:spPr>
          <a:xfrm>
            <a:off x="3884759" y="8685360"/>
            <a:ext cx="2971440" cy="456839"/>
          </a:xfrm>
        </p:spPr>
        <p:txBody>
          <a:bodyPr wrap="square" lIns="90000" tIns="45000" rIns="90000" bIns="45000" anchor="t"/>
          <a:lstStyle/>
          <a:p>
            <a:pPr lvl="0" algn="l" hangingPunct="1"/>
            <a:fld id="{9D2D6645-E33A-4416-9938-F5F2DE96DC9D}" type="slidenum">
              <a:t>15</a:t>
            </a:fld>
            <a:endParaRPr lang="en-US" sz="1800" dirty="0">
              <a:solidFill>
                <a:srgbClr val="000000"/>
              </a:solidFill>
              <a:latin typeface="+mn-lt" pitchFamily="18"/>
              <a:ea typeface="+mn-ea" pitchFamily="2"/>
              <a:cs typeface="+mn-cs" pitchFamily="2"/>
            </a:endParaRPr>
          </a:p>
        </p:txBody>
      </p:sp>
    </p:spTree>
    <p:extLst>
      <p:ext uri="{BB962C8B-B14F-4D97-AF65-F5344CB8AC3E}">
        <p14:creationId xmlns:p14="http://schemas.microsoft.com/office/powerpoint/2010/main" val="154829230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
        <p:nvSpPr>
          <p:cNvPr id="4" name="Slide Number Placeholder 3"/>
          <p:cNvSpPr txBox="1">
            <a:spLocks noGrp="1"/>
          </p:cNvSpPr>
          <p:nvPr>
            <p:ph type="sldNum" sz="quarter" idx="8"/>
          </p:nvPr>
        </p:nvSpPr>
        <p:spPr>
          <a:xfrm>
            <a:off x="3884759" y="8685360"/>
            <a:ext cx="2971440" cy="456839"/>
          </a:xfrm>
        </p:spPr>
        <p:txBody>
          <a:bodyPr wrap="square" lIns="90000" tIns="45000" rIns="90000" bIns="45000" anchor="t"/>
          <a:lstStyle/>
          <a:p>
            <a:pPr lvl="0" algn="l" hangingPunct="1"/>
            <a:fld id="{9D2D6645-E33A-4416-9938-F5F2DE96DC9D}" type="slidenum">
              <a:t>16</a:t>
            </a:fld>
            <a:endParaRPr lang="en-US" sz="1800" dirty="0">
              <a:solidFill>
                <a:srgbClr val="000000"/>
              </a:solidFill>
              <a:latin typeface="+mn-lt" pitchFamily="18"/>
              <a:ea typeface="+mn-ea" pitchFamily="2"/>
              <a:cs typeface="+mn-cs" pitchFamily="2"/>
            </a:endParaRPr>
          </a:p>
        </p:txBody>
      </p:sp>
    </p:spTree>
    <p:extLst>
      <p:ext uri="{BB962C8B-B14F-4D97-AF65-F5344CB8AC3E}">
        <p14:creationId xmlns:p14="http://schemas.microsoft.com/office/powerpoint/2010/main" val="54404803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382588" y="695325"/>
            <a:ext cx="6092825" cy="3427413"/>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685799" y="4343400"/>
            <a:ext cx="5486040" cy="4114440"/>
          </a:xfrm>
        </p:spPr>
        <p:txBody>
          <a:bodyPr/>
          <a:lstStyle/>
          <a:p>
            <a:endParaRPr lang="en-US" dirty="0"/>
          </a:p>
        </p:txBody>
      </p:sp>
    </p:spTree>
    <p:extLst>
      <p:ext uri="{BB962C8B-B14F-4D97-AF65-F5344CB8AC3E}">
        <p14:creationId xmlns:p14="http://schemas.microsoft.com/office/powerpoint/2010/main" val="257813865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382588" y="695325"/>
            <a:ext cx="6092825" cy="3427413"/>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685799" y="4343400"/>
            <a:ext cx="5486040" cy="4114440"/>
          </a:xfrm>
        </p:spPr>
        <p:txBody>
          <a:bodyPr/>
          <a:lstStyle/>
          <a:p>
            <a:endParaRPr lang="en-US" dirty="0"/>
          </a:p>
        </p:txBody>
      </p:sp>
    </p:spTree>
    <p:extLst>
      <p:ext uri="{BB962C8B-B14F-4D97-AF65-F5344CB8AC3E}">
        <p14:creationId xmlns:p14="http://schemas.microsoft.com/office/powerpoint/2010/main" val="74030051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382588" y="695325"/>
            <a:ext cx="6092825" cy="3427413"/>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685799" y="4343400"/>
            <a:ext cx="5486040" cy="4114440"/>
          </a:xfrm>
        </p:spPr>
        <p:txBody>
          <a:bodyPr/>
          <a:lstStyle/>
          <a:p>
            <a:endParaRPr lang="en-US" dirty="0"/>
          </a:p>
        </p:txBody>
      </p:sp>
    </p:spTree>
    <p:extLst>
      <p:ext uri="{BB962C8B-B14F-4D97-AF65-F5344CB8AC3E}">
        <p14:creationId xmlns:p14="http://schemas.microsoft.com/office/powerpoint/2010/main" val="21730758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382588" y="695325"/>
            <a:ext cx="6092825" cy="3427413"/>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685799" y="4343400"/>
            <a:ext cx="5486040" cy="4114440"/>
          </a:xfrm>
        </p:spPr>
        <p:txBody>
          <a:bodyPr/>
          <a:lstStyle/>
          <a:p>
            <a:endParaRPr lang="en-US" dirty="0"/>
          </a:p>
        </p:txBody>
      </p:sp>
    </p:spTree>
    <p:extLst>
      <p:ext uri="{BB962C8B-B14F-4D97-AF65-F5344CB8AC3E}">
        <p14:creationId xmlns:p14="http://schemas.microsoft.com/office/powerpoint/2010/main" val="87462292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113510122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80975791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r>
              <a:rPr lang="en-US" dirty="0"/>
              <a:t>Describe the operation</a:t>
            </a:r>
          </a:p>
        </p:txBody>
      </p:sp>
    </p:spTree>
    <p:extLst>
      <p:ext uri="{BB962C8B-B14F-4D97-AF65-F5344CB8AC3E}">
        <p14:creationId xmlns:p14="http://schemas.microsoft.com/office/powerpoint/2010/main" val="22450131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93894336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382588" y="695325"/>
            <a:ext cx="6092825" cy="3427413"/>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685799" y="4343400"/>
            <a:ext cx="5486040" cy="4114440"/>
          </a:xfrm>
        </p:spPr>
        <p:txBody>
          <a:bodyPr/>
          <a:lstStyle/>
          <a:p>
            <a:endParaRPr lang="en-US" dirty="0"/>
          </a:p>
        </p:txBody>
      </p:sp>
    </p:spTree>
    <p:extLst>
      <p:ext uri="{BB962C8B-B14F-4D97-AF65-F5344CB8AC3E}">
        <p14:creationId xmlns:p14="http://schemas.microsoft.com/office/powerpoint/2010/main" val="174345920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382588" y="695325"/>
            <a:ext cx="6092825" cy="3427413"/>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685799" y="4343400"/>
            <a:ext cx="5486040" cy="4114440"/>
          </a:xfrm>
        </p:spPr>
        <p:txBody>
          <a:bodyPr/>
          <a:lstStyle/>
          <a:p>
            <a:endParaRPr lang="en-US" dirty="0"/>
          </a:p>
        </p:txBody>
      </p:sp>
    </p:spTree>
    <p:extLst>
      <p:ext uri="{BB962C8B-B14F-4D97-AF65-F5344CB8AC3E}">
        <p14:creationId xmlns:p14="http://schemas.microsoft.com/office/powerpoint/2010/main" val="289348918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148523083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304837439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382588" y="695325"/>
            <a:ext cx="6092825" cy="3427413"/>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685799" y="4343400"/>
            <a:ext cx="5486040" cy="4114440"/>
          </a:xfrm>
        </p:spPr>
        <p:txBody>
          <a:bodyPr/>
          <a:lstStyle/>
          <a:p>
            <a:endParaRPr lang="en-US" dirty="0"/>
          </a:p>
        </p:txBody>
      </p:sp>
    </p:spTree>
    <p:extLst>
      <p:ext uri="{BB962C8B-B14F-4D97-AF65-F5344CB8AC3E}">
        <p14:creationId xmlns:p14="http://schemas.microsoft.com/office/powerpoint/2010/main" val="422296867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382588" y="695325"/>
            <a:ext cx="6092825" cy="3427413"/>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685799" y="4343400"/>
            <a:ext cx="5486040" cy="4114440"/>
          </a:xfrm>
        </p:spPr>
        <p:txBody>
          <a:bodyPr/>
          <a:lstStyle/>
          <a:p>
            <a:endParaRPr lang="en-US" dirty="0"/>
          </a:p>
        </p:txBody>
      </p:sp>
    </p:spTree>
    <p:extLst>
      <p:ext uri="{BB962C8B-B14F-4D97-AF65-F5344CB8AC3E}">
        <p14:creationId xmlns:p14="http://schemas.microsoft.com/office/powerpoint/2010/main" val="127070464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382588" y="695325"/>
            <a:ext cx="6092825" cy="3427413"/>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685799" y="4343400"/>
            <a:ext cx="5486040" cy="4114440"/>
          </a:xfrm>
        </p:spPr>
        <p:txBody>
          <a:bodyPr/>
          <a:lstStyle/>
          <a:p>
            <a:endParaRPr lang="en-US" dirty="0"/>
          </a:p>
        </p:txBody>
      </p:sp>
    </p:spTree>
    <p:extLst>
      <p:ext uri="{BB962C8B-B14F-4D97-AF65-F5344CB8AC3E}">
        <p14:creationId xmlns:p14="http://schemas.microsoft.com/office/powerpoint/2010/main" val="182068802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
        <p:nvSpPr>
          <p:cNvPr id="4" name="Slide Number Placeholder 3"/>
          <p:cNvSpPr txBox="1">
            <a:spLocks noGrp="1"/>
          </p:cNvSpPr>
          <p:nvPr>
            <p:ph type="sldNum" sz="quarter" idx="8"/>
          </p:nvPr>
        </p:nvSpPr>
        <p:spPr>
          <a:xfrm>
            <a:off x="3884759" y="8685360"/>
            <a:ext cx="2971440" cy="456839"/>
          </a:xfrm>
        </p:spPr>
        <p:txBody>
          <a:bodyPr wrap="square" lIns="90000" tIns="45000" rIns="90000" bIns="45000" anchor="t"/>
          <a:lstStyle/>
          <a:p>
            <a:pPr lvl="0" algn="l" hangingPunct="1"/>
            <a:fld id="{A4BFFF9A-9B5A-443B-8D6B-AC2731E60590}" type="slidenum">
              <a:t>34</a:t>
            </a:fld>
            <a:endParaRPr lang="en-US" sz="1800" dirty="0">
              <a:solidFill>
                <a:srgbClr val="000000"/>
              </a:solidFill>
              <a:latin typeface="+mn-lt" pitchFamily="18"/>
              <a:ea typeface="+mn-ea" pitchFamily="2"/>
              <a:cs typeface="+mn-cs" pitchFamily="2"/>
            </a:endParaRPr>
          </a:p>
        </p:txBody>
      </p:sp>
    </p:spTree>
    <p:extLst>
      <p:ext uri="{BB962C8B-B14F-4D97-AF65-F5344CB8AC3E}">
        <p14:creationId xmlns:p14="http://schemas.microsoft.com/office/powerpoint/2010/main" val="295222081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
        <p:nvSpPr>
          <p:cNvPr id="4" name="Slide Number Placeholder 3"/>
          <p:cNvSpPr txBox="1">
            <a:spLocks noGrp="1"/>
          </p:cNvSpPr>
          <p:nvPr>
            <p:ph type="sldNum" sz="quarter" idx="8"/>
          </p:nvPr>
        </p:nvSpPr>
        <p:spPr>
          <a:xfrm>
            <a:off x="3884759" y="8685360"/>
            <a:ext cx="2971440" cy="456839"/>
          </a:xfrm>
        </p:spPr>
        <p:txBody>
          <a:bodyPr wrap="square" lIns="90000" tIns="45000" rIns="90000" bIns="45000" anchor="t"/>
          <a:lstStyle/>
          <a:p>
            <a:pPr lvl="0" algn="l" hangingPunct="1"/>
            <a:fld id="{A4BFFF9A-9B5A-443B-8D6B-AC2731E60590}" type="slidenum">
              <a:t>35</a:t>
            </a:fld>
            <a:endParaRPr lang="en-US" sz="1800" dirty="0">
              <a:solidFill>
                <a:srgbClr val="000000"/>
              </a:solidFill>
              <a:latin typeface="+mn-lt" pitchFamily="18"/>
              <a:ea typeface="+mn-ea" pitchFamily="2"/>
              <a:cs typeface="+mn-cs" pitchFamily="2"/>
            </a:endParaRPr>
          </a:p>
        </p:txBody>
      </p:sp>
    </p:spTree>
    <p:extLst>
      <p:ext uri="{BB962C8B-B14F-4D97-AF65-F5344CB8AC3E}">
        <p14:creationId xmlns:p14="http://schemas.microsoft.com/office/powerpoint/2010/main" val="380127379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382588" y="695325"/>
            <a:ext cx="6092825" cy="3427413"/>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685799" y="4343400"/>
            <a:ext cx="5486040" cy="4114440"/>
          </a:xfrm>
        </p:spPr>
        <p:txBody>
          <a:bodyPr/>
          <a:lstStyle/>
          <a:p>
            <a:endParaRPr lang="en-US" dirty="0"/>
          </a:p>
        </p:txBody>
      </p:sp>
    </p:spTree>
    <p:extLst>
      <p:ext uri="{BB962C8B-B14F-4D97-AF65-F5344CB8AC3E}">
        <p14:creationId xmlns:p14="http://schemas.microsoft.com/office/powerpoint/2010/main" val="274317945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382588" y="695325"/>
            <a:ext cx="6092825" cy="3427413"/>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685799" y="4343400"/>
            <a:ext cx="5486040" cy="4114440"/>
          </a:xfrm>
        </p:spPr>
        <p:txBody>
          <a:bodyPr/>
          <a:lstStyle/>
          <a:p>
            <a:endParaRPr lang="en-US" dirty="0"/>
          </a:p>
        </p:txBody>
      </p:sp>
    </p:spTree>
    <p:extLst>
      <p:ext uri="{BB962C8B-B14F-4D97-AF65-F5344CB8AC3E}">
        <p14:creationId xmlns:p14="http://schemas.microsoft.com/office/powerpoint/2010/main" val="251042121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402345328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382588" y="695325"/>
            <a:ext cx="6092825" cy="3427413"/>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685799" y="4343400"/>
            <a:ext cx="5486040" cy="4114440"/>
          </a:xfrm>
        </p:spPr>
        <p:txBody>
          <a:bodyPr/>
          <a:lstStyle/>
          <a:p>
            <a:endParaRPr lang="en-US" dirty="0"/>
          </a:p>
        </p:txBody>
      </p:sp>
    </p:spTree>
    <p:extLst>
      <p:ext uri="{BB962C8B-B14F-4D97-AF65-F5344CB8AC3E}">
        <p14:creationId xmlns:p14="http://schemas.microsoft.com/office/powerpoint/2010/main" val="107317974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382588" y="695325"/>
            <a:ext cx="6092825" cy="3427413"/>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685799" y="4343400"/>
            <a:ext cx="5486040" cy="4114440"/>
          </a:xfrm>
        </p:spPr>
        <p:txBody>
          <a:bodyPr/>
          <a:lstStyle/>
          <a:p>
            <a:endParaRPr lang="en-US" dirty="0"/>
          </a:p>
        </p:txBody>
      </p:sp>
    </p:spTree>
    <p:extLst>
      <p:ext uri="{BB962C8B-B14F-4D97-AF65-F5344CB8AC3E}">
        <p14:creationId xmlns:p14="http://schemas.microsoft.com/office/powerpoint/2010/main" val="7842918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Content">
  <p:cSld name="Title Content">
    <p:spTree>
      <p:nvGrpSpPr>
        <p:cNvPr id="1" name="Shape 23"/>
        <p:cNvGrpSpPr/>
        <p:nvPr/>
      </p:nvGrpSpPr>
      <p:grpSpPr>
        <a:xfrm>
          <a:off x="0" y="0"/>
          <a:ext cx="0" cy="0"/>
          <a:chOff x="0" y="0"/>
          <a:chExt cx="0" cy="0"/>
        </a:xfrm>
      </p:grpSpPr>
      <p:sp>
        <p:nvSpPr>
          <p:cNvPr id="24" name="Google Shape;24;p49"/>
          <p:cNvSpPr txBox="1">
            <a:spLocks noGrp="1"/>
          </p:cNvSpPr>
          <p:nvPr>
            <p:ph type="title"/>
          </p:nvPr>
        </p:nvSpPr>
        <p:spPr>
          <a:xfrm>
            <a:off x="476844" y="473246"/>
            <a:ext cx="11241915" cy="710096"/>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25" name="Google Shape;25;p49"/>
          <p:cNvSpPr txBox="1">
            <a:spLocks noGrp="1"/>
          </p:cNvSpPr>
          <p:nvPr>
            <p:ph type="body" idx="1"/>
          </p:nvPr>
        </p:nvSpPr>
        <p:spPr>
          <a:xfrm>
            <a:off x="476844" y="1563626"/>
            <a:ext cx="11241915" cy="4613339"/>
          </a:xfrm>
          <a:prstGeom prst="rect">
            <a:avLst/>
          </a:prstGeom>
          <a:noFill/>
          <a:ln>
            <a:noFill/>
          </a:ln>
        </p:spPr>
        <p:txBody>
          <a:bodyPr spcFirstLastPara="1" wrap="square" lIns="91425" tIns="45700" rIns="91425" bIns="45700" anchor="t" anchorCtr="0">
            <a:noAutofit/>
          </a:bodyPr>
          <a:lstStyle>
            <a:lvl1pPr marL="342900" lvl="0" indent="-304800" algn="l">
              <a:lnSpc>
                <a:spcPct val="100000"/>
              </a:lnSpc>
              <a:spcBef>
                <a:spcPts val="468"/>
              </a:spcBef>
              <a:spcAft>
                <a:spcPts val="0"/>
              </a:spcAft>
              <a:buSzPts val="2800"/>
              <a:buChar char="•"/>
              <a:defRPr sz="2100"/>
            </a:lvl1pPr>
            <a:lvl2pPr marL="685800" lvl="1" indent="-295275" algn="l">
              <a:lnSpc>
                <a:spcPct val="100000"/>
              </a:lnSpc>
              <a:spcBef>
                <a:spcPts val="468"/>
              </a:spcBef>
              <a:spcAft>
                <a:spcPts val="0"/>
              </a:spcAft>
              <a:buSzPts val="2600"/>
              <a:buChar char="−"/>
              <a:defRPr sz="1950" b="0"/>
            </a:lvl2pPr>
            <a:lvl3pPr marL="1028700" lvl="2" indent="-262889" algn="l">
              <a:lnSpc>
                <a:spcPct val="100000"/>
              </a:lnSpc>
              <a:spcBef>
                <a:spcPts val="468"/>
              </a:spcBef>
              <a:spcAft>
                <a:spcPts val="0"/>
              </a:spcAft>
              <a:buSzPts val="1920"/>
              <a:buChar char="▪"/>
              <a:defRPr sz="1800" b="0"/>
            </a:lvl3pPr>
            <a:lvl4pPr marL="1371600" marR="0" lvl="3" indent="-171450" algn="l">
              <a:lnSpc>
                <a:spcPct val="100000"/>
              </a:lnSpc>
              <a:spcBef>
                <a:spcPts val="468"/>
              </a:spcBef>
              <a:spcAft>
                <a:spcPts val="0"/>
              </a:spcAft>
              <a:buClr>
                <a:schemeClr val="dk1"/>
              </a:buClr>
              <a:buSzPts val="2400"/>
              <a:buFont typeface="Arial"/>
              <a:buNone/>
              <a:defRPr/>
            </a:lvl4pPr>
            <a:lvl5pPr marL="1714500" lvl="4" indent="-257175" algn="l">
              <a:lnSpc>
                <a:spcPct val="90000"/>
              </a:lnSpc>
              <a:spcBef>
                <a:spcPts val="450"/>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1206516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wo Content" type="twoObj">
  <p:cSld name="Two Content">
    <p:spTree>
      <p:nvGrpSpPr>
        <p:cNvPr id="1" name="Shape 26"/>
        <p:cNvGrpSpPr/>
        <p:nvPr/>
      </p:nvGrpSpPr>
      <p:grpSpPr>
        <a:xfrm>
          <a:off x="0" y="0"/>
          <a:ext cx="0" cy="0"/>
          <a:chOff x="0" y="0"/>
          <a:chExt cx="0" cy="0"/>
        </a:xfrm>
      </p:grpSpPr>
      <p:sp>
        <p:nvSpPr>
          <p:cNvPr id="27" name="Google Shape;27;p50"/>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28" name="Google Shape;28;p50"/>
          <p:cNvSpPr txBox="1">
            <a:spLocks noGrp="1"/>
          </p:cNvSpPr>
          <p:nvPr>
            <p:ph type="body" idx="1"/>
          </p:nvPr>
        </p:nvSpPr>
        <p:spPr>
          <a:xfrm>
            <a:off x="476844" y="1825625"/>
            <a:ext cx="5542957" cy="4351338"/>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285750" algn="l">
              <a:lnSpc>
                <a:spcPct val="90000"/>
              </a:lnSpc>
              <a:spcBef>
                <a:spcPts val="600"/>
              </a:spcBef>
              <a:spcAft>
                <a:spcPts val="0"/>
              </a:spcAft>
              <a:buClr>
                <a:schemeClr val="dk1"/>
              </a:buClr>
              <a:buSzPts val="2400"/>
              <a:buFont typeface="Arial"/>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29" name="Google Shape;29;p50"/>
          <p:cNvSpPr txBox="1">
            <a:spLocks noGrp="1"/>
          </p:cNvSpPr>
          <p:nvPr>
            <p:ph type="body" idx="2"/>
          </p:nvPr>
        </p:nvSpPr>
        <p:spPr>
          <a:xfrm>
            <a:off x="6172201" y="1825625"/>
            <a:ext cx="5542956" cy="4351338"/>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285750" algn="l">
              <a:lnSpc>
                <a:spcPct val="90000"/>
              </a:lnSpc>
              <a:spcBef>
                <a:spcPts val="600"/>
              </a:spcBef>
              <a:spcAft>
                <a:spcPts val="0"/>
              </a:spcAft>
              <a:buClr>
                <a:schemeClr val="dk1"/>
              </a:buClr>
              <a:buSzPts val="2400"/>
              <a:buFont typeface="Arial"/>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13621318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Title and Content">
    <p:spTree>
      <p:nvGrpSpPr>
        <p:cNvPr id="1" name="Shape 30"/>
        <p:cNvGrpSpPr/>
        <p:nvPr/>
      </p:nvGrpSpPr>
      <p:grpSpPr>
        <a:xfrm>
          <a:off x="0" y="0"/>
          <a:ext cx="0" cy="0"/>
          <a:chOff x="0" y="0"/>
          <a:chExt cx="0" cy="0"/>
        </a:xfrm>
      </p:grpSpPr>
      <p:sp>
        <p:nvSpPr>
          <p:cNvPr id="31" name="Google Shape;31;p51"/>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32" name="Google Shape;32;p51"/>
          <p:cNvSpPr txBox="1">
            <a:spLocks noGrp="1"/>
          </p:cNvSpPr>
          <p:nvPr>
            <p:ph type="body" idx="1"/>
          </p:nvPr>
        </p:nvSpPr>
        <p:spPr>
          <a:xfrm>
            <a:off x="476844" y="1825625"/>
            <a:ext cx="11241915" cy="4351338"/>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33" name="Google Shape;33;p51"/>
          <p:cNvSpPr txBox="1">
            <a:spLocks noGrp="1"/>
          </p:cNvSpPr>
          <p:nvPr>
            <p:ph type="dt" idx="10"/>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350">
                <a:solidFill>
                  <a:schemeClr val="dk1"/>
                </a:solidFill>
                <a:latin typeface="Calibri"/>
                <a:ea typeface="Calibri"/>
                <a:cs typeface="Calibri"/>
                <a:sym typeface="Calibri"/>
              </a:defRPr>
            </a:lvl1pPr>
            <a:lvl2pPr marR="0" lvl="1"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9pPr>
          </a:lstStyle>
          <a:p>
            <a:pPr lvl="0"/>
            <a:fld id="{79963D04-8C51-4B8C-9408-881BB3C5BCEA}" type="datetime1">
              <a:rPr lang="en-US" smtClean="0"/>
              <a:pPr lvl="0"/>
              <a:t>12/4/2024</a:t>
            </a:fld>
            <a:endParaRPr lang="en-US"/>
          </a:p>
        </p:txBody>
      </p:sp>
      <p:sp>
        <p:nvSpPr>
          <p:cNvPr id="34" name="Google Shape;34;p51"/>
          <p:cNvSpPr txBox="1">
            <a:spLocks noGrp="1"/>
          </p:cNvSpPr>
          <p:nvPr>
            <p:ph type="ftr" idx="11"/>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350">
                <a:solidFill>
                  <a:schemeClr val="dk1"/>
                </a:solidFill>
                <a:latin typeface="Calibri"/>
                <a:ea typeface="Calibri"/>
                <a:cs typeface="Calibri"/>
                <a:sym typeface="Calibri"/>
              </a:defRPr>
            </a:lvl1pPr>
            <a:lvl2pPr marR="0" lvl="1"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9pPr>
          </a:lstStyle>
          <a:p>
            <a:pPr lvl="0"/>
            <a:endParaRPr lang="en-US"/>
          </a:p>
        </p:txBody>
      </p:sp>
      <p:sp>
        <p:nvSpPr>
          <p:cNvPr id="35" name="Google Shape;35;p51"/>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spcAft>
                <a:spcPts val="0"/>
              </a:spcAft>
              <a:buNone/>
              <a:defRPr sz="1350">
                <a:solidFill>
                  <a:schemeClr val="dk1"/>
                </a:solidFill>
                <a:latin typeface="Calibri"/>
                <a:ea typeface="Calibri"/>
                <a:cs typeface="Calibri"/>
                <a:sym typeface="Calibri"/>
              </a:defRPr>
            </a:lvl1pPr>
            <a:lvl2pPr marL="0" marR="0" lvl="1" indent="0" algn="l" rtl="0">
              <a:spcBef>
                <a:spcPts val="0"/>
              </a:spcBef>
              <a:spcAft>
                <a:spcPts val="0"/>
              </a:spcAft>
              <a:buNone/>
              <a:defRPr sz="1350">
                <a:solidFill>
                  <a:schemeClr val="dk1"/>
                </a:solidFill>
                <a:latin typeface="Calibri"/>
                <a:ea typeface="Calibri"/>
                <a:cs typeface="Calibri"/>
                <a:sym typeface="Calibri"/>
              </a:defRPr>
            </a:lvl2pPr>
            <a:lvl3pPr marL="0" marR="0" lvl="2" indent="0" algn="l" rtl="0">
              <a:spcBef>
                <a:spcPts val="0"/>
              </a:spcBef>
              <a:spcAft>
                <a:spcPts val="0"/>
              </a:spcAft>
              <a:buNone/>
              <a:defRPr sz="1350">
                <a:solidFill>
                  <a:schemeClr val="dk1"/>
                </a:solidFill>
                <a:latin typeface="Calibri"/>
                <a:ea typeface="Calibri"/>
                <a:cs typeface="Calibri"/>
                <a:sym typeface="Calibri"/>
              </a:defRPr>
            </a:lvl3pPr>
            <a:lvl4pPr marL="0" marR="0" lvl="3" indent="0" algn="l" rtl="0">
              <a:spcBef>
                <a:spcPts val="0"/>
              </a:spcBef>
              <a:spcAft>
                <a:spcPts val="0"/>
              </a:spcAft>
              <a:buNone/>
              <a:defRPr sz="1350">
                <a:solidFill>
                  <a:schemeClr val="dk1"/>
                </a:solidFill>
                <a:latin typeface="Calibri"/>
                <a:ea typeface="Calibri"/>
                <a:cs typeface="Calibri"/>
                <a:sym typeface="Calibri"/>
              </a:defRPr>
            </a:lvl4pPr>
            <a:lvl5pPr marL="0" marR="0" lvl="4" indent="0" algn="l" rtl="0">
              <a:spcBef>
                <a:spcPts val="0"/>
              </a:spcBef>
              <a:spcAft>
                <a:spcPts val="0"/>
              </a:spcAft>
              <a:buNone/>
              <a:defRPr sz="1350">
                <a:solidFill>
                  <a:schemeClr val="dk1"/>
                </a:solidFill>
                <a:latin typeface="Calibri"/>
                <a:ea typeface="Calibri"/>
                <a:cs typeface="Calibri"/>
                <a:sym typeface="Calibri"/>
              </a:defRPr>
            </a:lvl5pPr>
            <a:lvl6pPr marL="0" marR="0" lvl="5" indent="0" algn="l" rtl="0">
              <a:spcBef>
                <a:spcPts val="0"/>
              </a:spcBef>
              <a:spcAft>
                <a:spcPts val="0"/>
              </a:spcAft>
              <a:buNone/>
              <a:defRPr sz="1350">
                <a:solidFill>
                  <a:schemeClr val="dk1"/>
                </a:solidFill>
                <a:latin typeface="Calibri"/>
                <a:ea typeface="Calibri"/>
                <a:cs typeface="Calibri"/>
                <a:sym typeface="Calibri"/>
              </a:defRPr>
            </a:lvl6pPr>
            <a:lvl7pPr marL="0" marR="0" lvl="6" indent="0" algn="l" rtl="0">
              <a:spcBef>
                <a:spcPts val="0"/>
              </a:spcBef>
              <a:spcAft>
                <a:spcPts val="0"/>
              </a:spcAft>
              <a:buNone/>
              <a:defRPr sz="1350">
                <a:solidFill>
                  <a:schemeClr val="dk1"/>
                </a:solidFill>
                <a:latin typeface="Calibri"/>
                <a:ea typeface="Calibri"/>
                <a:cs typeface="Calibri"/>
                <a:sym typeface="Calibri"/>
              </a:defRPr>
            </a:lvl7pPr>
            <a:lvl8pPr marL="0" marR="0" lvl="7" indent="0" algn="l" rtl="0">
              <a:spcBef>
                <a:spcPts val="0"/>
              </a:spcBef>
              <a:spcAft>
                <a:spcPts val="0"/>
              </a:spcAft>
              <a:buNone/>
              <a:defRPr sz="1350">
                <a:solidFill>
                  <a:schemeClr val="dk1"/>
                </a:solidFill>
                <a:latin typeface="Calibri"/>
                <a:ea typeface="Calibri"/>
                <a:cs typeface="Calibri"/>
                <a:sym typeface="Calibri"/>
              </a:defRPr>
            </a:lvl8pPr>
            <a:lvl9pPr marL="0" marR="0" lvl="8" indent="0" algn="l" rtl="0">
              <a:spcBef>
                <a:spcPts val="0"/>
              </a:spcBef>
              <a:spcAft>
                <a:spcPts val="0"/>
              </a:spcAft>
              <a:buNone/>
              <a:defRPr sz="1350">
                <a:solidFill>
                  <a:schemeClr val="dk1"/>
                </a:solidFill>
                <a:latin typeface="Calibri"/>
                <a:ea typeface="Calibri"/>
                <a:cs typeface="Calibri"/>
                <a:sym typeface="Calibri"/>
              </a:defRPr>
            </a:lvl9pPr>
          </a:lstStyle>
          <a:p>
            <a:pPr lvl="0"/>
            <a:fld id="{B7E1D670-FA5E-42D9-9245-C23FADC5256B}" type="slidenum">
              <a:rPr lang="en-US" smtClean="0"/>
              <a:t>‹#›</a:t>
            </a:fld>
            <a:endParaRPr lang="en-US"/>
          </a:p>
        </p:txBody>
      </p:sp>
    </p:spTree>
    <p:extLst>
      <p:ext uri="{BB962C8B-B14F-4D97-AF65-F5344CB8AC3E}">
        <p14:creationId xmlns:p14="http://schemas.microsoft.com/office/powerpoint/2010/main" val="25151692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Divider">
  <p:cSld name="Section Divider">
    <p:spTree>
      <p:nvGrpSpPr>
        <p:cNvPr id="1" name="Shape 36"/>
        <p:cNvGrpSpPr/>
        <p:nvPr/>
      </p:nvGrpSpPr>
      <p:grpSpPr>
        <a:xfrm>
          <a:off x="0" y="0"/>
          <a:ext cx="0" cy="0"/>
          <a:chOff x="0" y="0"/>
          <a:chExt cx="0" cy="0"/>
        </a:xfrm>
      </p:grpSpPr>
      <p:pic>
        <p:nvPicPr>
          <p:cNvPr id="37" name="Google Shape;37;p52"/>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38" name="Google Shape;38;p52"/>
          <p:cNvSpPr txBox="1">
            <a:spLocks noGrp="1"/>
          </p:cNvSpPr>
          <p:nvPr>
            <p:ph type="ctrTitle"/>
          </p:nvPr>
        </p:nvSpPr>
        <p:spPr>
          <a:xfrm>
            <a:off x="914400" y="1153123"/>
            <a:ext cx="10424160" cy="2387600"/>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Clr>
                <a:schemeClr val="lt1"/>
              </a:buClr>
              <a:buSzPts val="5400"/>
              <a:buFont typeface="Work Sans"/>
              <a:buNone/>
              <a:defRPr sz="405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39" name="Google Shape;39;p52"/>
          <p:cNvSpPr txBox="1">
            <a:spLocks noGrp="1"/>
          </p:cNvSpPr>
          <p:nvPr>
            <p:ph type="subTitle" idx="1"/>
          </p:nvPr>
        </p:nvSpPr>
        <p:spPr>
          <a:xfrm>
            <a:off x="914400" y="3809720"/>
            <a:ext cx="10424160" cy="142493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750"/>
              </a:spcBef>
              <a:spcAft>
                <a:spcPts val="0"/>
              </a:spcAft>
              <a:buSzPts val="3600"/>
              <a:buNone/>
              <a:defRPr sz="2700">
                <a:solidFill>
                  <a:schemeClr val="lt1"/>
                </a:solidFill>
              </a:defRPr>
            </a:lvl1pPr>
            <a:lvl2pPr lvl="1" algn="ctr">
              <a:lnSpc>
                <a:spcPct val="100000"/>
              </a:lnSpc>
              <a:spcBef>
                <a:spcPts val="600"/>
              </a:spcBef>
              <a:spcAft>
                <a:spcPts val="0"/>
              </a:spcAft>
              <a:buSzPts val="2000"/>
              <a:buNone/>
              <a:defRPr sz="1500"/>
            </a:lvl2pPr>
            <a:lvl3pPr lvl="2" algn="ctr">
              <a:lnSpc>
                <a:spcPct val="100000"/>
              </a:lnSpc>
              <a:spcBef>
                <a:spcPts val="600"/>
              </a:spcBef>
              <a:spcAft>
                <a:spcPts val="0"/>
              </a:spcAft>
              <a:buSzPts val="1440"/>
              <a:buNone/>
              <a:defRPr sz="1350"/>
            </a:lvl3pPr>
            <a:lvl4pPr lvl="3" algn="ctr">
              <a:lnSpc>
                <a:spcPct val="90000"/>
              </a:lnSpc>
              <a:spcBef>
                <a:spcPts val="600"/>
              </a:spcBef>
              <a:spcAft>
                <a:spcPts val="0"/>
              </a:spcAft>
              <a:buSzPts val="1600"/>
              <a:buNone/>
              <a:defRPr sz="1200"/>
            </a:lvl4pPr>
            <a:lvl5pPr lvl="4" algn="ctr">
              <a:lnSpc>
                <a:spcPct val="90000"/>
              </a:lnSpc>
              <a:spcBef>
                <a:spcPts val="375"/>
              </a:spcBef>
              <a:spcAft>
                <a:spcPts val="0"/>
              </a:spcAft>
              <a:buClr>
                <a:schemeClr val="accent1"/>
              </a:buClr>
              <a:buSzPts val="1600"/>
              <a:buNone/>
              <a:defRPr sz="1200"/>
            </a:lvl5pPr>
            <a:lvl6pPr lvl="5" algn="ctr">
              <a:lnSpc>
                <a:spcPct val="90000"/>
              </a:lnSpc>
              <a:spcBef>
                <a:spcPts val="375"/>
              </a:spcBef>
              <a:spcAft>
                <a:spcPts val="0"/>
              </a:spcAft>
              <a:buClr>
                <a:schemeClr val="dk1"/>
              </a:buClr>
              <a:buSzPts val="1600"/>
              <a:buNone/>
              <a:defRPr sz="1200"/>
            </a:lvl6pPr>
            <a:lvl7pPr lvl="6" algn="ctr">
              <a:lnSpc>
                <a:spcPct val="90000"/>
              </a:lnSpc>
              <a:spcBef>
                <a:spcPts val="375"/>
              </a:spcBef>
              <a:spcAft>
                <a:spcPts val="0"/>
              </a:spcAft>
              <a:buClr>
                <a:schemeClr val="dk1"/>
              </a:buClr>
              <a:buSzPts val="1600"/>
              <a:buNone/>
              <a:defRPr sz="1200"/>
            </a:lvl7pPr>
            <a:lvl8pPr lvl="7" algn="ctr">
              <a:lnSpc>
                <a:spcPct val="90000"/>
              </a:lnSpc>
              <a:spcBef>
                <a:spcPts val="375"/>
              </a:spcBef>
              <a:spcAft>
                <a:spcPts val="0"/>
              </a:spcAft>
              <a:buClr>
                <a:schemeClr val="dk1"/>
              </a:buClr>
              <a:buSzPts val="1600"/>
              <a:buNone/>
              <a:defRPr sz="1200"/>
            </a:lvl8pPr>
            <a:lvl9pPr lvl="8" algn="ctr">
              <a:lnSpc>
                <a:spcPct val="90000"/>
              </a:lnSpc>
              <a:spcBef>
                <a:spcPts val="375"/>
              </a:spcBef>
              <a:spcAft>
                <a:spcPts val="0"/>
              </a:spcAft>
              <a:buClr>
                <a:schemeClr val="dk1"/>
              </a:buClr>
              <a:buSzPts val="1600"/>
              <a:buNone/>
              <a:defRPr sz="1200"/>
            </a:lvl9pPr>
          </a:lstStyle>
          <a:p>
            <a:r>
              <a:rPr lang="en-US"/>
              <a:t>Click to edit Master subtitle style</a:t>
            </a:r>
            <a:endParaRPr/>
          </a:p>
        </p:txBody>
      </p:sp>
      <p:pic>
        <p:nvPicPr>
          <p:cNvPr id="40" name="Google Shape;40;p52"/>
          <p:cNvPicPr preferRelativeResize="0"/>
          <p:nvPr/>
        </p:nvPicPr>
        <p:blipFill rotWithShape="1">
          <a:blip r:embed="rId3">
            <a:alphaModFix/>
          </a:blip>
          <a:srcRect/>
          <a:stretch/>
        </p:blipFill>
        <p:spPr>
          <a:xfrm>
            <a:off x="183089" y="6223887"/>
            <a:ext cx="1820281" cy="610675"/>
          </a:xfrm>
          <a:prstGeom prst="rect">
            <a:avLst/>
          </a:prstGeom>
          <a:noFill/>
          <a:ln>
            <a:noFill/>
          </a:ln>
        </p:spPr>
      </p:pic>
      <p:sp>
        <p:nvSpPr>
          <p:cNvPr id="41" name="Google Shape;41;p52"/>
          <p:cNvSpPr txBox="1"/>
          <p:nvPr/>
        </p:nvSpPr>
        <p:spPr>
          <a:xfrm>
            <a:off x="11082189" y="6449054"/>
            <a:ext cx="734291" cy="365760"/>
          </a:xfrm>
          <a:prstGeom prst="rect">
            <a:avLst/>
          </a:prstGeom>
          <a:noFill/>
          <a:ln>
            <a:noFill/>
          </a:ln>
        </p:spPr>
        <p:txBody>
          <a:bodyPr spcFirstLastPara="1" wrap="square" lIns="68569" tIns="34275" rIns="68569" bIns="34275" anchor="ctr" anchorCtr="0">
            <a:noAutofit/>
          </a:bodyPr>
          <a:lstStyle/>
          <a:p>
            <a:pPr marL="0" marR="0" lvl="0" indent="0" algn="r" rtl="0">
              <a:spcBef>
                <a:spcPts val="0"/>
              </a:spcBef>
              <a:spcAft>
                <a:spcPts val="0"/>
              </a:spcAft>
              <a:buNone/>
            </a:pPr>
            <a:fld id="{00000000-1234-1234-1234-123412341234}" type="slidenum">
              <a:rPr lang="en-US" sz="825">
                <a:solidFill>
                  <a:schemeClr val="lt1"/>
                </a:solidFill>
                <a:latin typeface="Work Sans"/>
                <a:ea typeface="Work Sans"/>
                <a:cs typeface="Work Sans"/>
                <a:sym typeface="Work Sans"/>
              </a:rPr>
              <a:pPr marL="0" marR="0" lvl="0" indent="0" algn="r" rtl="0">
                <a:spcBef>
                  <a:spcPts val="0"/>
                </a:spcBef>
                <a:spcAft>
                  <a:spcPts val="0"/>
                </a:spcAft>
                <a:buNone/>
              </a:pPr>
              <a:t>‹#›</a:t>
            </a:fld>
            <a:endParaRPr sz="825">
              <a:solidFill>
                <a:schemeClr val="lt1"/>
              </a:solidFill>
              <a:latin typeface="Work Sans"/>
              <a:ea typeface="Work Sans"/>
              <a:cs typeface="Work Sans"/>
              <a:sym typeface="Work Sans"/>
            </a:endParaRPr>
          </a:p>
        </p:txBody>
      </p:sp>
      <p:sp>
        <p:nvSpPr>
          <p:cNvPr id="42" name="Google Shape;42;p52"/>
          <p:cNvSpPr txBox="1"/>
          <p:nvPr/>
        </p:nvSpPr>
        <p:spPr>
          <a:xfrm>
            <a:off x="2322513" y="6393562"/>
            <a:ext cx="8677275" cy="346218"/>
          </a:xfrm>
          <a:prstGeom prst="rect">
            <a:avLst/>
          </a:prstGeom>
          <a:noFill/>
          <a:ln>
            <a:noFill/>
          </a:ln>
        </p:spPr>
        <p:txBody>
          <a:bodyPr spcFirstLastPara="1" wrap="square" lIns="68569" tIns="34275" rIns="68569" bIns="34275" anchor="t" anchorCtr="0">
            <a:spAutoFit/>
          </a:bodyPr>
          <a:lstStyle/>
          <a:p>
            <a:pPr marL="0" marR="0" lvl="0" indent="0" algn="l" rtl="0">
              <a:lnSpc>
                <a:spcPct val="100000"/>
              </a:lnSpc>
              <a:spcBef>
                <a:spcPts val="0"/>
              </a:spcBef>
              <a:spcAft>
                <a:spcPts val="0"/>
              </a:spcAft>
              <a:buClr>
                <a:schemeClr val="lt1"/>
              </a:buClr>
              <a:buSzPts val="1200"/>
              <a:buFont typeface="Arial"/>
              <a:buNone/>
            </a:pPr>
            <a:r>
              <a:rPr lang="en-US" sz="900">
                <a:solidFill>
                  <a:schemeClr val="lt1"/>
                </a:solidFill>
                <a:latin typeface="Arial"/>
                <a:ea typeface="Arial"/>
                <a:cs typeface="Arial"/>
                <a:sym typeface="Arial"/>
              </a:rPr>
              <a:t>Rob Thompson and Jack Erjavec, Automotive Technology: A Systems Approach, 8</a:t>
            </a:r>
            <a:r>
              <a:rPr lang="en-US" sz="900" baseline="30000">
                <a:solidFill>
                  <a:schemeClr val="lt1"/>
                </a:solidFill>
                <a:latin typeface="Arial"/>
                <a:ea typeface="Arial"/>
                <a:cs typeface="Arial"/>
                <a:sym typeface="Arial"/>
              </a:rPr>
              <a:t>th</a:t>
            </a:r>
            <a:r>
              <a:rPr lang="en-US" sz="900">
                <a:solidFill>
                  <a:schemeClr val="lt1"/>
                </a:solidFill>
                <a:latin typeface="Arial"/>
                <a:ea typeface="Arial"/>
                <a:cs typeface="Arial"/>
                <a:sym typeface="Arial"/>
              </a:rPr>
              <a:t> Edition. © 2025 Cengage. All Rights Reserved. May not be scanned, copied or duplicated, or posted to a publicly accessible website, in whole or in part.</a:t>
            </a:r>
            <a:endParaRPr sz="1050"/>
          </a:p>
        </p:txBody>
      </p:sp>
    </p:spTree>
    <p:extLst>
      <p:ext uri="{BB962C8B-B14F-4D97-AF65-F5344CB8AC3E}">
        <p14:creationId xmlns:p14="http://schemas.microsoft.com/office/powerpoint/2010/main" val="25239769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1_Title Content">
  <p:cSld name="1_Title Content">
    <p:spTree>
      <p:nvGrpSpPr>
        <p:cNvPr id="1" name="Shape 43"/>
        <p:cNvGrpSpPr/>
        <p:nvPr/>
      </p:nvGrpSpPr>
      <p:grpSpPr>
        <a:xfrm>
          <a:off x="0" y="0"/>
          <a:ext cx="0" cy="0"/>
          <a:chOff x="0" y="0"/>
          <a:chExt cx="0" cy="0"/>
        </a:xfrm>
      </p:grpSpPr>
      <p:sp>
        <p:nvSpPr>
          <p:cNvPr id="44" name="Google Shape;44;p53"/>
          <p:cNvSpPr txBox="1">
            <a:spLocks noGrp="1"/>
          </p:cNvSpPr>
          <p:nvPr>
            <p:ph type="title"/>
          </p:nvPr>
        </p:nvSpPr>
        <p:spPr>
          <a:xfrm>
            <a:off x="476844" y="473246"/>
            <a:ext cx="11241915" cy="710096"/>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45" name="Google Shape;45;p53"/>
          <p:cNvSpPr txBox="1">
            <a:spLocks noGrp="1"/>
          </p:cNvSpPr>
          <p:nvPr>
            <p:ph type="body" idx="1"/>
          </p:nvPr>
        </p:nvSpPr>
        <p:spPr>
          <a:xfrm>
            <a:off x="476844" y="1508125"/>
            <a:ext cx="8429413" cy="1920876"/>
          </a:xfrm>
          <a:prstGeom prst="rect">
            <a:avLst/>
          </a:prstGeom>
          <a:noFill/>
          <a:ln>
            <a:noFill/>
          </a:ln>
        </p:spPr>
        <p:txBody>
          <a:bodyPr spcFirstLastPara="1" wrap="square" lIns="91425" tIns="45700" rIns="91425" bIns="45700" anchor="t" anchorCtr="0">
            <a:noAutofit/>
          </a:bodyPr>
          <a:lstStyle>
            <a:lvl1pPr marL="342900" lvl="0" indent="-304800" algn="l">
              <a:lnSpc>
                <a:spcPct val="100000"/>
              </a:lnSpc>
              <a:spcBef>
                <a:spcPts val="468"/>
              </a:spcBef>
              <a:spcAft>
                <a:spcPts val="0"/>
              </a:spcAft>
              <a:buSzPts val="2800"/>
              <a:buChar char="•"/>
              <a:defRPr sz="2100"/>
            </a:lvl1pPr>
            <a:lvl2pPr marL="685800" lvl="1" indent="-295275" algn="l">
              <a:lnSpc>
                <a:spcPct val="100000"/>
              </a:lnSpc>
              <a:spcBef>
                <a:spcPts val="468"/>
              </a:spcBef>
              <a:spcAft>
                <a:spcPts val="0"/>
              </a:spcAft>
              <a:buSzPts val="2600"/>
              <a:buChar char="−"/>
              <a:defRPr sz="1950" b="0"/>
            </a:lvl2pPr>
            <a:lvl3pPr marL="1028700" lvl="2" indent="-262889" algn="l">
              <a:lnSpc>
                <a:spcPct val="100000"/>
              </a:lnSpc>
              <a:spcBef>
                <a:spcPts val="468"/>
              </a:spcBef>
              <a:spcAft>
                <a:spcPts val="0"/>
              </a:spcAft>
              <a:buSzPts val="1920"/>
              <a:buChar char="▪"/>
              <a:defRPr sz="1800" b="0"/>
            </a:lvl3pPr>
            <a:lvl4pPr marL="1371600" marR="0" lvl="3" indent="-171450" algn="l">
              <a:lnSpc>
                <a:spcPct val="100000"/>
              </a:lnSpc>
              <a:spcBef>
                <a:spcPts val="468"/>
              </a:spcBef>
              <a:spcAft>
                <a:spcPts val="0"/>
              </a:spcAft>
              <a:buClr>
                <a:schemeClr val="dk1"/>
              </a:buClr>
              <a:buSzPts val="2400"/>
              <a:buFont typeface="Arial"/>
              <a:buNone/>
              <a:defRPr/>
            </a:lvl4pPr>
            <a:lvl5pPr marL="1714500" lvl="4" indent="-257175" algn="l">
              <a:lnSpc>
                <a:spcPct val="90000"/>
              </a:lnSpc>
              <a:spcBef>
                <a:spcPts val="450"/>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46" name="Google Shape;46;p53"/>
          <p:cNvSpPr>
            <a:spLocks noGrp="1"/>
          </p:cNvSpPr>
          <p:nvPr>
            <p:ph type="pic" idx="2"/>
          </p:nvPr>
        </p:nvSpPr>
        <p:spPr>
          <a:xfrm>
            <a:off x="712789" y="3713163"/>
            <a:ext cx="3640137" cy="1636712"/>
          </a:xfrm>
          <a:prstGeom prst="rect">
            <a:avLst/>
          </a:prstGeom>
          <a:noFill/>
          <a:ln>
            <a:noFill/>
          </a:ln>
        </p:spPr>
      </p:sp>
      <p:sp>
        <p:nvSpPr>
          <p:cNvPr id="47" name="Google Shape;47;p53"/>
          <p:cNvSpPr>
            <a:spLocks noGrp="1"/>
          </p:cNvSpPr>
          <p:nvPr>
            <p:ph type="pic" idx="3"/>
          </p:nvPr>
        </p:nvSpPr>
        <p:spPr>
          <a:xfrm>
            <a:off x="5157790" y="3713165"/>
            <a:ext cx="3062287" cy="1343025"/>
          </a:xfrm>
          <a:prstGeom prst="rect">
            <a:avLst/>
          </a:prstGeom>
          <a:noFill/>
          <a:ln>
            <a:noFill/>
          </a:ln>
        </p:spPr>
      </p:sp>
      <p:sp>
        <p:nvSpPr>
          <p:cNvPr id="48" name="Google Shape;48;p53"/>
          <p:cNvSpPr txBox="1">
            <a:spLocks noGrp="1"/>
          </p:cNvSpPr>
          <p:nvPr>
            <p:ph type="body" idx="4"/>
          </p:nvPr>
        </p:nvSpPr>
        <p:spPr>
          <a:xfrm>
            <a:off x="7839076" y="2259013"/>
            <a:ext cx="3408363" cy="1454150"/>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49" name="Google Shape;49;p53"/>
          <p:cNvSpPr txBox="1">
            <a:spLocks noGrp="1"/>
          </p:cNvSpPr>
          <p:nvPr>
            <p:ph type="body" idx="5"/>
          </p:nvPr>
        </p:nvSpPr>
        <p:spPr>
          <a:xfrm>
            <a:off x="8494713" y="4856163"/>
            <a:ext cx="914400" cy="914400"/>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38368045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_Title Content and image caption">
  <p:cSld name="1_Title Content and image caption">
    <p:spTree>
      <p:nvGrpSpPr>
        <p:cNvPr id="1" name="Shape 50"/>
        <p:cNvGrpSpPr/>
        <p:nvPr/>
      </p:nvGrpSpPr>
      <p:grpSpPr>
        <a:xfrm>
          <a:off x="0" y="0"/>
          <a:ext cx="0" cy="0"/>
          <a:chOff x="0" y="0"/>
          <a:chExt cx="0" cy="0"/>
        </a:xfrm>
      </p:grpSpPr>
      <p:sp>
        <p:nvSpPr>
          <p:cNvPr id="51" name="Google Shape;51;p54"/>
          <p:cNvSpPr txBox="1">
            <a:spLocks noGrp="1"/>
          </p:cNvSpPr>
          <p:nvPr>
            <p:ph type="title"/>
          </p:nvPr>
        </p:nvSpPr>
        <p:spPr>
          <a:xfrm>
            <a:off x="476844" y="473246"/>
            <a:ext cx="11241915" cy="710096"/>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52" name="Google Shape;52;p54"/>
          <p:cNvSpPr txBox="1">
            <a:spLocks noGrp="1"/>
          </p:cNvSpPr>
          <p:nvPr>
            <p:ph type="body" idx="1"/>
          </p:nvPr>
        </p:nvSpPr>
        <p:spPr>
          <a:xfrm>
            <a:off x="476844" y="1280161"/>
            <a:ext cx="11241915" cy="1775012"/>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171450" algn="l">
              <a:lnSpc>
                <a:spcPct val="90000"/>
              </a:lnSpc>
              <a:spcBef>
                <a:spcPts val="600"/>
              </a:spcBef>
              <a:spcAft>
                <a:spcPts val="0"/>
              </a:spcAft>
              <a:buClr>
                <a:schemeClr val="dk1"/>
              </a:buClr>
              <a:buSzPts val="2400"/>
              <a:buFont typeface="Arial"/>
              <a:buNone/>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53" name="Google Shape;53;p54"/>
          <p:cNvSpPr txBox="1">
            <a:spLocks noGrp="1"/>
          </p:cNvSpPr>
          <p:nvPr>
            <p:ph type="body" idx="2"/>
          </p:nvPr>
        </p:nvSpPr>
        <p:spPr>
          <a:xfrm>
            <a:off x="476251" y="3184525"/>
            <a:ext cx="4525963" cy="612775"/>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54" name="Google Shape;54;p54"/>
          <p:cNvSpPr txBox="1">
            <a:spLocks noGrp="1"/>
          </p:cNvSpPr>
          <p:nvPr>
            <p:ph type="body" idx="3"/>
          </p:nvPr>
        </p:nvSpPr>
        <p:spPr>
          <a:xfrm>
            <a:off x="476251" y="3925890"/>
            <a:ext cx="4525963" cy="612775"/>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55" name="Google Shape;55;p54"/>
          <p:cNvSpPr>
            <a:spLocks noGrp="1"/>
          </p:cNvSpPr>
          <p:nvPr>
            <p:ph type="pic" idx="4"/>
          </p:nvPr>
        </p:nvSpPr>
        <p:spPr>
          <a:xfrm>
            <a:off x="5745164" y="3313113"/>
            <a:ext cx="2484437" cy="1054100"/>
          </a:xfrm>
          <a:prstGeom prst="rect">
            <a:avLst/>
          </a:prstGeom>
          <a:noFill/>
          <a:ln>
            <a:noFill/>
          </a:ln>
        </p:spPr>
      </p:sp>
      <p:sp>
        <p:nvSpPr>
          <p:cNvPr id="56" name="Google Shape;56;p54"/>
          <p:cNvSpPr>
            <a:spLocks noGrp="1"/>
          </p:cNvSpPr>
          <p:nvPr>
            <p:ph type="pic" idx="5"/>
          </p:nvPr>
        </p:nvSpPr>
        <p:spPr>
          <a:xfrm>
            <a:off x="5948364" y="4538663"/>
            <a:ext cx="2033587" cy="754062"/>
          </a:xfrm>
          <a:prstGeom prst="rect">
            <a:avLst/>
          </a:prstGeom>
          <a:noFill/>
          <a:ln>
            <a:noFill/>
          </a:ln>
        </p:spPr>
      </p:sp>
    </p:spTree>
    <p:extLst>
      <p:ext uri="{BB962C8B-B14F-4D97-AF65-F5344CB8AC3E}">
        <p14:creationId xmlns:p14="http://schemas.microsoft.com/office/powerpoint/2010/main" val="41621282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hree Content">
  <p:cSld name="Three Content">
    <p:spTree>
      <p:nvGrpSpPr>
        <p:cNvPr id="1" name="Shape 57"/>
        <p:cNvGrpSpPr/>
        <p:nvPr/>
      </p:nvGrpSpPr>
      <p:grpSpPr>
        <a:xfrm>
          <a:off x="0" y="0"/>
          <a:ext cx="0" cy="0"/>
          <a:chOff x="0" y="0"/>
          <a:chExt cx="0" cy="0"/>
        </a:xfrm>
      </p:grpSpPr>
      <p:sp>
        <p:nvSpPr>
          <p:cNvPr id="58" name="Google Shape;58;p55"/>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59" name="Google Shape;59;p55"/>
          <p:cNvSpPr txBox="1">
            <a:spLocks noGrp="1"/>
          </p:cNvSpPr>
          <p:nvPr>
            <p:ph type="body" idx="1"/>
          </p:nvPr>
        </p:nvSpPr>
        <p:spPr>
          <a:xfrm>
            <a:off x="476844" y="1825625"/>
            <a:ext cx="3344531" cy="4351338"/>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285750" algn="l">
              <a:lnSpc>
                <a:spcPct val="90000"/>
              </a:lnSpc>
              <a:spcBef>
                <a:spcPts val="600"/>
              </a:spcBef>
              <a:spcAft>
                <a:spcPts val="0"/>
              </a:spcAft>
              <a:buClr>
                <a:schemeClr val="dk1"/>
              </a:buClr>
              <a:buSzPts val="2400"/>
              <a:buFont typeface="Arial"/>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60" name="Google Shape;60;p55"/>
          <p:cNvSpPr txBox="1">
            <a:spLocks noGrp="1"/>
          </p:cNvSpPr>
          <p:nvPr>
            <p:ph type="body" idx="2"/>
          </p:nvPr>
        </p:nvSpPr>
        <p:spPr>
          <a:xfrm>
            <a:off x="4423735" y="1829037"/>
            <a:ext cx="3344531" cy="4351338"/>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285750" algn="l">
              <a:lnSpc>
                <a:spcPct val="90000"/>
              </a:lnSpc>
              <a:spcBef>
                <a:spcPts val="600"/>
              </a:spcBef>
              <a:spcAft>
                <a:spcPts val="0"/>
              </a:spcAft>
              <a:buClr>
                <a:schemeClr val="dk1"/>
              </a:buClr>
              <a:buSzPts val="2400"/>
              <a:buFont typeface="Arial"/>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61" name="Google Shape;61;p55"/>
          <p:cNvSpPr txBox="1">
            <a:spLocks noGrp="1"/>
          </p:cNvSpPr>
          <p:nvPr>
            <p:ph type="body" idx="3"/>
          </p:nvPr>
        </p:nvSpPr>
        <p:spPr>
          <a:xfrm>
            <a:off x="8370625" y="1825625"/>
            <a:ext cx="3344531" cy="4351338"/>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285750" algn="l">
              <a:lnSpc>
                <a:spcPct val="90000"/>
              </a:lnSpc>
              <a:spcBef>
                <a:spcPts val="600"/>
              </a:spcBef>
              <a:spcAft>
                <a:spcPts val="0"/>
              </a:spcAft>
              <a:buClr>
                <a:schemeClr val="dk1"/>
              </a:buClr>
              <a:buSzPts val="2400"/>
              <a:buFont typeface="Arial"/>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34057348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Subtitle">
  <p:cSld name="Title/Subtitle">
    <p:spTree>
      <p:nvGrpSpPr>
        <p:cNvPr id="1" name="Shape 62"/>
        <p:cNvGrpSpPr/>
        <p:nvPr/>
      </p:nvGrpSpPr>
      <p:grpSpPr>
        <a:xfrm>
          <a:off x="0" y="0"/>
          <a:ext cx="0" cy="0"/>
          <a:chOff x="0" y="0"/>
          <a:chExt cx="0" cy="0"/>
        </a:xfrm>
      </p:grpSpPr>
      <p:sp>
        <p:nvSpPr>
          <p:cNvPr id="63" name="Google Shape;63;p56"/>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64" name="Google Shape;64;p56"/>
          <p:cNvSpPr txBox="1">
            <a:spLocks noGrp="1"/>
          </p:cNvSpPr>
          <p:nvPr>
            <p:ph type="body" idx="1"/>
          </p:nvPr>
        </p:nvSpPr>
        <p:spPr>
          <a:xfrm>
            <a:off x="476844" y="1887676"/>
            <a:ext cx="11241915" cy="691143"/>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800"/>
              <a:buNone/>
              <a:defRPr sz="2100" b="1"/>
            </a:lvl1pPr>
            <a:lvl2pPr marL="685800" lvl="1" indent="-304800" algn="l">
              <a:lnSpc>
                <a:spcPct val="100000"/>
              </a:lnSpc>
              <a:spcBef>
                <a:spcPts val="600"/>
              </a:spcBef>
              <a:spcAft>
                <a:spcPts val="0"/>
              </a:spcAft>
              <a:buSzPts val="2800"/>
              <a:buChar char="−"/>
              <a:defRPr sz="2100" b="0"/>
            </a:lvl2pPr>
            <a:lvl3pPr marL="1028700" lvl="2" indent="-262889" algn="l">
              <a:lnSpc>
                <a:spcPct val="100000"/>
              </a:lnSpc>
              <a:spcBef>
                <a:spcPts val="600"/>
              </a:spcBef>
              <a:spcAft>
                <a:spcPts val="0"/>
              </a:spcAft>
              <a:buSzPts val="1920"/>
              <a:buChar char="▪"/>
              <a:defRPr sz="180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65" name="Google Shape;65;p56"/>
          <p:cNvSpPr txBox="1">
            <a:spLocks noGrp="1"/>
          </p:cNvSpPr>
          <p:nvPr>
            <p:ph type="body" idx="2"/>
          </p:nvPr>
        </p:nvSpPr>
        <p:spPr>
          <a:xfrm>
            <a:off x="476844" y="2677888"/>
            <a:ext cx="11241915" cy="2621900"/>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b="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171450" algn="l">
              <a:lnSpc>
                <a:spcPct val="90000"/>
              </a:lnSpc>
              <a:spcBef>
                <a:spcPts val="600"/>
              </a:spcBef>
              <a:spcAft>
                <a:spcPts val="0"/>
              </a:spcAft>
              <a:buClr>
                <a:schemeClr val="dk1"/>
              </a:buClr>
              <a:buSzPts val="2400"/>
              <a:buFont typeface="Arial"/>
              <a:buNone/>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66" name="Google Shape;66;p56"/>
          <p:cNvSpPr txBox="1">
            <a:spLocks noGrp="1"/>
          </p:cNvSpPr>
          <p:nvPr>
            <p:ph type="body" idx="3"/>
          </p:nvPr>
        </p:nvSpPr>
        <p:spPr>
          <a:xfrm>
            <a:off x="476844" y="5395329"/>
            <a:ext cx="11241915" cy="951787"/>
          </a:xfrm>
          <a:prstGeom prst="rect">
            <a:avLst/>
          </a:prstGeom>
          <a:noFill/>
          <a:ln>
            <a:noFill/>
          </a:ln>
        </p:spPr>
        <p:txBody>
          <a:bodyPr spcFirstLastPara="1" wrap="square" lIns="91425" tIns="45700" rIns="91425" bIns="45700" anchor="t" anchorCtr="0">
            <a:noAutofit/>
          </a:bodyPr>
          <a:lstStyle>
            <a:lvl1pPr marL="342900" lvl="0" indent="-214313" algn="l">
              <a:lnSpc>
                <a:spcPct val="100000"/>
              </a:lnSpc>
              <a:spcBef>
                <a:spcPts val="750"/>
              </a:spcBef>
              <a:spcAft>
                <a:spcPts val="0"/>
              </a:spcAft>
              <a:buSzPts val="900"/>
              <a:buChar char="•"/>
              <a:defRPr sz="675" b="0"/>
            </a:lvl1pPr>
            <a:lvl2pPr marL="685800" lvl="1" indent="-214313" algn="l">
              <a:lnSpc>
                <a:spcPct val="100000"/>
              </a:lnSpc>
              <a:spcBef>
                <a:spcPts val="600"/>
              </a:spcBef>
              <a:spcAft>
                <a:spcPts val="0"/>
              </a:spcAft>
              <a:buSzPts val="900"/>
              <a:buChar char="−"/>
              <a:defRPr sz="675" b="0"/>
            </a:lvl2pPr>
            <a:lvl3pPr marL="1028700" lvl="2" indent="-205739" algn="l">
              <a:lnSpc>
                <a:spcPct val="100000"/>
              </a:lnSpc>
              <a:spcBef>
                <a:spcPts val="600"/>
              </a:spcBef>
              <a:spcAft>
                <a:spcPts val="0"/>
              </a:spcAft>
              <a:buSzPts val="720"/>
              <a:buChar char="▪"/>
              <a:defRPr sz="675" b="0"/>
            </a:lvl3pPr>
            <a:lvl4pPr marL="1371600" lvl="3" indent="-214313" algn="l">
              <a:lnSpc>
                <a:spcPct val="90000"/>
              </a:lnSpc>
              <a:spcBef>
                <a:spcPts val="600"/>
              </a:spcBef>
              <a:spcAft>
                <a:spcPts val="0"/>
              </a:spcAft>
              <a:buSzPts val="900"/>
              <a:buChar char="•"/>
              <a:defRPr sz="675" b="0"/>
            </a:lvl4pPr>
            <a:lvl5pPr marL="1714500" lvl="4" indent="-214313" algn="l">
              <a:lnSpc>
                <a:spcPct val="90000"/>
              </a:lnSpc>
              <a:spcBef>
                <a:spcPts val="375"/>
              </a:spcBef>
              <a:spcAft>
                <a:spcPts val="0"/>
              </a:spcAft>
              <a:buClr>
                <a:schemeClr val="accent1"/>
              </a:buClr>
              <a:buSzPts val="900"/>
              <a:buChar char="•"/>
              <a:defRPr sz="675" b="0"/>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10815256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Subtitle/Images">
  <p:cSld name="Title/Subtitle/Images">
    <p:spTree>
      <p:nvGrpSpPr>
        <p:cNvPr id="1" name="Shape 67"/>
        <p:cNvGrpSpPr/>
        <p:nvPr/>
      </p:nvGrpSpPr>
      <p:grpSpPr>
        <a:xfrm>
          <a:off x="0" y="0"/>
          <a:ext cx="0" cy="0"/>
          <a:chOff x="0" y="0"/>
          <a:chExt cx="0" cy="0"/>
        </a:xfrm>
      </p:grpSpPr>
      <p:sp>
        <p:nvSpPr>
          <p:cNvPr id="68" name="Google Shape;68;p57"/>
          <p:cNvSpPr txBox="1">
            <a:spLocks noGrp="1"/>
          </p:cNvSpPr>
          <p:nvPr>
            <p:ph type="title"/>
          </p:nvPr>
        </p:nvSpPr>
        <p:spPr>
          <a:xfrm>
            <a:off x="476844" y="475488"/>
            <a:ext cx="11241915" cy="1071533"/>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69" name="Google Shape;69;p57"/>
          <p:cNvSpPr txBox="1">
            <a:spLocks noGrp="1"/>
          </p:cNvSpPr>
          <p:nvPr>
            <p:ph type="body" idx="1"/>
          </p:nvPr>
        </p:nvSpPr>
        <p:spPr>
          <a:xfrm>
            <a:off x="476844" y="1857696"/>
            <a:ext cx="11241915" cy="691143"/>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800"/>
              <a:buNone/>
              <a:defRPr sz="2100" b="1"/>
            </a:lvl1pPr>
            <a:lvl2pPr marL="685800" lvl="1" indent="-304800" algn="l">
              <a:lnSpc>
                <a:spcPct val="100000"/>
              </a:lnSpc>
              <a:spcBef>
                <a:spcPts val="600"/>
              </a:spcBef>
              <a:spcAft>
                <a:spcPts val="0"/>
              </a:spcAft>
              <a:buSzPts val="2800"/>
              <a:buChar char="−"/>
              <a:defRPr sz="2100" b="0"/>
            </a:lvl2pPr>
            <a:lvl3pPr marL="1028700" lvl="2" indent="-262889" algn="l">
              <a:lnSpc>
                <a:spcPct val="100000"/>
              </a:lnSpc>
              <a:spcBef>
                <a:spcPts val="600"/>
              </a:spcBef>
              <a:spcAft>
                <a:spcPts val="0"/>
              </a:spcAft>
              <a:buSzPts val="1920"/>
              <a:buChar char="▪"/>
              <a:defRPr sz="180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70" name="Google Shape;70;p57"/>
          <p:cNvSpPr txBox="1">
            <a:spLocks noGrp="1"/>
          </p:cNvSpPr>
          <p:nvPr>
            <p:ph type="body" idx="2"/>
          </p:nvPr>
        </p:nvSpPr>
        <p:spPr>
          <a:xfrm>
            <a:off x="476844" y="2677888"/>
            <a:ext cx="11241915" cy="1505492"/>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b="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71" name="Google Shape;71;p57"/>
          <p:cNvSpPr txBox="1">
            <a:spLocks noGrp="1"/>
          </p:cNvSpPr>
          <p:nvPr>
            <p:ph type="body" idx="3"/>
          </p:nvPr>
        </p:nvSpPr>
        <p:spPr>
          <a:xfrm>
            <a:off x="476844" y="4310385"/>
            <a:ext cx="2563240"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72" name="Google Shape;72;p57"/>
          <p:cNvSpPr txBox="1">
            <a:spLocks noGrp="1"/>
          </p:cNvSpPr>
          <p:nvPr>
            <p:ph type="body" idx="4"/>
          </p:nvPr>
        </p:nvSpPr>
        <p:spPr>
          <a:xfrm>
            <a:off x="3382488" y="4310385"/>
            <a:ext cx="2563240"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73" name="Google Shape;73;p57"/>
          <p:cNvSpPr txBox="1">
            <a:spLocks noGrp="1"/>
          </p:cNvSpPr>
          <p:nvPr>
            <p:ph type="body" idx="5"/>
          </p:nvPr>
        </p:nvSpPr>
        <p:spPr>
          <a:xfrm>
            <a:off x="6281896" y="4319291"/>
            <a:ext cx="2563240"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74" name="Google Shape;74;p57"/>
          <p:cNvSpPr txBox="1">
            <a:spLocks noGrp="1"/>
          </p:cNvSpPr>
          <p:nvPr>
            <p:ph type="body" idx="6"/>
          </p:nvPr>
        </p:nvSpPr>
        <p:spPr>
          <a:xfrm>
            <a:off x="9151916" y="4319291"/>
            <a:ext cx="2563240"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10931130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Multi Image/Content">
  <p:cSld name="Multi Image/Content">
    <p:spTree>
      <p:nvGrpSpPr>
        <p:cNvPr id="1" name="Shape 75"/>
        <p:cNvGrpSpPr/>
        <p:nvPr/>
      </p:nvGrpSpPr>
      <p:grpSpPr>
        <a:xfrm>
          <a:off x="0" y="0"/>
          <a:ext cx="0" cy="0"/>
          <a:chOff x="0" y="0"/>
          <a:chExt cx="0" cy="0"/>
        </a:xfrm>
      </p:grpSpPr>
      <p:sp>
        <p:nvSpPr>
          <p:cNvPr id="76" name="Google Shape;76;p58"/>
          <p:cNvSpPr txBox="1">
            <a:spLocks noGrp="1"/>
          </p:cNvSpPr>
          <p:nvPr>
            <p:ph type="title"/>
          </p:nvPr>
        </p:nvSpPr>
        <p:spPr>
          <a:xfrm>
            <a:off x="476844" y="473247"/>
            <a:ext cx="11241915" cy="51430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3200"/>
              <a:buFont typeface="Arial"/>
              <a:buNone/>
              <a:defRPr sz="2400">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77" name="Google Shape;77;p58"/>
          <p:cNvSpPr txBox="1">
            <a:spLocks noGrp="1"/>
          </p:cNvSpPr>
          <p:nvPr>
            <p:ph type="body" idx="1"/>
          </p:nvPr>
        </p:nvSpPr>
        <p:spPr>
          <a:xfrm>
            <a:off x="480447" y="1176279"/>
            <a:ext cx="2563240"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78" name="Google Shape;78;p58"/>
          <p:cNvSpPr txBox="1">
            <a:spLocks noGrp="1"/>
          </p:cNvSpPr>
          <p:nvPr>
            <p:ph type="body" idx="2"/>
          </p:nvPr>
        </p:nvSpPr>
        <p:spPr>
          <a:xfrm>
            <a:off x="3386091" y="1176279"/>
            <a:ext cx="2563240"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79" name="Google Shape;79;p58"/>
          <p:cNvSpPr txBox="1">
            <a:spLocks noGrp="1"/>
          </p:cNvSpPr>
          <p:nvPr>
            <p:ph type="body" idx="3"/>
          </p:nvPr>
        </p:nvSpPr>
        <p:spPr>
          <a:xfrm>
            <a:off x="6285499" y="1185185"/>
            <a:ext cx="2563240"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0" name="Google Shape;80;p58"/>
          <p:cNvSpPr txBox="1">
            <a:spLocks noGrp="1"/>
          </p:cNvSpPr>
          <p:nvPr>
            <p:ph type="body" idx="4"/>
          </p:nvPr>
        </p:nvSpPr>
        <p:spPr>
          <a:xfrm>
            <a:off x="9155519" y="1185185"/>
            <a:ext cx="2563240"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1" name="Google Shape;81;p58"/>
          <p:cNvSpPr txBox="1">
            <a:spLocks noGrp="1"/>
          </p:cNvSpPr>
          <p:nvPr>
            <p:ph type="body" idx="5"/>
          </p:nvPr>
        </p:nvSpPr>
        <p:spPr>
          <a:xfrm>
            <a:off x="480446" y="3359963"/>
            <a:ext cx="2563241"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2" name="Google Shape;82;p58"/>
          <p:cNvSpPr txBox="1">
            <a:spLocks noGrp="1"/>
          </p:cNvSpPr>
          <p:nvPr>
            <p:ph type="body" idx="6"/>
          </p:nvPr>
        </p:nvSpPr>
        <p:spPr>
          <a:xfrm>
            <a:off x="3386090" y="3359963"/>
            <a:ext cx="2563241"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3" name="Google Shape;83;p58"/>
          <p:cNvSpPr txBox="1">
            <a:spLocks noGrp="1"/>
          </p:cNvSpPr>
          <p:nvPr>
            <p:ph type="body" idx="7"/>
          </p:nvPr>
        </p:nvSpPr>
        <p:spPr>
          <a:xfrm>
            <a:off x="6285498" y="3368869"/>
            <a:ext cx="2563241"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4" name="Google Shape;84;p58"/>
          <p:cNvSpPr txBox="1">
            <a:spLocks noGrp="1"/>
          </p:cNvSpPr>
          <p:nvPr>
            <p:ph type="body" idx="8"/>
          </p:nvPr>
        </p:nvSpPr>
        <p:spPr>
          <a:xfrm>
            <a:off x="9155518" y="3368869"/>
            <a:ext cx="2563241"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5" name="Google Shape;85;p58"/>
          <p:cNvSpPr txBox="1">
            <a:spLocks noGrp="1"/>
          </p:cNvSpPr>
          <p:nvPr>
            <p:ph type="body" idx="9"/>
          </p:nvPr>
        </p:nvSpPr>
        <p:spPr>
          <a:xfrm>
            <a:off x="741362" y="5549902"/>
            <a:ext cx="1909763" cy="430213"/>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6" name="Google Shape;86;p58"/>
          <p:cNvSpPr txBox="1">
            <a:spLocks noGrp="1"/>
          </p:cNvSpPr>
          <p:nvPr>
            <p:ph type="body" idx="13"/>
          </p:nvPr>
        </p:nvSpPr>
        <p:spPr>
          <a:xfrm>
            <a:off x="3305177" y="5549902"/>
            <a:ext cx="2562225" cy="430213"/>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7" name="Google Shape;87;p58"/>
          <p:cNvSpPr txBox="1">
            <a:spLocks noGrp="1"/>
          </p:cNvSpPr>
          <p:nvPr>
            <p:ph type="body" idx="14"/>
          </p:nvPr>
        </p:nvSpPr>
        <p:spPr>
          <a:xfrm>
            <a:off x="6181726" y="5543550"/>
            <a:ext cx="2562225" cy="514350"/>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8" name="Google Shape;88;p58"/>
          <p:cNvSpPr txBox="1">
            <a:spLocks noGrp="1"/>
          </p:cNvSpPr>
          <p:nvPr>
            <p:ph type="body" idx="15"/>
          </p:nvPr>
        </p:nvSpPr>
        <p:spPr>
          <a:xfrm>
            <a:off x="9156534" y="5549900"/>
            <a:ext cx="2562225" cy="514350"/>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11767584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wo Image/One Content">
  <p:cSld name="Two Image/One Content">
    <p:spTree>
      <p:nvGrpSpPr>
        <p:cNvPr id="1" name="Shape 89"/>
        <p:cNvGrpSpPr/>
        <p:nvPr/>
      </p:nvGrpSpPr>
      <p:grpSpPr>
        <a:xfrm>
          <a:off x="0" y="0"/>
          <a:ext cx="0" cy="0"/>
          <a:chOff x="0" y="0"/>
          <a:chExt cx="0" cy="0"/>
        </a:xfrm>
      </p:grpSpPr>
      <p:sp>
        <p:nvSpPr>
          <p:cNvPr id="90" name="Google Shape;90;p59"/>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91" name="Google Shape;91;p59"/>
          <p:cNvSpPr txBox="1">
            <a:spLocks noGrp="1"/>
          </p:cNvSpPr>
          <p:nvPr>
            <p:ph type="body" idx="1"/>
          </p:nvPr>
        </p:nvSpPr>
        <p:spPr>
          <a:xfrm>
            <a:off x="476844" y="1825628"/>
            <a:ext cx="2875957" cy="2045728"/>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92" name="Google Shape;92;p59"/>
          <p:cNvSpPr txBox="1">
            <a:spLocks noGrp="1"/>
          </p:cNvSpPr>
          <p:nvPr>
            <p:ph type="body" idx="2"/>
          </p:nvPr>
        </p:nvSpPr>
        <p:spPr>
          <a:xfrm>
            <a:off x="476844" y="4132560"/>
            <a:ext cx="2875957" cy="2045727"/>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93" name="Google Shape;93;p59"/>
          <p:cNvSpPr txBox="1">
            <a:spLocks noGrp="1"/>
          </p:cNvSpPr>
          <p:nvPr>
            <p:ph type="body" idx="3"/>
          </p:nvPr>
        </p:nvSpPr>
        <p:spPr>
          <a:xfrm>
            <a:off x="3624200" y="1825625"/>
            <a:ext cx="8090957" cy="4351338"/>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b="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171450" algn="l">
              <a:lnSpc>
                <a:spcPct val="90000"/>
              </a:lnSpc>
              <a:spcBef>
                <a:spcPts val="600"/>
              </a:spcBef>
              <a:spcAft>
                <a:spcPts val="0"/>
              </a:spcAft>
              <a:buClr>
                <a:schemeClr val="dk1"/>
              </a:buClr>
              <a:buSzPts val="2400"/>
              <a:buFont typeface="Arial"/>
              <a:buNone/>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119853592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wo Image/Two Content">
  <p:cSld name="Two Image/Two Content">
    <p:spTree>
      <p:nvGrpSpPr>
        <p:cNvPr id="1" name="Shape 94"/>
        <p:cNvGrpSpPr/>
        <p:nvPr/>
      </p:nvGrpSpPr>
      <p:grpSpPr>
        <a:xfrm>
          <a:off x="0" y="0"/>
          <a:ext cx="0" cy="0"/>
          <a:chOff x="0" y="0"/>
          <a:chExt cx="0" cy="0"/>
        </a:xfrm>
      </p:grpSpPr>
      <p:sp>
        <p:nvSpPr>
          <p:cNvPr id="95" name="Google Shape;95;p60"/>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96" name="Google Shape;96;p60"/>
          <p:cNvSpPr txBox="1">
            <a:spLocks noGrp="1"/>
          </p:cNvSpPr>
          <p:nvPr>
            <p:ph type="body" idx="1"/>
          </p:nvPr>
        </p:nvSpPr>
        <p:spPr>
          <a:xfrm>
            <a:off x="476844" y="1825628"/>
            <a:ext cx="2875957" cy="2045728"/>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97" name="Google Shape;97;p60"/>
          <p:cNvSpPr txBox="1">
            <a:spLocks noGrp="1"/>
          </p:cNvSpPr>
          <p:nvPr>
            <p:ph type="body" idx="2"/>
          </p:nvPr>
        </p:nvSpPr>
        <p:spPr>
          <a:xfrm>
            <a:off x="3624200" y="1825625"/>
            <a:ext cx="8090957" cy="2045728"/>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b="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171450" algn="l">
              <a:lnSpc>
                <a:spcPct val="90000"/>
              </a:lnSpc>
              <a:spcBef>
                <a:spcPts val="600"/>
              </a:spcBef>
              <a:spcAft>
                <a:spcPts val="0"/>
              </a:spcAft>
              <a:buClr>
                <a:schemeClr val="dk1"/>
              </a:buClr>
              <a:buSzPts val="2400"/>
              <a:buFont typeface="Arial"/>
              <a:buNone/>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98" name="Google Shape;98;p60"/>
          <p:cNvSpPr txBox="1">
            <a:spLocks noGrp="1"/>
          </p:cNvSpPr>
          <p:nvPr>
            <p:ph type="body" idx="3"/>
          </p:nvPr>
        </p:nvSpPr>
        <p:spPr>
          <a:xfrm>
            <a:off x="476844" y="4132560"/>
            <a:ext cx="2875957" cy="2045727"/>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99" name="Google Shape;99;p60"/>
          <p:cNvSpPr txBox="1">
            <a:spLocks noGrp="1"/>
          </p:cNvSpPr>
          <p:nvPr>
            <p:ph type="body" idx="4"/>
          </p:nvPr>
        </p:nvSpPr>
        <p:spPr>
          <a:xfrm>
            <a:off x="3624200" y="4136860"/>
            <a:ext cx="8090957" cy="2045728"/>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b="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171450" algn="l">
              <a:lnSpc>
                <a:spcPct val="90000"/>
              </a:lnSpc>
              <a:spcBef>
                <a:spcPts val="600"/>
              </a:spcBef>
              <a:spcAft>
                <a:spcPts val="0"/>
              </a:spcAft>
              <a:buClr>
                <a:schemeClr val="dk1"/>
              </a:buClr>
              <a:buSzPts val="2400"/>
              <a:buFont typeface="Arial"/>
              <a:buNone/>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84059070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hree Image/Three Content">
  <p:cSld name="Three Image/Three Content">
    <p:spTree>
      <p:nvGrpSpPr>
        <p:cNvPr id="1" name="Shape 100"/>
        <p:cNvGrpSpPr/>
        <p:nvPr/>
      </p:nvGrpSpPr>
      <p:grpSpPr>
        <a:xfrm>
          <a:off x="0" y="0"/>
          <a:ext cx="0" cy="0"/>
          <a:chOff x="0" y="0"/>
          <a:chExt cx="0" cy="0"/>
        </a:xfrm>
      </p:grpSpPr>
      <p:sp>
        <p:nvSpPr>
          <p:cNvPr id="101" name="Google Shape;101;p61"/>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102" name="Google Shape;102;p61"/>
          <p:cNvSpPr txBox="1">
            <a:spLocks noGrp="1"/>
          </p:cNvSpPr>
          <p:nvPr>
            <p:ph type="body" idx="1"/>
          </p:nvPr>
        </p:nvSpPr>
        <p:spPr>
          <a:xfrm>
            <a:off x="476844" y="1825630"/>
            <a:ext cx="2875957" cy="1217447"/>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03" name="Google Shape;103;p61"/>
          <p:cNvSpPr txBox="1">
            <a:spLocks noGrp="1"/>
          </p:cNvSpPr>
          <p:nvPr>
            <p:ph type="body" idx="2"/>
          </p:nvPr>
        </p:nvSpPr>
        <p:spPr>
          <a:xfrm>
            <a:off x="3624200" y="1825625"/>
            <a:ext cx="8090957" cy="1217450"/>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sz="1350" b="0"/>
            </a:lvl1pPr>
            <a:lvl2pPr marL="685800" lvl="1" indent="-257175" algn="l">
              <a:lnSpc>
                <a:spcPct val="100000"/>
              </a:lnSpc>
              <a:spcBef>
                <a:spcPts val="600"/>
              </a:spcBef>
              <a:spcAft>
                <a:spcPts val="0"/>
              </a:spcAft>
              <a:buSzPts val="1800"/>
              <a:buChar char="−"/>
              <a:defRPr sz="1350" b="0"/>
            </a:lvl2pPr>
            <a:lvl3pPr marL="1028700" lvl="2" indent="-240029" algn="l">
              <a:lnSpc>
                <a:spcPct val="100000"/>
              </a:lnSpc>
              <a:spcBef>
                <a:spcPts val="600"/>
              </a:spcBef>
              <a:spcAft>
                <a:spcPts val="0"/>
              </a:spcAft>
              <a:buSzPts val="1440"/>
              <a:buChar char="▪"/>
              <a:defRPr sz="135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04" name="Google Shape;104;p61"/>
          <p:cNvSpPr txBox="1">
            <a:spLocks noGrp="1"/>
          </p:cNvSpPr>
          <p:nvPr>
            <p:ph type="body" idx="3"/>
          </p:nvPr>
        </p:nvSpPr>
        <p:spPr>
          <a:xfrm>
            <a:off x="479344" y="3207221"/>
            <a:ext cx="2875957" cy="1217447"/>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05" name="Google Shape;105;p61"/>
          <p:cNvSpPr txBox="1">
            <a:spLocks noGrp="1"/>
          </p:cNvSpPr>
          <p:nvPr>
            <p:ph type="body" idx="4"/>
          </p:nvPr>
        </p:nvSpPr>
        <p:spPr>
          <a:xfrm>
            <a:off x="3626700" y="3207216"/>
            <a:ext cx="8090957" cy="1217450"/>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sz="1350" b="0"/>
            </a:lvl1pPr>
            <a:lvl2pPr marL="685800" lvl="1" indent="-257175" algn="l">
              <a:lnSpc>
                <a:spcPct val="100000"/>
              </a:lnSpc>
              <a:spcBef>
                <a:spcPts val="600"/>
              </a:spcBef>
              <a:spcAft>
                <a:spcPts val="0"/>
              </a:spcAft>
              <a:buSzPts val="1800"/>
              <a:buChar char="−"/>
              <a:defRPr sz="1350" b="0"/>
            </a:lvl2pPr>
            <a:lvl3pPr marL="1028700" lvl="2" indent="-240029" algn="l">
              <a:lnSpc>
                <a:spcPct val="100000"/>
              </a:lnSpc>
              <a:spcBef>
                <a:spcPts val="600"/>
              </a:spcBef>
              <a:spcAft>
                <a:spcPts val="0"/>
              </a:spcAft>
              <a:buSzPts val="1440"/>
              <a:buChar char="▪"/>
              <a:defRPr sz="135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06" name="Google Shape;106;p61"/>
          <p:cNvSpPr txBox="1">
            <a:spLocks noGrp="1"/>
          </p:cNvSpPr>
          <p:nvPr>
            <p:ph type="body" idx="5"/>
          </p:nvPr>
        </p:nvSpPr>
        <p:spPr>
          <a:xfrm>
            <a:off x="479344" y="4631284"/>
            <a:ext cx="2875957" cy="1217447"/>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07" name="Google Shape;107;p61"/>
          <p:cNvSpPr txBox="1">
            <a:spLocks noGrp="1"/>
          </p:cNvSpPr>
          <p:nvPr>
            <p:ph type="body" idx="6"/>
          </p:nvPr>
        </p:nvSpPr>
        <p:spPr>
          <a:xfrm>
            <a:off x="3626700" y="4631279"/>
            <a:ext cx="8090957" cy="1217450"/>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sz="1350" b="0"/>
            </a:lvl1pPr>
            <a:lvl2pPr marL="685800" lvl="1" indent="-257175" algn="l">
              <a:lnSpc>
                <a:spcPct val="100000"/>
              </a:lnSpc>
              <a:spcBef>
                <a:spcPts val="600"/>
              </a:spcBef>
              <a:spcAft>
                <a:spcPts val="0"/>
              </a:spcAft>
              <a:buSzPts val="1800"/>
              <a:buChar char="−"/>
              <a:defRPr sz="1350" b="0"/>
            </a:lvl2pPr>
            <a:lvl3pPr marL="1028700" lvl="2" indent="-240029" algn="l">
              <a:lnSpc>
                <a:spcPct val="100000"/>
              </a:lnSpc>
              <a:spcBef>
                <a:spcPts val="600"/>
              </a:spcBef>
              <a:spcAft>
                <a:spcPts val="0"/>
              </a:spcAft>
              <a:buSzPts val="1440"/>
              <a:buChar char="▪"/>
              <a:defRPr sz="135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400135360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Four Image/Four Content">
  <p:cSld name="Four Image/Four Content">
    <p:spTree>
      <p:nvGrpSpPr>
        <p:cNvPr id="1" name="Shape 108"/>
        <p:cNvGrpSpPr/>
        <p:nvPr/>
      </p:nvGrpSpPr>
      <p:grpSpPr>
        <a:xfrm>
          <a:off x="0" y="0"/>
          <a:ext cx="0" cy="0"/>
          <a:chOff x="0" y="0"/>
          <a:chExt cx="0" cy="0"/>
        </a:xfrm>
      </p:grpSpPr>
      <p:sp>
        <p:nvSpPr>
          <p:cNvPr id="109" name="Google Shape;109;p62"/>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110" name="Google Shape;110;p62"/>
          <p:cNvSpPr txBox="1">
            <a:spLocks noGrp="1"/>
          </p:cNvSpPr>
          <p:nvPr>
            <p:ph type="body" idx="1"/>
          </p:nvPr>
        </p:nvSpPr>
        <p:spPr>
          <a:xfrm>
            <a:off x="476844" y="1825628"/>
            <a:ext cx="2875957" cy="899814"/>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11" name="Google Shape;111;p62"/>
          <p:cNvSpPr txBox="1">
            <a:spLocks noGrp="1"/>
          </p:cNvSpPr>
          <p:nvPr>
            <p:ph type="body" idx="2"/>
          </p:nvPr>
        </p:nvSpPr>
        <p:spPr>
          <a:xfrm>
            <a:off x="3624200" y="1825627"/>
            <a:ext cx="8090957" cy="895515"/>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sz="1350" b="0"/>
            </a:lvl1pPr>
            <a:lvl2pPr marL="685800" lvl="1" indent="-257175" algn="l">
              <a:lnSpc>
                <a:spcPct val="100000"/>
              </a:lnSpc>
              <a:spcBef>
                <a:spcPts val="600"/>
              </a:spcBef>
              <a:spcAft>
                <a:spcPts val="0"/>
              </a:spcAft>
              <a:buSzPts val="1800"/>
              <a:buChar char="−"/>
              <a:defRPr sz="1350" b="0"/>
            </a:lvl2pPr>
            <a:lvl3pPr marL="1028700" lvl="2" indent="-240029" algn="l">
              <a:lnSpc>
                <a:spcPct val="100000"/>
              </a:lnSpc>
              <a:spcBef>
                <a:spcPts val="600"/>
              </a:spcBef>
              <a:spcAft>
                <a:spcPts val="0"/>
              </a:spcAft>
              <a:buSzPts val="1440"/>
              <a:buChar char="▪"/>
              <a:defRPr sz="135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12" name="Google Shape;112;p62"/>
          <p:cNvSpPr txBox="1">
            <a:spLocks noGrp="1"/>
          </p:cNvSpPr>
          <p:nvPr>
            <p:ph type="body" idx="3"/>
          </p:nvPr>
        </p:nvSpPr>
        <p:spPr>
          <a:xfrm>
            <a:off x="476844" y="2941438"/>
            <a:ext cx="2875957" cy="899814"/>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13" name="Google Shape;113;p62"/>
          <p:cNvSpPr txBox="1">
            <a:spLocks noGrp="1"/>
          </p:cNvSpPr>
          <p:nvPr>
            <p:ph type="body" idx="4"/>
          </p:nvPr>
        </p:nvSpPr>
        <p:spPr>
          <a:xfrm>
            <a:off x="3624200" y="2941437"/>
            <a:ext cx="8090957" cy="895515"/>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sz="1350" b="0"/>
            </a:lvl1pPr>
            <a:lvl2pPr marL="685800" lvl="1" indent="-257175" algn="l">
              <a:lnSpc>
                <a:spcPct val="100000"/>
              </a:lnSpc>
              <a:spcBef>
                <a:spcPts val="600"/>
              </a:spcBef>
              <a:spcAft>
                <a:spcPts val="0"/>
              </a:spcAft>
              <a:buSzPts val="1800"/>
              <a:buChar char="−"/>
              <a:defRPr sz="1350" b="0"/>
            </a:lvl2pPr>
            <a:lvl3pPr marL="1028700" lvl="2" indent="-240029" algn="l">
              <a:lnSpc>
                <a:spcPct val="100000"/>
              </a:lnSpc>
              <a:spcBef>
                <a:spcPts val="600"/>
              </a:spcBef>
              <a:spcAft>
                <a:spcPts val="0"/>
              </a:spcAft>
              <a:buSzPts val="1440"/>
              <a:buChar char="▪"/>
              <a:defRPr sz="135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14" name="Google Shape;114;p62"/>
          <p:cNvSpPr txBox="1">
            <a:spLocks noGrp="1"/>
          </p:cNvSpPr>
          <p:nvPr>
            <p:ph type="body" idx="5"/>
          </p:nvPr>
        </p:nvSpPr>
        <p:spPr>
          <a:xfrm>
            <a:off x="480444" y="4065961"/>
            <a:ext cx="2875957" cy="899814"/>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15" name="Google Shape;115;p62"/>
          <p:cNvSpPr txBox="1">
            <a:spLocks noGrp="1"/>
          </p:cNvSpPr>
          <p:nvPr>
            <p:ph type="body" idx="6"/>
          </p:nvPr>
        </p:nvSpPr>
        <p:spPr>
          <a:xfrm>
            <a:off x="3627802" y="4065960"/>
            <a:ext cx="8090957" cy="895515"/>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sz="1350" b="0"/>
            </a:lvl1pPr>
            <a:lvl2pPr marL="685800" lvl="1" indent="-257175" algn="l">
              <a:lnSpc>
                <a:spcPct val="100000"/>
              </a:lnSpc>
              <a:spcBef>
                <a:spcPts val="600"/>
              </a:spcBef>
              <a:spcAft>
                <a:spcPts val="0"/>
              </a:spcAft>
              <a:buSzPts val="1800"/>
              <a:buChar char="−"/>
              <a:defRPr sz="1350" b="0"/>
            </a:lvl2pPr>
            <a:lvl3pPr marL="1028700" lvl="2" indent="-240029" algn="l">
              <a:lnSpc>
                <a:spcPct val="100000"/>
              </a:lnSpc>
              <a:spcBef>
                <a:spcPts val="600"/>
              </a:spcBef>
              <a:spcAft>
                <a:spcPts val="0"/>
              </a:spcAft>
              <a:buSzPts val="1440"/>
              <a:buChar char="▪"/>
              <a:defRPr sz="135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16" name="Google Shape;116;p62"/>
          <p:cNvSpPr txBox="1">
            <a:spLocks noGrp="1"/>
          </p:cNvSpPr>
          <p:nvPr>
            <p:ph type="body" idx="7"/>
          </p:nvPr>
        </p:nvSpPr>
        <p:spPr>
          <a:xfrm>
            <a:off x="480444" y="5181771"/>
            <a:ext cx="2875957" cy="899814"/>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17" name="Google Shape;117;p62"/>
          <p:cNvSpPr txBox="1">
            <a:spLocks noGrp="1"/>
          </p:cNvSpPr>
          <p:nvPr>
            <p:ph type="body" idx="8"/>
          </p:nvPr>
        </p:nvSpPr>
        <p:spPr>
          <a:xfrm>
            <a:off x="3627802" y="5181770"/>
            <a:ext cx="8090957" cy="895515"/>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sz="1350" b="0"/>
            </a:lvl1pPr>
            <a:lvl2pPr marL="685800" lvl="1" indent="-257175" algn="l">
              <a:lnSpc>
                <a:spcPct val="100000"/>
              </a:lnSpc>
              <a:spcBef>
                <a:spcPts val="600"/>
              </a:spcBef>
              <a:spcAft>
                <a:spcPts val="0"/>
              </a:spcAft>
              <a:buSzPts val="1800"/>
              <a:buChar char="−"/>
              <a:defRPr sz="1350" b="0"/>
            </a:lvl2pPr>
            <a:lvl3pPr marL="1028700" lvl="2" indent="-240029" algn="l">
              <a:lnSpc>
                <a:spcPct val="100000"/>
              </a:lnSpc>
              <a:spcBef>
                <a:spcPts val="600"/>
              </a:spcBef>
              <a:spcAft>
                <a:spcPts val="0"/>
              </a:spcAft>
              <a:buSzPts val="1440"/>
              <a:buChar char="▪"/>
              <a:defRPr sz="135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146848127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lvl="0"/>
            <a:fld id="{79963D04-8C51-4B8C-9408-881BB3C5BCEA}" type="datetime1">
              <a:rPr lang="en-US" smtClean="0"/>
              <a:pPr lvl="0"/>
              <a:t>12/4/2024</a:t>
            </a:fld>
            <a:endParaRPr lang="en-US"/>
          </a:p>
        </p:txBody>
      </p:sp>
      <p:sp>
        <p:nvSpPr>
          <p:cNvPr id="3" name="Footer Placeholder 2"/>
          <p:cNvSpPr>
            <a:spLocks noGrp="1"/>
          </p:cNvSpPr>
          <p:nvPr>
            <p:ph type="ftr" sz="quarter" idx="11"/>
          </p:nvPr>
        </p:nvSpPr>
        <p:spPr/>
        <p:txBody>
          <a:bodyPr/>
          <a:lstStyle/>
          <a:p>
            <a:pPr lvl="0"/>
            <a:endParaRPr lang="en-US"/>
          </a:p>
        </p:txBody>
      </p:sp>
      <p:sp>
        <p:nvSpPr>
          <p:cNvPr id="4" name="Slide Number Placeholder 3"/>
          <p:cNvSpPr>
            <a:spLocks noGrp="1"/>
          </p:cNvSpPr>
          <p:nvPr>
            <p:ph type="sldNum" sz="quarter" idx="12"/>
          </p:nvPr>
        </p:nvSpPr>
        <p:spPr/>
        <p:txBody>
          <a:bodyPr/>
          <a:lstStyle/>
          <a:p>
            <a:pPr lvl="0"/>
            <a:fld id="{B7899955-1260-4A0E-A598-60179DB5AE2D}" type="slidenum">
              <a:rPr lang="en-US" smtClean="0"/>
              <a:t>‹#›</a:t>
            </a:fld>
            <a:endParaRPr lang="en-US"/>
          </a:p>
        </p:txBody>
      </p:sp>
    </p:spTree>
    <p:extLst>
      <p:ext uri="{BB962C8B-B14F-4D97-AF65-F5344CB8AC3E}">
        <p14:creationId xmlns:p14="http://schemas.microsoft.com/office/powerpoint/2010/main" val="2844144433"/>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First Slide)" userDrawn="1">
  <p:cSld name="Title (First Slide)">
    <p:spTree>
      <p:nvGrpSpPr>
        <p:cNvPr id="1" name="Shape 15"/>
        <p:cNvGrpSpPr/>
        <p:nvPr/>
      </p:nvGrpSpPr>
      <p:grpSpPr>
        <a:xfrm>
          <a:off x="0" y="0"/>
          <a:ext cx="0" cy="0"/>
          <a:chOff x="0" y="0"/>
          <a:chExt cx="0" cy="0"/>
        </a:xfrm>
      </p:grpSpPr>
      <p:pic>
        <p:nvPicPr>
          <p:cNvPr id="16" name="Google Shape;16;p48"/>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17" name="Google Shape;17;p48"/>
          <p:cNvSpPr txBox="1">
            <a:spLocks noGrp="1"/>
          </p:cNvSpPr>
          <p:nvPr>
            <p:ph type="ctrTitle"/>
          </p:nvPr>
        </p:nvSpPr>
        <p:spPr>
          <a:xfrm>
            <a:off x="5646422" y="1168663"/>
            <a:ext cx="6104303" cy="23876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lt1"/>
              </a:buClr>
              <a:buSzPts val="4800"/>
              <a:buFont typeface="Work Sans"/>
              <a:buNone/>
              <a:defRPr sz="27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18" name="Google Shape;18;p48"/>
          <p:cNvSpPr txBox="1">
            <a:spLocks noGrp="1"/>
          </p:cNvSpPr>
          <p:nvPr>
            <p:ph type="subTitle" idx="1"/>
          </p:nvPr>
        </p:nvSpPr>
        <p:spPr>
          <a:xfrm>
            <a:off x="5646422" y="3809720"/>
            <a:ext cx="6104303" cy="1424930"/>
          </a:xfrm>
          <a:prstGeom prst="rect">
            <a:avLst/>
          </a:prstGeom>
          <a:noFill/>
          <a:ln>
            <a:noFill/>
          </a:ln>
        </p:spPr>
        <p:txBody>
          <a:bodyPr spcFirstLastPara="1" wrap="square" lIns="91425" tIns="45700" rIns="91425" bIns="45700" anchor="t" anchorCtr="0">
            <a:noAutofit/>
          </a:bodyPr>
          <a:lstStyle>
            <a:lvl1pPr lvl="0" algn="l">
              <a:lnSpc>
                <a:spcPct val="100000"/>
              </a:lnSpc>
              <a:spcBef>
                <a:spcPts val="563"/>
              </a:spcBef>
              <a:spcAft>
                <a:spcPts val="0"/>
              </a:spcAft>
              <a:buSzPts val="3200"/>
              <a:buNone/>
              <a:defRPr sz="1800">
                <a:solidFill>
                  <a:schemeClr val="lt1"/>
                </a:solidFill>
              </a:defRPr>
            </a:lvl1pPr>
            <a:lvl2pPr lvl="1" algn="ctr">
              <a:lnSpc>
                <a:spcPct val="100000"/>
              </a:lnSpc>
              <a:spcBef>
                <a:spcPts val="450"/>
              </a:spcBef>
              <a:spcAft>
                <a:spcPts val="0"/>
              </a:spcAft>
              <a:buSzPts val="2000"/>
              <a:buNone/>
              <a:defRPr sz="1125"/>
            </a:lvl2pPr>
            <a:lvl3pPr lvl="2" algn="ctr">
              <a:lnSpc>
                <a:spcPct val="100000"/>
              </a:lnSpc>
              <a:spcBef>
                <a:spcPts val="450"/>
              </a:spcBef>
              <a:spcAft>
                <a:spcPts val="0"/>
              </a:spcAft>
              <a:buSzPts val="1440"/>
              <a:buNone/>
              <a:defRPr sz="1013"/>
            </a:lvl3pPr>
            <a:lvl4pPr lvl="3" algn="ctr">
              <a:lnSpc>
                <a:spcPct val="90000"/>
              </a:lnSpc>
              <a:spcBef>
                <a:spcPts val="450"/>
              </a:spcBef>
              <a:spcAft>
                <a:spcPts val="0"/>
              </a:spcAft>
              <a:buSzPts val="1600"/>
              <a:buNone/>
              <a:defRPr sz="900"/>
            </a:lvl4pPr>
            <a:lvl5pPr lvl="4" algn="ctr">
              <a:lnSpc>
                <a:spcPct val="90000"/>
              </a:lnSpc>
              <a:spcBef>
                <a:spcPts val="281"/>
              </a:spcBef>
              <a:spcAft>
                <a:spcPts val="0"/>
              </a:spcAft>
              <a:buClr>
                <a:schemeClr val="accent1"/>
              </a:buClr>
              <a:buSzPts val="1600"/>
              <a:buNone/>
              <a:defRPr sz="900"/>
            </a:lvl5pPr>
            <a:lvl6pPr lvl="5" algn="ctr">
              <a:lnSpc>
                <a:spcPct val="90000"/>
              </a:lnSpc>
              <a:spcBef>
                <a:spcPts val="281"/>
              </a:spcBef>
              <a:spcAft>
                <a:spcPts val="0"/>
              </a:spcAft>
              <a:buClr>
                <a:schemeClr val="dk1"/>
              </a:buClr>
              <a:buSzPts val="1600"/>
              <a:buNone/>
              <a:defRPr sz="900"/>
            </a:lvl6pPr>
            <a:lvl7pPr lvl="6" algn="ctr">
              <a:lnSpc>
                <a:spcPct val="90000"/>
              </a:lnSpc>
              <a:spcBef>
                <a:spcPts val="281"/>
              </a:spcBef>
              <a:spcAft>
                <a:spcPts val="0"/>
              </a:spcAft>
              <a:buClr>
                <a:schemeClr val="dk1"/>
              </a:buClr>
              <a:buSzPts val="1600"/>
              <a:buNone/>
              <a:defRPr sz="900"/>
            </a:lvl7pPr>
            <a:lvl8pPr lvl="7" algn="ctr">
              <a:lnSpc>
                <a:spcPct val="90000"/>
              </a:lnSpc>
              <a:spcBef>
                <a:spcPts val="281"/>
              </a:spcBef>
              <a:spcAft>
                <a:spcPts val="0"/>
              </a:spcAft>
              <a:buClr>
                <a:schemeClr val="dk1"/>
              </a:buClr>
              <a:buSzPts val="1600"/>
              <a:buNone/>
              <a:defRPr sz="900"/>
            </a:lvl8pPr>
            <a:lvl9pPr lvl="8" algn="ctr">
              <a:lnSpc>
                <a:spcPct val="90000"/>
              </a:lnSpc>
              <a:spcBef>
                <a:spcPts val="281"/>
              </a:spcBef>
              <a:spcAft>
                <a:spcPts val="0"/>
              </a:spcAft>
              <a:buClr>
                <a:schemeClr val="dk1"/>
              </a:buClr>
              <a:buSzPts val="1600"/>
              <a:buNone/>
              <a:defRPr sz="900"/>
            </a:lvl9pPr>
          </a:lstStyle>
          <a:p>
            <a:r>
              <a:rPr lang="en-US"/>
              <a:t>Click to edit Master subtitle style</a:t>
            </a:r>
            <a:endParaRPr/>
          </a:p>
        </p:txBody>
      </p:sp>
      <p:sp>
        <p:nvSpPr>
          <p:cNvPr id="19" name="Google Shape;19;p48"/>
          <p:cNvSpPr>
            <a:spLocks noGrp="1"/>
          </p:cNvSpPr>
          <p:nvPr>
            <p:ph type="pic" idx="2"/>
          </p:nvPr>
        </p:nvSpPr>
        <p:spPr>
          <a:xfrm>
            <a:off x="475251" y="808041"/>
            <a:ext cx="4713288" cy="5241925"/>
          </a:xfrm>
          <a:prstGeom prst="rect">
            <a:avLst/>
          </a:prstGeom>
          <a:noFill/>
          <a:ln>
            <a:noFill/>
          </a:ln>
        </p:spPr>
      </p:sp>
      <p:sp>
        <p:nvSpPr>
          <p:cNvPr id="20" name="Google Shape;20;p48"/>
          <p:cNvSpPr txBox="1"/>
          <p:nvPr/>
        </p:nvSpPr>
        <p:spPr>
          <a:xfrm>
            <a:off x="11082189" y="6449054"/>
            <a:ext cx="734291" cy="365760"/>
          </a:xfrm>
          <a:prstGeom prst="rect">
            <a:avLst/>
          </a:prstGeom>
          <a:noFill/>
          <a:ln>
            <a:noFill/>
          </a:ln>
        </p:spPr>
        <p:txBody>
          <a:bodyPr spcFirstLastPara="1" wrap="square" lIns="51427" tIns="25706" rIns="51427" bIns="25706" anchor="ctr" anchorCtr="0">
            <a:noAutofit/>
          </a:bodyPr>
          <a:lstStyle/>
          <a:p>
            <a:pPr marL="0" marR="0" lvl="0" indent="0" algn="r" rtl="0">
              <a:spcBef>
                <a:spcPts val="0"/>
              </a:spcBef>
              <a:spcAft>
                <a:spcPts val="0"/>
              </a:spcAft>
              <a:buNone/>
            </a:pPr>
            <a:fld id="{00000000-1234-1234-1234-123412341234}" type="slidenum">
              <a:rPr lang="en-US" sz="619">
                <a:solidFill>
                  <a:schemeClr val="lt1"/>
                </a:solidFill>
                <a:latin typeface="Work Sans"/>
                <a:ea typeface="Work Sans"/>
                <a:cs typeface="Work Sans"/>
                <a:sym typeface="Work Sans"/>
              </a:rPr>
              <a:pPr marL="0" marR="0" lvl="0" indent="0" algn="r" rtl="0">
                <a:spcBef>
                  <a:spcPts val="0"/>
                </a:spcBef>
                <a:spcAft>
                  <a:spcPts val="0"/>
                </a:spcAft>
                <a:buNone/>
              </a:pPr>
              <a:t>‹#›</a:t>
            </a:fld>
            <a:endParaRPr sz="619">
              <a:solidFill>
                <a:schemeClr val="lt1"/>
              </a:solidFill>
              <a:latin typeface="Work Sans"/>
              <a:ea typeface="Work Sans"/>
              <a:cs typeface="Work Sans"/>
              <a:sym typeface="Work Sans"/>
            </a:endParaRPr>
          </a:p>
        </p:txBody>
      </p:sp>
      <p:pic>
        <p:nvPicPr>
          <p:cNvPr id="21" name="Google Shape;21;p48"/>
          <p:cNvPicPr preferRelativeResize="0"/>
          <p:nvPr/>
        </p:nvPicPr>
        <p:blipFill rotWithShape="1">
          <a:blip r:embed="rId3">
            <a:alphaModFix/>
          </a:blip>
          <a:srcRect/>
          <a:stretch/>
        </p:blipFill>
        <p:spPr>
          <a:xfrm>
            <a:off x="183090" y="6223889"/>
            <a:ext cx="1820281" cy="610675"/>
          </a:xfrm>
          <a:prstGeom prst="rect">
            <a:avLst/>
          </a:prstGeom>
          <a:noFill/>
          <a:ln>
            <a:noFill/>
          </a:ln>
        </p:spPr>
      </p:pic>
      <p:sp>
        <p:nvSpPr>
          <p:cNvPr id="3" name="Content Placeholder 2">
            <a:extLst>
              <a:ext uri="{FF2B5EF4-FFF2-40B4-BE49-F238E27FC236}">
                <a16:creationId xmlns:a16="http://schemas.microsoft.com/office/drawing/2014/main" id="{D8B08991-0D45-1B8C-3A5C-27A18BB573EC}"/>
              </a:ext>
            </a:extLst>
          </p:cNvPr>
          <p:cNvSpPr>
            <a:spLocks noGrp="1"/>
          </p:cNvSpPr>
          <p:nvPr>
            <p:ph sz="quarter" idx="10"/>
          </p:nvPr>
        </p:nvSpPr>
        <p:spPr>
          <a:xfrm>
            <a:off x="2073275" y="6362702"/>
            <a:ext cx="9220200" cy="2651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135831450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Content" preserve="1">
  <p:cSld name="2_Title Content">
    <p:spTree>
      <p:nvGrpSpPr>
        <p:cNvPr id="1" name="Shape 23"/>
        <p:cNvGrpSpPr/>
        <p:nvPr/>
      </p:nvGrpSpPr>
      <p:grpSpPr>
        <a:xfrm>
          <a:off x="0" y="0"/>
          <a:ext cx="0" cy="0"/>
          <a:chOff x="0" y="0"/>
          <a:chExt cx="0" cy="0"/>
        </a:xfrm>
      </p:grpSpPr>
      <p:sp>
        <p:nvSpPr>
          <p:cNvPr id="24" name="Google Shape;24;p49"/>
          <p:cNvSpPr txBox="1">
            <a:spLocks noGrp="1"/>
          </p:cNvSpPr>
          <p:nvPr>
            <p:ph type="title"/>
          </p:nvPr>
        </p:nvSpPr>
        <p:spPr>
          <a:xfrm>
            <a:off x="476844" y="473246"/>
            <a:ext cx="11241915" cy="898354"/>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dirty="0"/>
              <a:t>Click to edit Master title style</a:t>
            </a:r>
            <a:endParaRPr dirty="0"/>
          </a:p>
        </p:txBody>
      </p:sp>
      <p:sp>
        <p:nvSpPr>
          <p:cNvPr id="25" name="Google Shape;25;p49"/>
          <p:cNvSpPr txBox="1">
            <a:spLocks noGrp="1"/>
          </p:cNvSpPr>
          <p:nvPr>
            <p:ph type="body" idx="1"/>
          </p:nvPr>
        </p:nvSpPr>
        <p:spPr>
          <a:xfrm>
            <a:off x="476844" y="1563626"/>
            <a:ext cx="11241915" cy="4613339"/>
          </a:xfrm>
          <a:prstGeom prst="rect">
            <a:avLst/>
          </a:prstGeom>
          <a:noFill/>
          <a:ln>
            <a:noFill/>
          </a:ln>
        </p:spPr>
        <p:txBody>
          <a:bodyPr spcFirstLastPara="1" wrap="square" lIns="91425" tIns="45700" rIns="91425" bIns="45700" anchor="t" anchorCtr="0">
            <a:noAutofit/>
          </a:bodyPr>
          <a:lstStyle>
            <a:lvl1pPr marL="360363" lvl="0" indent="-360363" algn="l">
              <a:lnSpc>
                <a:spcPct val="100000"/>
              </a:lnSpc>
              <a:spcBef>
                <a:spcPts val="624"/>
              </a:spcBef>
              <a:spcAft>
                <a:spcPts val="600"/>
              </a:spcAft>
              <a:buSzPct val="100000"/>
              <a:buChar char="•"/>
              <a:defRPr sz="2600"/>
            </a:lvl1pPr>
            <a:lvl2pPr marL="720725" lvl="1" indent="-360363" algn="l">
              <a:lnSpc>
                <a:spcPct val="100000"/>
              </a:lnSpc>
              <a:spcBef>
                <a:spcPts val="624"/>
              </a:spcBef>
              <a:spcAft>
                <a:spcPts val="600"/>
              </a:spcAft>
              <a:buSzPct val="100000"/>
              <a:buFont typeface="Arial" panose="020B0604020202020204" pitchFamily="34" charset="0"/>
              <a:buChar char="–"/>
              <a:defRPr sz="2400" b="0"/>
            </a:lvl2pPr>
            <a:lvl3pPr marL="1081088" lvl="2" indent="-360363" algn="l">
              <a:lnSpc>
                <a:spcPct val="100000"/>
              </a:lnSpc>
              <a:spcBef>
                <a:spcPts val="624"/>
              </a:spcBef>
              <a:spcAft>
                <a:spcPts val="600"/>
              </a:spcAft>
              <a:buSzPct val="100000"/>
              <a:buChar char="▪"/>
              <a:defRPr sz="2200" b="0"/>
            </a:lvl3pPr>
            <a:lvl4pPr marL="1371600" marR="0" lvl="3" indent="-171450" algn="l">
              <a:lnSpc>
                <a:spcPct val="100000"/>
              </a:lnSpc>
              <a:spcBef>
                <a:spcPts val="468"/>
              </a:spcBef>
              <a:spcAft>
                <a:spcPts val="0"/>
              </a:spcAft>
              <a:buClr>
                <a:schemeClr val="dk1"/>
              </a:buClr>
              <a:buSzPts val="2400"/>
              <a:buFont typeface="Arial"/>
              <a:buNone/>
              <a:defRPr/>
            </a:lvl4pPr>
            <a:lvl5pPr marL="1714500" lvl="4" indent="-257175" algn="l">
              <a:lnSpc>
                <a:spcPct val="90000"/>
              </a:lnSpc>
              <a:spcBef>
                <a:spcPts val="450"/>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dirty="0"/>
              <a:t>Click to edit Master text styles</a:t>
            </a:r>
          </a:p>
          <a:p>
            <a:pPr lvl="1"/>
            <a:endParaRPr lang="en-US" dirty="0"/>
          </a:p>
          <a:p>
            <a:pPr lvl="2"/>
            <a:endParaRPr lang="en-US" dirty="0"/>
          </a:p>
        </p:txBody>
      </p:sp>
    </p:spTree>
    <p:extLst>
      <p:ext uri="{BB962C8B-B14F-4D97-AF65-F5344CB8AC3E}">
        <p14:creationId xmlns:p14="http://schemas.microsoft.com/office/powerpoint/2010/main" val="140342778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Content" preserve="1" userDrawn="1">
  <p:cSld name="2_Title Content">
    <p:spTree>
      <p:nvGrpSpPr>
        <p:cNvPr id="1" name="Shape 23"/>
        <p:cNvGrpSpPr/>
        <p:nvPr/>
      </p:nvGrpSpPr>
      <p:grpSpPr>
        <a:xfrm>
          <a:off x="0" y="0"/>
          <a:ext cx="0" cy="0"/>
          <a:chOff x="0" y="0"/>
          <a:chExt cx="0" cy="0"/>
        </a:xfrm>
      </p:grpSpPr>
      <p:sp>
        <p:nvSpPr>
          <p:cNvPr id="24" name="Google Shape;24;p49"/>
          <p:cNvSpPr txBox="1">
            <a:spLocks noGrp="1"/>
          </p:cNvSpPr>
          <p:nvPr>
            <p:ph type="title"/>
          </p:nvPr>
        </p:nvSpPr>
        <p:spPr>
          <a:xfrm>
            <a:off x="476844" y="473246"/>
            <a:ext cx="11241915" cy="898354"/>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dirty="0"/>
              <a:t>Click to edit Master title style</a:t>
            </a:r>
            <a:endParaRPr dirty="0"/>
          </a:p>
        </p:txBody>
      </p:sp>
      <p:sp>
        <p:nvSpPr>
          <p:cNvPr id="25" name="Google Shape;25;p49"/>
          <p:cNvSpPr txBox="1">
            <a:spLocks noGrp="1"/>
          </p:cNvSpPr>
          <p:nvPr>
            <p:ph type="body" idx="1"/>
          </p:nvPr>
        </p:nvSpPr>
        <p:spPr>
          <a:xfrm>
            <a:off x="476844" y="1563627"/>
            <a:ext cx="11241915" cy="2551174"/>
          </a:xfrm>
          <a:prstGeom prst="rect">
            <a:avLst/>
          </a:prstGeom>
          <a:noFill/>
          <a:ln>
            <a:noFill/>
          </a:ln>
        </p:spPr>
        <p:txBody>
          <a:bodyPr spcFirstLastPara="1" wrap="square" lIns="91425" tIns="45700" rIns="91425" bIns="45700" anchor="t" anchorCtr="0">
            <a:noAutofit/>
          </a:bodyPr>
          <a:lstStyle>
            <a:lvl1pPr marL="360363" lvl="0" indent="-360363" algn="l">
              <a:lnSpc>
                <a:spcPct val="100000"/>
              </a:lnSpc>
              <a:spcBef>
                <a:spcPts val="624"/>
              </a:spcBef>
              <a:spcAft>
                <a:spcPts val="600"/>
              </a:spcAft>
              <a:buSzPct val="100000"/>
              <a:buChar char="•"/>
              <a:defRPr sz="2600"/>
            </a:lvl1pPr>
            <a:lvl2pPr marL="720725" lvl="1" indent="-360363" algn="l">
              <a:lnSpc>
                <a:spcPct val="100000"/>
              </a:lnSpc>
              <a:spcBef>
                <a:spcPts val="624"/>
              </a:spcBef>
              <a:spcAft>
                <a:spcPts val="600"/>
              </a:spcAft>
              <a:buSzPct val="100000"/>
              <a:buFont typeface="Arial" panose="020B0604020202020204" pitchFamily="34" charset="0"/>
              <a:buChar char="–"/>
              <a:defRPr sz="2400" b="0"/>
            </a:lvl2pPr>
            <a:lvl3pPr marL="1081088" lvl="2" indent="-360363" algn="l">
              <a:lnSpc>
                <a:spcPct val="100000"/>
              </a:lnSpc>
              <a:spcBef>
                <a:spcPts val="624"/>
              </a:spcBef>
              <a:spcAft>
                <a:spcPts val="600"/>
              </a:spcAft>
              <a:buSzPct val="100000"/>
              <a:buChar char="▪"/>
              <a:defRPr sz="2200" b="0"/>
            </a:lvl3pPr>
            <a:lvl4pPr marL="1371600" marR="0" lvl="3" indent="-171450" algn="l">
              <a:lnSpc>
                <a:spcPct val="100000"/>
              </a:lnSpc>
              <a:spcBef>
                <a:spcPts val="468"/>
              </a:spcBef>
              <a:spcAft>
                <a:spcPts val="0"/>
              </a:spcAft>
              <a:buClr>
                <a:schemeClr val="dk1"/>
              </a:buClr>
              <a:buSzPts val="2400"/>
              <a:buFont typeface="Arial"/>
              <a:buNone/>
              <a:defRPr/>
            </a:lvl4pPr>
            <a:lvl5pPr marL="1714500" lvl="4" indent="-257175" algn="l">
              <a:lnSpc>
                <a:spcPct val="90000"/>
              </a:lnSpc>
              <a:spcBef>
                <a:spcPts val="450"/>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dirty="0"/>
              <a:t>Click to edit Master text styles</a:t>
            </a:r>
          </a:p>
          <a:p>
            <a:pPr lvl="1"/>
            <a:endParaRPr lang="en-US" dirty="0"/>
          </a:p>
          <a:p>
            <a:pPr lvl="2"/>
            <a:endParaRPr lang="en-US" dirty="0"/>
          </a:p>
        </p:txBody>
      </p:sp>
      <p:sp>
        <p:nvSpPr>
          <p:cNvPr id="3" name="Content Placeholder 2">
            <a:extLst>
              <a:ext uri="{FF2B5EF4-FFF2-40B4-BE49-F238E27FC236}">
                <a16:creationId xmlns:a16="http://schemas.microsoft.com/office/drawing/2014/main" id="{8895828E-EA3F-4CA8-307B-48FEC5D07897}"/>
              </a:ext>
            </a:extLst>
          </p:cNvPr>
          <p:cNvSpPr>
            <a:spLocks noGrp="1"/>
          </p:cNvSpPr>
          <p:nvPr>
            <p:ph sz="quarter" idx="10"/>
          </p:nvPr>
        </p:nvSpPr>
        <p:spPr>
          <a:xfrm>
            <a:off x="762000" y="4343400"/>
            <a:ext cx="914400" cy="914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Picture Placeholder 4">
            <a:extLst>
              <a:ext uri="{FF2B5EF4-FFF2-40B4-BE49-F238E27FC236}">
                <a16:creationId xmlns:a16="http://schemas.microsoft.com/office/drawing/2014/main" id="{9AEF9958-1749-0465-07DF-15C2D1F53527}"/>
              </a:ext>
            </a:extLst>
          </p:cNvPr>
          <p:cNvSpPr>
            <a:spLocks noGrp="1"/>
          </p:cNvSpPr>
          <p:nvPr>
            <p:ph type="pic" sz="quarter" idx="11"/>
          </p:nvPr>
        </p:nvSpPr>
        <p:spPr>
          <a:xfrm>
            <a:off x="2514600" y="4343400"/>
            <a:ext cx="914400" cy="914400"/>
          </a:xfrm>
        </p:spPr>
        <p:txBody>
          <a:bodyPr/>
          <a:lstStyle/>
          <a:p>
            <a:endParaRPr lang="en-IN"/>
          </a:p>
        </p:txBody>
      </p:sp>
      <p:sp>
        <p:nvSpPr>
          <p:cNvPr id="7" name="Picture Placeholder 6">
            <a:extLst>
              <a:ext uri="{FF2B5EF4-FFF2-40B4-BE49-F238E27FC236}">
                <a16:creationId xmlns:a16="http://schemas.microsoft.com/office/drawing/2014/main" id="{B681B75B-B529-DA74-4FFF-59364091EAD4}"/>
              </a:ext>
            </a:extLst>
          </p:cNvPr>
          <p:cNvSpPr>
            <a:spLocks noGrp="1"/>
          </p:cNvSpPr>
          <p:nvPr>
            <p:ph type="pic" sz="quarter" idx="12"/>
          </p:nvPr>
        </p:nvSpPr>
        <p:spPr>
          <a:xfrm>
            <a:off x="3962400" y="4343400"/>
            <a:ext cx="914400" cy="914400"/>
          </a:xfrm>
        </p:spPr>
        <p:txBody>
          <a:bodyPr/>
          <a:lstStyle/>
          <a:p>
            <a:endParaRPr lang="en-IN"/>
          </a:p>
        </p:txBody>
      </p:sp>
      <p:sp>
        <p:nvSpPr>
          <p:cNvPr id="9" name="Table Placeholder 8">
            <a:extLst>
              <a:ext uri="{FF2B5EF4-FFF2-40B4-BE49-F238E27FC236}">
                <a16:creationId xmlns:a16="http://schemas.microsoft.com/office/drawing/2014/main" id="{C07172BB-7322-FE60-2B39-0E2800E40284}"/>
              </a:ext>
            </a:extLst>
          </p:cNvPr>
          <p:cNvSpPr>
            <a:spLocks noGrp="1"/>
          </p:cNvSpPr>
          <p:nvPr>
            <p:ph type="tbl" sz="quarter" idx="13"/>
          </p:nvPr>
        </p:nvSpPr>
        <p:spPr>
          <a:xfrm>
            <a:off x="6096000" y="4343400"/>
            <a:ext cx="914400" cy="914400"/>
          </a:xfrm>
        </p:spPr>
        <p:txBody>
          <a:bodyPr/>
          <a:lstStyle/>
          <a:p>
            <a:endParaRPr lang="en-IN"/>
          </a:p>
        </p:txBody>
      </p:sp>
    </p:spTree>
    <p:extLst>
      <p:ext uri="{BB962C8B-B14F-4D97-AF65-F5344CB8AC3E}">
        <p14:creationId xmlns:p14="http://schemas.microsoft.com/office/powerpoint/2010/main" val="408244548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Content" userDrawn="1">
  <p:cSld name="2_Title Content">
    <p:spTree>
      <p:nvGrpSpPr>
        <p:cNvPr id="1" name="Shape 23"/>
        <p:cNvGrpSpPr/>
        <p:nvPr/>
      </p:nvGrpSpPr>
      <p:grpSpPr>
        <a:xfrm>
          <a:off x="0" y="0"/>
          <a:ext cx="0" cy="0"/>
          <a:chOff x="0" y="0"/>
          <a:chExt cx="0" cy="0"/>
        </a:xfrm>
      </p:grpSpPr>
      <p:sp>
        <p:nvSpPr>
          <p:cNvPr id="24" name="Google Shape;24;p49"/>
          <p:cNvSpPr txBox="1">
            <a:spLocks noGrp="1"/>
          </p:cNvSpPr>
          <p:nvPr>
            <p:ph type="title"/>
          </p:nvPr>
        </p:nvSpPr>
        <p:spPr>
          <a:xfrm>
            <a:off x="476844" y="473246"/>
            <a:ext cx="11241915" cy="898354"/>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25" name="Google Shape;25;p49"/>
          <p:cNvSpPr txBox="1">
            <a:spLocks noGrp="1"/>
          </p:cNvSpPr>
          <p:nvPr>
            <p:ph type="body" idx="1"/>
          </p:nvPr>
        </p:nvSpPr>
        <p:spPr>
          <a:xfrm>
            <a:off x="476844" y="1563627"/>
            <a:ext cx="11241915" cy="2474974"/>
          </a:xfrm>
          <a:prstGeom prst="rect">
            <a:avLst/>
          </a:prstGeom>
          <a:noFill/>
          <a:ln>
            <a:noFill/>
          </a:ln>
        </p:spPr>
        <p:txBody>
          <a:bodyPr spcFirstLastPara="1" wrap="square" lIns="91425" tIns="45700" rIns="91425" bIns="45700" anchor="t" anchorCtr="0">
            <a:noAutofit/>
          </a:bodyPr>
          <a:lstStyle>
            <a:lvl1pPr marL="360363" lvl="0" indent="-360363" algn="l">
              <a:lnSpc>
                <a:spcPct val="100000"/>
              </a:lnSpc>
              <a:spcBef>
                <a:spcPts val="624"/>
              </a:spcBef>
              <a:spcAft>
                <a:spcPts val="600"/>
              </a:spcAft>
              <a:buSzPct val="100000"/>
              <a:buChar char="•"/>
              <a:defRPr sz="2600"/>
            </a:lvl1pPr>
            <a:lvl2pPr marL="720725" lvl="1" indent="-360363" algn="l">
              <a:lnSpc>
                <a:spcPct val="100000"/>
              </a:lnSpc>
              <a:spcBef>
                <a:spcPts val="624"/>
              </a:spcBef>
              <a:spcAft>
                <a:spcPts val="600"/>
              </a:spcAft>
              <a:buSzPct val="100000"/>
              <a:buFont typeface="Work Sans" pitchFamily="2" charset="0"/>
              <a:buChar char="–"/>
              <a:defRPr sz="2400" b="0"/>
            </a:lvl2pPr>
            <a:lvl3pPr marL="1081088" lvl="2" indent="-360363" algn="l">
              <a:lnSpc>
                <a:spcPct val="100000"/>
              </a:lnSpc>
              <a:spcBef>
                <a:spcPts val="624"/>
              </a:spcBef>
              <a:spcAft>
                <a:spcPts val="600"/>
              </a:spcAft>
              <a:buSzPct val="100000"/>
              <a:buChar char="▪"/>
              <a:defRPr sz="2200" b="0"/>
            </a:lvl3pPr>
            <a:lvl4pPr marL="1371600" marR="0" lvl="3" indent="-171450" algn="l">
              <a:lnSpc>
                <a:spcPct val="100000"/>
              </a:lnSpc>
              <a:spcBef>
                <a:spcPts val="468"/>
              </a:spcBef>
              <a:spcAft>
                <a:spcPts val="0"/>
              </a:spcAft>
              <a:buClr>
                <a:schemeClr val="dk1"/>
              </a:buClr>
              <a:buSzPts val="2400"/>
              <a:buFont typeface="Arial"/>
              <a:buNone/>
              <a:defRPr/>
            </a:lvl4pPr>
            <a:lvl5pPr marL="1714500" lvl="4" indent="-257175" algn="l">
              <a:lnSpc>
                <a:spcPct val="90000"/>
              </a:lnSpc>
              <a:spcBef>
                <a:spcPts val="450"/>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a:p>
            <a:pPr lvl="1"/>
            <a:r>
              <a:rPr lang="en-US"/>
              <a:t> </a:t>
            </a:r>
          </a:p>
          <a:p>
            <a:pPr lvl="2"/>
            <a:r>
              <a:rPr lang="en-US"/>
              <a:t> </a:t>
            </a:r>
          </a:p>
        </p:txBody>
      </p:sp>
      <p:sp>
        <p:nvSpPr>
          <p:cNvPr id="3" name="Picture Placeholder 2">
            <a:extLst>
              <a:ext uri="{FF2B5EF4-FFF2-40B4-BE49-F238E27FC236}">
                <a16:creationId xmlns:a16="http://schemas.microsoft.com/office/drawing/2014/main" id="{47651C76-B2C2-DB84-C6CD-1CB1A9EE3106}"/>
              </a:ext>
            </a:extLst>
          </p:cNvPr>
          <p:cNvSpPr>
            <a:spLocks noGrp="1"/>
          </p:cNvSpPr>
          <p:nvPr>
            <p:ph type="pic" sz="quarter" idx="10"/>
          </p:nvPr>
        </p:nvSpPr>
        <p:spPr>
          <a:xfrm>
            <a:off x="476250" y="4191000"/>
            <a:ext cx="914400" cy="914400"/>
          </a:xfrm>
        </p:spPr>
        <p:txBody>
          <a:bodyPr/>
          <a:lstStyle/>
          <a:p>
            <a:endParaRPr lang="en-IN"/>
          </a:p>
        </p:txBody>
      </p:sp>
      <p:sp>
        <p:nvSpPr>
          <p:cNvPr id="5" name="Table Placeholder 4">
            <a:extLst>
              <a:ext uri="{FF2B5EF4-FFF2-40B4-BE49-F238E27FC236}">
                <a16:creationId xmlns:a16="http://schemas.microsoft.com/office/drawing/2014/main" id="{2C4061B2-5449-35A1-1D87-B754698D9687}"/>
              </a:ext>
            </a:extLst>
          </p:cNvPr>
          <p:cNvSpPr>
            <a:spLocks noGrp="1"/>
          </p:cNvSpPr>
          <p:nvPr>
            <p:ph type="tbl" sz="quarter" idx="11"/>
          </p:nvPr>
        </p:nvSpPr>
        <p:spPr>
          <a:xfrm>
            <a:off x="1524000" y="4206875"/>
            <a:ext cx="914400" cy="914400"/>
          </a:xfrm>
        </p:spPr>
        <p:txBody>
          <a:bodyPr/>
          <a:lstStyle/>
          <a:p>
            <a:endParaRPr lang="en-IN"/>
          </a:p>
        </p:txBody>
      </p:sp>
    </p:spTree>
    <p:extLst>
      <p:ext uri="{BB962C8B-B14F-4D97-AF65-F5344CB8AC3E}">
        <p14:creationId xmlns:p14="http://schemas.microsoft.com/office/powerpoint/2010/main" val="6247884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1.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
        <p:cNvGrpSpPr/>
        <p:nvPr/>
      </p:nvGrpSpPr>
      <p:grpSpPr>
        <a:xfrm>
          <a:off x="0" y="0"/>
          <a:ext cx="0" cy="0"/>
          <a:chOff x="0" y="0"/>
          <a:chExt cx="0" cy="0"/>
        </a:xfrm>
      </p:grpSpPr>
      <p:sp>
        <p:nvSpPr>
          <p:cNvPr id="9" name="Google Shape;9;p47"/>
          <p:cNvSpPr/>
          <p:nvPr/>
        </p:nvSpPr>
        <p:spPr>
          <a:xfrm>
            <a:off x="0" y="6176964"/>
            <a:ext cx="12192000" cy="681036"/>
          </a:xfrm>
          <a:prstGeom prst="rect">
            <a:avLst/>
          </a:prstGeom>
          <a:solidFill>
            <a:schemeClr val="accent1"/>
          </a:solidFill>
          <a:ln>
            <a:noFill/>
          </a:ln>
        </p:spPr>
        <p:txBody>
          <a:bodyPr spcFirstLastPara="1" wrap="square" lIns="68569" tIns="34275" rIns="68569" bIns="34275" anchor="ctr" anchorCtr="0">
            <a:noAutofit/>
          </a:bodyPr>
          <a:lstStyle/>
          <a:p>
            <a:pPr marL="0" marR="0" lvl="0" indent="0" algn="ctr" rtl="0">
              <a:spcBef>
                <a:spcPts val="0"/>
              </a:spcBef>
              <a:spcAft>
                <a:spcPts val="0"/>
              </a:spcAft>
              <a:buNone/>
            </a:pPr>
            <a:endParaRPr sz="1350" b="0" i="0" u="none" strike="noStrike" cap="none" dirty="0">
              <a:solidFill>
                <a:schemeClr val="lt1"/>
              </a:solidFill>
              <a:latin typeface="Calibri"/>
              <a:ea typeface="Calibri"/>
              <a:cs typeface="Calibri"/>
              <a:sym typeface="Calibri"/>
            </a:endParaRPr>
          </a:p>
        </p:txBody>
      </p:sp>
      <p:sp>
        <p:nvSpPr>
          <p:cNvPr id="10" name="Google Shape;10;p47"/>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marR="0" lvl="0" algn="ctr" rtl="0">
              <a:lnSpc>
                <a:spcPct val="90000"/>
              </a:lnSpc>
              <a:spcBef>
                <a:spcPts val="0"/>
              </a:spcBef>
              <a:spcAft>
                <a:spcPts val="0"/>
              </a:spcAft>
              <a:buClr>
                <a:schemeClr val="dk1"/>
              </a:buClr>
              <a:buSzPts val="4000"/>
              <a:buFont typeface="Work Sans"/>
              <a:buNone/>
              <a:defRPr sz="4000" b="1" i="0" u="none" strike="noStrike" cap="none">
                <a:solidFill>
                  <a:schemeClr val="dk1"/>
                </a:solidFill>
                <a:latin typeface="Work Sans"/>
                <a:ea typeface="Work Sans"/>
                <a:cs typeface="Work Sans"/>
                <a:sym typeface="Work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47"/>
          <p:cNvSpPr txBox="1">
            <a:spLocks noGrp="1"/>
          </p:cNvSpPr>
          <p:nvPr>
            <p:ph type="body" idx="1"/>
          </p:nvPr>
        </p:nvSpPr>
        <p:spPr>
          <a:xfrm>
            <a:off x="476844" y="1825625"/>
            <a:ext cx="11241915" cy="4351338"/>
          </a:xfrm>
          <a:prstGeom prst="rect">
            <a:avLst/>
          </a:prstGeom>
          <a:noFill/>
          <a:ln>
            <a:noFill/>
          </a:ln>
        </p:spPr>
        <p:txBody>
          <a:bodyPr spcFirstLastPara="1" wrap="square" lIns="91425" tIns="45700" rIns="91425" bIns="45700" anchor="t" anchorCtr="0">
            <a:noAutofit/>
          </a:bodyPr>
          <a:lstStyle>
            <a:lvl1pPr marL="457200" marR="0" lvl="0" indent="-381000" algn="l" rtl="0">
              <a:lnSpc>
                <a:spcPct val="100000"/>
              </a:lnSpc>
              <a:spcBef>
                <a:spcPts val="1000"/>
              </a:spcBef>
              <a:spcAft>
                <a:spcPts val="0"/>
              </a:spcAft>
              <a:buClr>
                <a:schemeClr val="dk1"/>
              </a:buClr>
              <a:buSzPts val="2400"/>
              <a:buFont typeface="Arial"/>
              <a:buChar char="•"/>
              <a:defRPr sz="2400" b="0" i="0" u="none" strike="noStrike" cap="none">
                <a:solidFill>
                  <a:schemeClr val="dk1"/>
                </a:solidFill>
                <a:latin typeface="Work Sans"/>
                <a:ea typeface="Work Sans"/>
                <a:cs typeface="Work Sans"/>
                <a:sym typeface="Work Sans"/>
              </a:defRPr>
            </a:lvl1pPr>
            <a:lvl2pPr marL="914400" marR="0" lvl="1" indent="-381000" algn="l" rtl="0">
              <a:lnSpc>
                <a:spcPct val="100000"/>
              </a:lnSpc>
              <a:spcBef>
                <a:spcPts val="800"/>
              </a:spcBef>
              <a:spcAft>
                <a:spcPts val="0"/>
              </a:spcAft>
              <a:buClr>
                <a:schemeClr val="dk1"/>
              </a:buClr>
              <a:buSzPts val="2400"/>
              <a:buFont typeface="Arial"/>
              <a:buChar char="−"/>
              <a:defRPr sz="2400" b="0" i="0" u="none" strike="noStrike" cap="none">
                <a:solidFill>
                  <a:schemeClr val="dk1"/>
                </a:solidFill>
                <a:latin typeface="Work Sans"/>
                <a:ea typeface="Work Sans"/>
                <a:cs typeface="Work Sans"/>
                <a:sym typeface="Work Sans"/>
              </a:defRPr>
            </a:lvl2pPr>
            <a:lvl3pPr marL="1371600" marR="0" lvl="2" indent="-350519" algn="l" rtl="0">
              <a:lnSpc>
                <a:spcPct val="100000"/>
              </a:lnSpc>
              <a:spcBef>
                <a:spcPts val="800"/>
              </a:spcBef>
              <a:spcAft>
                <a:spcPts val="0"/>
              </a:spcAft>
              <a:buClr>
                <a:schemeClr val="dk1"/>
              </a:buClr>
              <a:buSzPts val="1920"/>
              <a:buFont typeface="Noto Sans Symbols"/>
              <a:buChar char="▪"/>
              <a:defRPr sz="2400" b="0" i="0" u="none" strike="noStrike" cap="none">
                <a:solidFill>
                  <a:schemeClr val="dk1"/>
                </a:solidFill>
                <a:latin typeface="Work Sans"/>
                <a:ea typeface="Work Sans"/>
                <a:cs typeface="Work Sans"/>
                <a:sym typeface="Work Sans"/>
              </a:defRPr>
            </a:lvl3pPr>
            <a:lvl4pPr marL="1828800" marR="0" lvl="3" indent="-381000" algn="l" rtl="0">
              <a:lnSpc>
                <a:spcPct val="90000"/>
              </a:lnSpc>
              <a:spcBef>
                <a:spcPts val="800"/>
              </a:spcBef>
              <a:spcAft>
                <a:spcPts val="0"/>
              </a:spcAft>
              <a:buClr>
                <a:schemeClr val="dk1"/>
              </a:buClr>
              <a:buSzPts val="2400"/>
              <a:buFont typeface="Arial"/>
              <a:buChar char="•"/>
              <a:defRPr sz="2400" b="0" i="0" u="none" strike="noStrike" cap="none">
                <a:solidFill>
                  <a:schemeClr val="dk1"/>
                </a:solidFill>
                <a:latin typeface="Work Sans"/>
                <a:ea typeface="Work Sans"/>
                <a:cs typeface="Work Sans"/>
                <a:sym typeface="Work Sans"/>
              </a:defRPr>
            </a:lvl4pPr>
            <a:lvl5pPr marL="2286000" marR="0" lvl="4" indent="-431800" algn="l" rtl="0">
              <a:lnSpc>
                <a:spcPct val="90000"/>
              </a:lnSpc>
              <a:spcBef>
                <a:spcPts val="500"/>
              </a:spcBef>
              <a:spcAft>
                <a:spcPts val="0"/>
              </a:spcAft>
              <a:buClr>
                <a:schemeClr val="accent1"/>
              </a:buClr>
              <a:buSzPts val="3200"/>
              <a:buFont typeface="Arial"/>
              <a:buChar char="•"/>
              <a:defRPr sz="3200" b="1" i="0" u="none" strike="noStrike" cap="none">
                <a:solidFill>
                  <a:schemeClr val="accent1"/>
                </a:solidFill>
                <a:latin typeface="Work Sans"/>
                <a:ea typeface="Work Sans"/>
                <a:cs typeface="Work Sans"/>
                <a:sym typeface="Work Sans"/>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9pPr>
          </a:lstStyle>
          <a:p>
            <a:endParaRPr/>
          </a:p>
        </p:txBody>
      </p:sp>
      <p:pic>
        <p:nvPicPr>
          <p:cNvPr id="12" name="Google Shape;12;p47"/>
          <p:cNvPicPr preferRelativeResize="0"/>
          <p:nvPr/>
        </p:nvPicPr>
        <p:blipFill rotWithShape="1">
          <a:blip r:embed="rId21">
            <a:alphaModFix/>
          </a:blip>
          <a:srcRect/>
          <a:stretch/>
        </p:blipFill>
        <p:spPr>
          <a:xfrm>
            <a:off x="183089" y="6223887"/>
            <a:ext cx="1820281" cy="610675"/>
          </a:xfrm>
          <a:prstGeom prst="rect">
            <a:avLst/>
          </a:prstGeom>
          <a:noFill/>
          <a:ln>
            <a:noFill/>
          </a:ln>
        </p:spPr>
      </p:pic>
      <p:sp>
        <p:nvSpPr>
          <p:cNvPr id="13" name="Google Shape;13;p47"/>
          <p:cNvSpPr txBox="1"/>
          <p:nvPr/>
        </p:nvSpPr>
        <p:spPr>
          <a:xfrm>
            <a:off x="11082189" y="6449054"/>
            <a:ext cx="734291" cy="365760"/>
          </a:xfrm>
          <a:prstGeom prst="rect">
            <a:avLst/>
          </a:prstGeom>
          <a:noFill/>
          <a:ln>
            <a:noFill/>
          </a:ln>
        </p:spPr>
        <p:txBody>
          <a:bodyPr spcFirstLastPara="1" wrap="square" lIns="68569" tIns="34275" rIns="68569" bIns="34275" anchor="ctr" anchorCtr="0">
            <a:noAutofit/>
          </a:bodyPr>
          <a:lstStyle/>
          <a:p>
            <a:pPr marL="0" marR="0" lvl="0" indent="0" algn="r" rtl="0">
              <a:spcBef>
                <a:spcPts val="0"/>
              </a:spcBef>
              <a:spcAft>
                <a:spcPts val="0"/>
              </a:spcAft>
              <a:buNone/>
            </a:pPr>
            <a:fld id="{00000000-1234-1234-1234-123412341234}" type="slidenum">
              <a:rPr lang="en-US" sz="825" b="0" i="0" u="none" strike="noStrike" cap="none">
                <a:solidFill>
                  <a:schemeClr val="lt1"/>
                </a:solidFill>
                <a:latin typeface="Work Sans"/>
                <a:ea typeface="Work Sans"/>
                <a:cs typeface="Work Sans"/>
                <a:sym typeface="Work Sans"/>
              </a:rPr>
              <a:pPr marL="0" marR="0" lvl="0" indent="0" algn="r" rtl="0">
                <a:spcBef>
                  <a:spcPts val="0"/>
                </a:spcBef>
                <a:spcAft>
                  <a:spcPts val="0"/>
                </a:spcAft>
                <a:buNone/>
              </a:pPr>
              <a:t>‹#›</a:t>
            </a:fld>
            <a:endParaRPr sz="825" b="0" i="0" u="none" strike="noStrike" cap="none" dirty="0">
              <a:solidFill>
                <a:schemeClr val="lt1"/>
              </a:solidFill>
              <a:latin typeface="Work Sans"/>
              <a:ea typeface="Work Sans"/>
              <a:cs typeface="Work Sans"/>
              <a:sym typeface="Work Sans"/>
            </a:endParaRPr>
          </a:p>
        </p:txBody>
      </p:sp>
      <p:sp>
        <p:nvSpPr>
          <p:cNvPr id="2" name="Content Placeholder 4">
            <a:extLst>
              <a:ext uri="{FF2B5EF4-FFF2-40B4-BE49-F238E27FC236}">
                <a16:creationId xmlns:a16="http://schemas.microsoft.com/office/drawing/2014/main" id="{8652E3AB-CBEB-84B5-9234-2E6E61A0EEBD}"/>
              </a:ext>
            </a:extLst>
          </p:cNvPr>
          <p:cNvSpPr txBox="1">
            <a:spLocks/>
          </p:cNvSpPr>
          <p:nvPr userDrawn="1"/>
        </p:nvSpPr>
        <p:spPr>
          <a:xfrm>
            <a:off x="2031365" y="6315289"/>
            <a:ext cx="9220200" cy="461624"/>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r>
              <a:rPr lang="en-US" sz="1200" kern="1200" dirty="0">
                <a:solidFill>
                  <a:schemeClr val="bg1"/>
                </a:solidFill>
                <a:latin typeface="Work Sans" pitchFamily="2" charset="0"/>
                <a:cs typeface="Arial" panose="020B0604020202020204" pitchFamily="34" charset="0"/>
              </a:rPr>
              <a:t>Rob Thompson and Jack Erjavec, Automotive Technology: A Systems Approach, 8</a:t>
            </a:r>
            <a:r>
              <a:rPr lang="en-US" sz="1200" kern="1200" baseline="30000" dirty="0">
                <a:solidFill>
                  <a:schemeClr val="bg1"/>
                </a:solidFill>
                <a:latin typeface="Work Sans" pitchFamily="2" charset="0"/>
                <a:cs typeface="Arial" panose="020B0604020202020204" pitchFamily="34" charset="0"/>
              </a:rPr>
              <a:t>th</a:t>
            </a:r>
            <a:r>
              <a:rPr lang="en-US" sz="1200" kern="1200" dirty="0">
                <a:solidFill>
                  <a:schemeClr val="bg1"/>
                </a:solidFill>
                <a:latin typeface="Work Sans" pitchFamily="2" charset="0"/>
                <a:cs typeface="Arial" panose="020B0604020202020204" pitchFamily="34" charset="0"/>
              </a:rPr>
              <a:t> Edition. © 2025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3058860864"/>
      </p:ext>
    </p:extLst>
  </p:cSld>
  <p:clrMap bg1="lt1" tx1="dk1" bg2="dk2" tx2="lt2" accent1="accent1" accent2="accent2" accent3="accent3" accent4="accent4" accent5="accent5" accent6="accent6" hlink="hlink" folHlink="folHlink"/>
  <p:sldLayoutIdLst>
    <p:sldLayoutId id="2147483710" r:id="rId1"/>
    <p:sldLayoutId id="2147483711" r:id="rId2"/>
    <p:sldLayoutId id="2147483712" r:id="rId3"/>
    <p:sldLayoutId id="2147483713" r:id="rId4"/>
    <p:sldLayoutId id="2147483714" r:id="rId5"/>
    <p:sldLayoutId id="2147483715" r:id="rId6"/>
    <p:sldLayoutId id="2147483716" r:id="rId7"/>
    <p:sldLayoutId id="2147483717" r:id="rId8"/>
    <p:sldLayoutId id="2147483718" r:id="rId9"/>
    <p:sldLayoutId id="2147483719" r:id="rId10"/>
    <p:sldLayoutId id="2147483720" r:id="rId11"/>
    <p:sldLayoutId id="2147483721" r:id="rId12"/>
    <p:sldLayoutId id="2147483722" r:id="rId13"/>
    <p:sldLayoutId id="2147483723" r:id="rId14"/>
    <p:sldLayoutId id="2147483724" r:id="rId15"/>
    <p:sldLayoutId id="2147483725" r:id="rId16"/>
    <p:sldLayoutId id="2147483726" r:id="rId17"/>
    <p:sldLayoutId id="2147483727" r:id="rId18"/>
    <p:sldLayoutId id="2147483728" r:id="rId19"/>
  </p:sldLayoutIdLst>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7.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7.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7.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7.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18.xml"/><Relationship Id="rId4" Type="http://schemas.openxmlformats.org/officeDocument/2006/relationships/image" Target="../media/image11.png"/></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7.xml"/><Relationship Id="rId1" Type="http://schemas.openxmlformats.org/officeDocument/2006/relationships/slideLayout" Target="../slideLayouts/slideLayout18.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8.xml"/><Relationship Id="rId1" Type="http://schemas.openxmlformats.org/officeDocument/2006/relationships/slideLayout" Target="../slideLayouts/slideLayout18.xml"/></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9.xml"/><Relationship Id="rId1" Type="http://schemas.openxmlformats.org/officeDocument/2006/relationships/slideLayout" Target="../slideLayouts/slideLayout18.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7.xml"/></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1.xml"/><Relationship Id="rId1" Type="http://schemas.openxmlformats.org/officeDocument/2006/relationships/slideLayout" Target="../slideLayouts/slideLayout1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2.xml"/><Relationship Id="rId1" Type="http://schemas.openxmlformats.org/officeDocument/2006/relationships/slideLayout" Target="../slideLayouts/slideLayout18.xml"/></Relationships>
</file>

<file path=ppt/slides/_rels/slide2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3.xml"/><Relationship Id="rId1" Type="http://schemas.openxmlformats.org/officeDocument/2006/relationships/slideLayout" Target="../slideLayouts/slideLayout18.xml"/></Relationships>
</file>

<file path=ppt/slides/_rels/slide2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4.xml"/><Relationship Id="rId1" Type="http://schemas.openxmlformats.org/officeDocument/2006/relationships/slideLayout" Target="../slideLayouts/slideLayout18.xml"/></Relationships>
</file>

<file path=ppt/slides/_rels/slide2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5.xml"/><Relationship Id="rId1" Type="http://schemas.openxmlformats.org/officeDocument/2006/relationships/slideLayout" Target="../slideLayouts/slideLayout18.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7.xml"/></Relationships>
</file>

<file path=ppt/slides/_rels/slide3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3.xml"/><Relationship Id="rId1" Type="http://schemas.openxmlformats.org/officeDocument/2006/relationships/slideLayout" Target="../slideLayouts/slideLayout18.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7.xml"/></Relationships>
</file>

<file path=ppt/slides/_rels/slide3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5.xml"/><Relationship Id="rId1" Type="http://schemas.openxmlformats.org/officeDocument/2006/relationships/slideLayout" Target="../slideLayouts/slideLayout18.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1"/>
          <p:cNvSpPr txBox="1">
            <a:spLocks noGrp="1"/>
          </p:cNvSpPr>
          <p:nvPr>
            <p:ph type="ctrTitle"/>
          </p:nvPr>
        </p:nvSpPr>
        <p:spPr>
          <a:prstGeom prst="rect">
            <a:avLst/>
          </a:prstGeom>
          <a:noFill/>
          <a:ln>
            <a:noFill/>
          </a:ln>
        </p:spPr>
        <p:txBody>
          <a:bodyPr spcFirstLastPara="1" wrap="square" lIns="68569" tIns="34275" rIns="68569" bIns="34275" anchor="b" anchorCtr="0">
            <a:noAutofit/>
          </a:bodyPr>
          <a:lstStyle/>
          <a:p>
            <a:pPr>
              <a:buSzPts val="4000"/>
            </a:pPr>
            <a:r>
              <a:rPr lang="en-US" sz="4000" dirty="0">
                <a:latin typeface="Work Sans" pitchFamily="2" charset="0"/>
                <a:ea typeface="Arial"/>
                <a:cs typeface="Arial"/>
                <a:sym typeface="Arial"/>
              </a:rPr>
              <a:t>Automotive Technology: A Systems Approach, 8e</a:t>
            </a:r>
            <a:endParaRPr sz="4000" dirty="0">
              <a:latin typeface="Work Sans" pitchFamily="2" charset="0"/>
              <a:ea typeface="Arial"/>
              <a:cs typeface="Arial"/>
              <a:sym typeface="Arial"/>
            </a:endParaRPr>
          </a:p>
        </p:txBody>
      </p:sp>
      <p:sp>
        <p:nvSpPr>
          <p:cNvPr id="124" name="Google Shape;124;p1"/>
          <p:cNvSpPr txBox="1">
            <a:spLocks noGrp="1"/>
          </p:cNvSpPr>
          <p:nvPr>
            <p:ph type="subTitle" idx="1"/>
          </p:nvPr>
        </p:nvSpPr>
        <p:spPr>
          <a:prstGeom prst="rect">
            <a:avLst/>
          </a:prstGeom>
          <a:noFill/>
          <a:ln>
            <a:noFill/>
          </a:ln>
        </p:spPr>
        <p:txBody>
          <a:bodyPr spcFirstLastPara="1" wrap="square" lIns="68569" tIns="34275" rIns="68569" bIns="34275" anchor="t" anchorCtr="0">
            <a:noAutofit/>
          </a:bodyPr>
          <a:lstStyle/>
          <a:p>
            <a:pPr marL="0" indent="0"/>
            <a:r>
              <a:rPr lang="en-US" sz="3200" dirty="0">
                <a:latin typeface="Work Sans" pitchFamily="2" charset="0"/>
                <a:ea typeface="Arial"/>
                <a:cs typeface="Arial"/>
                <a:sym typeface="Arial"/>
              </a:rPr>
              <a:t>Chapter 44: Four- and All-Wheel Drive</a:t>
            </a:r>
          </a:p>
        </p:txBody>
      </p:sp>
      <p:pic>
        <p:nvPicPr>
          <p:cNvPr id="4" name="Picture Placeholder 1" descr="The front cover reads, Automotive Technology, A Systems Approach, 8 e edition by Rob Thompson, and Jack Erjavec. The logo at the top left reads, Cengage.">
            <a:extLst>
              <a:ext uri="{FF2B5EF4-FFF2-40B4-BE49-F238E27FC236}">
                <a16:creationId xmlns:a16="http://schemas.microsoft.com/office/drawing/2014/main" id="{FDB99020-A06F-75A8-4066-0CF07954B800}"/>
              </a:ext>
            </a:extLst>
          </p:cNvPr>
          <p:cNvPicPr>
            <a:picLocks noGrp="1" noChangeAspect="1"/>
          </p:cNvPicPr>
          <p:nvPr>
            <p:ph type="pic" idx="2"/>
          </p:nvPr>
        </p:nvPicPr>
        <p:blipFill rotWithShape="1">
          <a:blip r:embed="rId3"/>
          <a:stretch/>
        </p:blipFill>
        <p:spPr>
          <a:xfrm>
            <a:off x="595173" y="556200"/>
            <a:ext cx="4381500" cy="5611091"/>
          </a:xfrm>
          <a:prstGeom prst="rect">
            <a:avLst/>
          </a:prstGeom>
        </p:spPr>
      </p:pic>
      <p:sp>
        <p:nvSpPr>
          <p:cNvPr id="7" name="Content Placeholder 4">
            <a:extLst>
              <a:ext uri="{FF2B5EF4-FFF2-40B4-BE49-F238E27FC236}">
                <a16:creationId xmlns:a16="http://schemas.microsoft.com/office/drawing/2014/main" id="{9ADBD692-C193-CBE4-9654-BE90037C8B10}"/>
              </a:ext>
            </a:extLst>
          </p:cNvPr>
          <p:cNvSpPr txBox="1">
            <a:spLocks noGrp="1"/>
          </p:cNvSpPr>
          <p:nvPr>
            <p:ph sz="quarter" idx="10"/>
          </p:nvPr>
        </p:nvSpPr>
        <p:spPr>
          <a:xfrm>
            <a:off x="2031365" y="6315289"/>
            <a:ext cx="9220200" cy="461624"/>
          </a:xfrm>
          <a:prstGeom prst="rect">
            <a:avLst/>
          </a:prstGeom>
          <a:noFill/>
        </p:spPr>
        <p:txBody>
          <a:bodyPr wrap="square" rtlCol="0">
            <a:spAutoFit/>
          </a:bodyPr>
          <a:lstStyle/>
          <a:p>
            <a:pPr marL="0" indent="0">
              <a:spcBef>
                <a:spcPts val="0"/>
              </a:spcBef>
              <a:buNone/>
            </a:pPr>
            <a:r>
              <a:rPr lang="en-US" sz="1200" kern="1200" dirty="0">
                <a:solidFill>
                  <a:schemeClr val="bg1"/>
                </a:solidFill>
                <a:cs typeface="Arial" panose="020B0604020202020204" pitchFamily="34" charset="0"/>
              </a:rPr>
              <a:t>Rob Thompson and Jack Erjavec, Automotive Technology: A Systems Approach, 8</a:t>
            </a:r>
            <a:r>
              <a:rPr lang="en-US" sz="1200" kern="1200" baseline="30000" dirty="0">
                <a:solidFill>
                  <a:schemeClr val="bg1"/>
                </a:solidFill>
                <a:cs typeface="Arial" panose="020B0604020202020204" pitchFamily="34" charset="0"/>
              </a:rPr>
              <a:t>th</a:t>
            </a:r>
            <a:r>
              <a:rPr lang="en-US" sz="1200" kern="1200" dirty="0">
                <a:solidFill>
                  <a:schemeClr val="bg1"/>
                </a:solidFill>
                <a:cs typeface="Arial" panose="020B0604020202020204" pitchFamily="34" charset="0"/>
              </a:rPr>
              <a:t> Edition. © 2025 Cengage. All Rights Reserved. May not be scanned, copied or duplicated, or posted to a publicly accessible website, in whole or in part.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73FF6A-2648-B9A0-E26B-B237704AD7AD}"/>
              </a:ext>
            </a:extLst>
          </p:cNvPr>
          <p:cNvSpPr>
            <a:spLocks noGrp="1"/>
          </p:cNvSpPr>
          <p:nvPr>
            <p:ph type="title"/>
          </p:nvPr>
        </p:nvSpPr>
        <p:spPr/>
        <p:txBody>
          <a:bodyPr/>
          <a:lstStyle/>
          <a:p>
            <a:r>
              <a:rPr lang="en-US" dirty="0"/>
              <a:t>Chapter Objectives (1 of 2)</a:t>
            </a:r>
          </a:p>
        </p:txBody>
      </p:sp>
      <p:sp>
        <p:nvSpPr>
          <p:cNvPr id="3" name="Text Placeholder 2">
            <a:extLst>
              <a:ext uri="{FF2B5EF4-FFF2-40B4-BE49-F238E27FC236}">
                <a16:creationId xmlns:a16="http://schemas.microsoft.com/office/drawing/2014/main" id="{7BC8A0E7-29BB-7898-9338-A368D032E4BF}"/>
              </a:ext>
            </a:extLst>
          </p:cNvPr>
          <p:cNvSpPr>
            <a:spLocks noGrp="1"/>
          </p:cNvSpPr>
          <p:nvPr>
            <p:ph type="body" idx="1"/>
          </p:nvPr>
        </p:nvSpPr>
        <p:spPr/>
        <p:txBody>
          <a:bodyPr/>
          <a:lstStyle/>
          <a:p>
            <a:r>
              <a:rPr lang="en-US" sz="2600" dirty="0">
                <a:solidFill>
                  <a:schemeClr val="tx1"/>
                </a:solidFill>
                <a:latin typeface="Work Sans" pitchFamily="2" charset="0"/>
              </a:rPr>
              <a:t>44.01 Describe the differences between types of four- and all-wheel drive systems.</a:t>
            </a:r>
          </a:p>
          <a:p>
            <a:r>
              <a:rPr lang="en-US" sz="2600" dirty="0">
                <a:solidFill>
                  <a:schemeClr val="tx1"/>
                </a:solidFill>
                <a:latin typeface="Work Sans" pitchFamily="2" charset="0"/>
              </a:rPr>
              <a:t>44.02 Name the major components of a conventional four-wheel drive system.</a:t>
            </a:r>
          </a:p>
          <a:p>
            <a:r>
              <a:rPr lang="en-US" sz="2600" dirty="0">
                <a:solidFill>
                  <a:schemeClr val="tx1"/>
                </a:solidFill>
                <a:latin typeface="Work Sans" pitchFamily="2" charset="0"/>
              </a:rPr>
              <a:t>44.03 Describe the types of center differentials used in all-wheel drive systems.</a:t>
            </a:r>
          </a:p>
        </p:txBody>
      </p:sp>
    </p:spTree>
    <p:extLst>
      <p:ext uri="{BB962C8B-B14F-4D97-AF65-F5344CB8AC3E}">
        <p14:creationId xmlns:p14="http://schemas.microsoft.com/office/powerpoint/2010/main" val="10763989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73FF6A-2648-B9A0-E26B-B237704AD7AD}"/>
              </a:ext>
            </a:extLst>
          </p:cNvPr>
          <p:cNvSpPr>
            <a:spLocks noGrp="1"/>
          </p:cNvSpPr>
          <p:nvPr>
            <p:ph type="title"/>
          </p:nvPr>
        </p:nvSpPr>
        <p:spPr/>
        <p:txBody>
          <a:bodyPr/>
          <a:lstStyle/>
          <a:p>
            <a:r>
              <a:rPr lang="en-US" dirty="0"/>
              <a:t>Chapter Objectives (2 of 2)</a:t>
            </a:r>
          </a:p>
        </p:txBody>
      </p:sp>
      <p:sp>
        <p:nvSpPr>
          <p:cNvPr id="3" name="Text Placeholder 2">
            <a:extLst>
              <a:ext uri="{FF2B5EF4-FFF2-40B4-BE49-F238E27FC236}">
                <a16:creationId xmlns:a16="http://schemas.microsoft.com/office/drawing/2014/main" id="{7BC8A0E7-29BB-7898-9338-A368D032E4BF}"/>
              </a:ext>
            </a:extLst>
          </p:cNvPr>
          <p:cNvSpPr>
            <a:spLocks noGrp="1"/>
          </p:cNvSpPr>
          <p:nvPr>
            <p:ph type="body" idx="1"/>
          </p:nvPr>
        </p:nvSpPr>
        <p:spPr/>
        <p:txBody>
          <a:bodyPr/>
          <a:lstStyle/>
          <a:p>
            <a:pPr marL="361950" indent="-361950"/>
            <a:r>
              <a:rPr lang="en-US" sz="2600" dirty="0">
                <a:solidFill>
                  <a:schemeClr val="tx1"/>
                </a:solidFill>
                <a:latin typeface="Work Sans" pitchFamily="2" charset="0"/>
              </a:rPr>
              <a:t>44.04 Explain how torque vectoring differentials operate.</a:t>
            </a:r>
          </a:p>
          <a:p>
            <a:pPr marL="361950" indent="-361950"/>
            <a:r>
              <a:rPr lang="en-US" sz="2600" dirty="0">
                <a:solidFill>
                  <a:schemeClr val="tx1"/>
                </a:solidFill>
                <a:latin typeface="Work Sans" pitchFamily="2" charset="0"/>
              </a:rPr>
              <a:t>44.05 Perform basic diagnosis of four- and all-wheel drive components.</a:t>
            </a:r>
          </a:p>
          <a:p>
            <a:pPr marL="361950" indent="-361950"/>
            <a:r>
              <a:rPr lang="en-US" sz="2600" dirty="0">
                <a:solidFill>
                  <a:schemeClr val="tx1"/>
                </a:solidFill>
                <a:latin typeface="Work Sans" pitchFamily="2" charset="0"/>
              </a:rPr>
              <a:t>44.06 Describe how to service four-wheel drive systems and components.</a:t>
            </a:r>
          </a:p>
        </p:txBody>
      </p:sp>
    </p:spTree>
    <p:extLst>
      <p:ext uri="{BB962C8B-B14F-4D97-AF65-F5344CB8AC3E}">
        <p14:creationId xmlns:p14="http://schemas.microsoft.com/office/powerpoint/2010/main" val="42907146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Four-Wheel-Drive (4WD) and&#10;All-Wheel-Drive (AWD)">
    <p:spTree>
      <p:nvGrpSpPr>
        <p:cNvPr id="1" name=""/>
        <p:cNvGrpSpPr/>
        <p:nvPr/>
      </p:nvGrpSpPr>
      <p:grpSpPr>
        <a:xfrm>
          <a:off x="0" y="0"/>
          <a:ext cx="0" cy="0"/>
          <a:chOff x="0" y="0"/>
          <a:chExt cx="0" cy="0"/>
        </a:xfrm>
      </p:grpSpPr>
      <p:sp>
        <p:nvSpPr>
          <p:cNvPr id="3" name="Title 3"/>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Four-Wheel Drive (4WD) and All-Wheel Drive (AWD)</a:t>
            </a:r>
          </a:p>
        </p:txBody>
      </p:sp>
      <p:sp>
        <p:nvSpPr>
          <p:cNvPr id="2" name="Content Placeholder 6"/>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108000" indent="0">
              <a:spcBef>
                <a:spcPts val="624"/>
              </a:spcBef>
              <a:spcAft>
                <a:spcPts val="600"/>
              </a:spcAft>
              <a:buNone/>
            </a:pPr>
            <a:r>
              <a:rPr lang="en-US" sz="2800" b="1" dirty="0">
                <a:solidFill>
                  <a:schemeClr val="tx1"/>
                </a:solidFill>
                <a:latin typeface="Work Sans" pitchFamily="2" charset="0"/>
              </a:rPr>
              <a:t>44.01 Describe the differences between types of four- and all-wheel drive systems.</a:t>
            </a:r>
            <a:endParaRPr lang="en-US" sz="2600" dirty="0">
              <a:solidFill>
                <a:schemeClr val="tx1"/>
              </a:solidFill>
              <a:latin typeface="Work Sans" pitchFamily="2" charset="0"/>
            </a:endParaRPr>
          </a:p>
          <a:p>
            <a:pPr marL="361950" indent="-361950" algn="l">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Both have the ability to send torque to all four wheels.</a:t>
            </a:r>
          </a:p>
          <a:p>
            <a:pPr marL="361950" indent="-361950" algn="l">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We will use the term four-wheel drive or 4WD to describe systems with a transfer case.</a:t>
            </a:r>
          </a:p>
          <a:p>
            <a:pPr marL="361950" indent="-361950" algn="l">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Car-based systems that do not use a transfer case are discussed in the all-wheel drive (AWD) section.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Types of Four-Wheel Drives">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Types of Four-Wheel Drives</a:t>
            </a:r>
          </a:p>
        </p:txBody>
      </p:sp>
      <p:sp>
        <p:nvSpPr>
          <p:cNvPr id="3" name="Content Placeholder 2"/>
          <p:cNvSpPr txBox="1">
            <a:spLocks noGrp="1"/>
          </p:cNvSpPr>
          <p:nvPr>
            <p:ph type="body" idx="1"/>
          </p:nvPr>
        </p:nvSpPr>
        <p:spPr>
          <a:xfrm>
            <a:off x="476845" y="1563626"/>
            <a:ext cx="6381156" cy="3998973"/>
          </a:xfrm>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358775" indent="-358775">
              <a:spcBef>
                <a:spcPts val="624"/>
              </a:spcBef>
              <a:spcAft>
                <a:spcPts val="600"/>
              </a:spcAft>
              <a:buClr>
                <a:schemeClr val="tx1"/>
              </a:buClr>
              <a:buSzPct val="100000"/>
              <a:buFont typeface="Arial" panose="020B0604020202020204" pitchFamily="34" charset="0"/>
              <a:buChar char="•"/>
            </a:pPr>
            <a:r>
              <a:rPr lang="en-US" sz="2600" dirty="0">
                <a:solidFill>
                  <a:schemeClr val="tx1"/>
                </a:solidFill>
                <a:latin typeface="Work Sans" pitchFamily="2" charset="0"/>
              </a:rPr>
              <a:t>4WD and AWD are often used interchangeably.</a:t>
            </a:r>
          </a:p>
          <a:p>
            <a:pPr marL="358775" indent="-358775">
              <a:spcBef>
                <a:spcPts val="624"/>
              </a:spcBef>
              <a:spcAft>
                <a:spcPts val="600"/>
              </a:spcAft>
              <a:buClr>
                <a:schemeClr val="tx1"/>
              </a:buClr>
              <a:buSzPct val="100000"/>
              <a:buFont typeface="Arial" panose="020B0604020202020204" pitchFamily="34" charset="0"/>
              <a:buChar char="•"/>
            </a:pPr>
            <a:r>
              <a:rPr lang="en-US" sz="2600" dirty="0">
                <a:solidFill>
                  <a:schemeClr val="tx1"/>
                </a:solidFill>
                <a:latin typeface="Work Sans" pitchFamily="2" charset="0"/>
              </a:rPr>
              <a:t>A true 4WD has both low and high gearing, typically controlled through a transfer case.</a:t>
            </a:r>
          </a:p>
          <a:p>
            <a:pPr marL="358775" indent="-358775">
              <a:spcBef>
                <a:spcPts val="624"/>
              </a:spcBef>
              <a:spcAft>
                <a:spcPts val="600"/>
              </a:spcAft>
              <a:buClr>
                <a:schemeClr val="tx1"/>
              </a:buClr>
              <a:buSzPct val="100000"/>
              <a:buFont typeface="Arial" panose="020B0604020202020204" pitchFamily="34" charset="0"/>
              <a:buChar char="•"/>
            </a:pPr>
            <a:r>
              <a:rPr lang="en-US" sz="2600" dirty="0">
                <a:solidFill>
                  <a:schemeClr val="tx1"/>
                </a:solidFill>
                <a:latin typeface="Work Sans" pitchFamily="2" charset="0"/>
              </a:rPr>
              <a:t>Larger trucks and SUVs may be equipped with a transfer case.</a:t>
            </a:r>
          </a:p>
        </p:txBody>
      </p:sp>
      <p:pic>
        <p:nvPicPr>
          <p:cNvPr id="9" name="Picture Placeholder 8" descr="A four-wheel drive jeep equipped for serious off-the-road adventures, kept for demonstration and surrounded by people.">
            <a:extLst>
              <a:ext uri="{FF2B5EF4-FFF2-40B4-BE49-F238E27FC236}">
                <a16:creationId xmlns:a16="http://schemas.microsoft.com/office/drawing/2014/main" id="{21C142A9-FA54-BCF6-92E6-2C23E7034646}"/>
              </a:ext>
            </a:extLst>
          </p:cNvPr>
          <p:cNvPicPr>
            <a:picLocks noGrp="1" noChangeAspect="1"/>
          </p:cNvPicPr>
          <p:nvPr>
            <p:ph type="pic" sz="quarter" idx="12"/>
          </p:nvPr>
        </p:nvPicPr>
        <p:blipFill rotWithShape="1">
          <a:blip r:embed="rId3"/>
          <a:srcRect b="12524"/>
          <a:stretch/>
        </p:blipFill>
        <p:spPr>
          <a:xfrm>
            <a:off x="6705600" y="1563626"/>
            <a:ext cx="5157193" cy="368423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Modern Transfer Case">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Modern Transfer Case</a:t>
            </a:r>
          </a:p>
        </p:txBody>
      </p:sp>
      <p:pic>
        <p:nvPicPr>
          <p:cNvPr id="9" name="Picture Placeholder 8" descr="A typical modern transfer case and drive shaft.">
            <a:extLst>
              <a:ext uri="{FF2B5EF4-FFF2-40B4-BE49-F238E27FC236}">
                <a16:creationId xmlns:a16="http://schemas.microsoft.com/office/drawing/2014/main" id="{FC3F7B0B-54C7-AE24-6172-585044F41117}"/>
              </a:ext>
            </a:extLst>
          </p:cNvPr>
          <p:cNvPicPr>
            <a:picLocks noGrp="1" noChangeAspect="1"/>
          </p:cNvPicPr>
          <p:nvPr>
            <p:ph type="pic" sz="quarter" idx="12"/>
          </p:nvPr>
        </p:nvPicPr>
        <p:blipFill rotWithShape="1">
          <a:blip r:embed="rId3"/>
          <a:srcRect b="4542"/>
          <a:stretch/>
        </p:blipFill>
        <p:spPr>
          <a:xfrm>
            <a:off x="3897540" y="1472835"/>
            <a:ext cx="4396921" cy="454696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Part-Time 4WD">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Part-Time 4WD</a:t>
            </a:r>
          </a:p>
        </p:txBody>
      </p:sp>
      <p:sp>
        <p:nvSpPr>
          <p:cNvPr id="3" name="Content Placeholder 2"/>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108000" indent="0">
              <a:spcBef>
                <a:spcPts val="624"/>
              </a:spcBef>
              <a:spcAft>
                <a:spcPts val="600"/>
              </a:spcAft>
              <a:buNone/>
            </a:pPr>
            <a:r>
              <a:rPr lang="en-US" sz="2600" b="1" dirty="0">
                <a:solidFill>
                  <a:schemeClr val="tx1"/>
                </a:solidFill>
                <a:latin typeface="Work Sans" pitchFamily="2" charset="0"/>
              </a:rPr>
              <a:t>44.02 Name the major components of a conventional four-wheel drive system.</a:t>
            </a:r>
            <a:endParaRPr lang="en-US" sz="2600" dirty="0">
              <a:solidFill>
                <a:schemeClr val="tx1"/>
              </a:solidFill>
              <a:latin typeface="Work Sans" pitchFamily="2" charset="0"/>
            </a:endParaRPr>
          </a:p>
          <a:p>
            <a:pPr marL="363538" indent="-363538">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Basically RWD with a two-speed transfer case.</a:t>
            </a:r>
          </a:p>
          <a:p>
            <a:pPr marL="363538" indent="-363538">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Axles connect/disconnect via locking hubs.</a:t>
            </a:r>
          </a:p>
          <a:p>
            <a:pPr marL="363538" indent="-363538">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The front and rear axles split engine torque.</a:t>
            </a:r>
          </a:p>
          <a:p>
            <a:pPr marL="363538" indent="-363538">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Should not be operated on dry surfaces.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hifting">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Shifting</a:t>
            </a:r>
          </a:p>
        </p:txBody>
      </p:sp>
      <p:sp>
        <p:nvSpPr>
          <p:cNvPr id="3" name="Content Placeholder 2"/>
          <p:cNvSpPr txBox="1">
            <a:spLocks noGrp="1"/>
          </p:cNvSpPr>
          <p:nvPr>
            <p:ph type="body" idx="1"/>
          </p:nvPr>
        </p:nvSpPr>
        <p:spPr>
          <a:xfrm>
            <a:off x="476845" y="1563627"/>
            <a:ext cx="6076355" cy="2551174"/>
          </a:xfrm>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358775" indent="-358775">
              <a:spcBef>
                <a:spcPts val="624"/>
              </a:spcBef>
              <a:spcAft>
                <a:spcPts val="600"/>
              </a:spcAft>
              <a:buSzPct val="100000"/>
              <a:buFont typeface="Arial" pitchFamily="32"/>
              <a:buChar char="•"/>
            </a:pPr>
            <a:r>
              <a:rPr lang="en-US" sz="2600" dirty="0">
                <a:solidFill>
                  <a:schemeClr val="tx1"/>
                </a:solidFill>
                <a:latin typeface="Work Sans" pitchFamily="2" charset="0"/>
              </a:rPr>
              <a:t>Some 4WD vehicles use a vacuum motor or mechanical linkage to connect the front axle.</a:t>
            </a:r>
          </a:p>
          <a:p>
            <a:pPr marL="358775" indent="-358775">
              <a:spcBef>
                <a:spcPts val="624"/>
              </a:spcBef>
              <a:spcAft>
                <a:spcPts val="600"/>
              </a:spcAft>
              <a:buSzPct val="100000"/>
              <a:buFont typeface="Arial" pitchFamily="32"/>
              <a:buChar char="•"/>
            </a:pPr>
            <a:r>
              <a:rPr lang="en-US" sz="2600" dirty="0">
                <a:solidFill>
                  <a:schemeClr val="tx1"/>
                </a:solidFill>
                <a:latin typeface="Work Sans" pitchFamily="2" charset="0"/>
              </a:rPr>
              <a:t>This eliminates the need for locking hubs.</a:t>
            </a:r>
          </a:p>
        </p:txBody>
      </p:sp>
      <p:pic>
        <p:nvPicPr>
          <p:cNvPr id="9" name="Picture Placeholder 8" descr="A vacuum-operated axle disconnect system. 12 Volts supply is connected through a fuse to a diode, incandescent lamp, and the fourth and fifth terminal of the relay. Two pressure valves are connected. The first terminal of the relay is connected to the first pressure valve and the second terminal of the relay is connected to the second pressure valve. Other terminals in each of the pressure valves are grounded. The connection between two pressure valves is further connected to a vacuum tank, which is further connected to a vacuum source. Two pressure valves are further connected to the actuator, which is further connected to a motor. The incandescent lamp is further connected to a port. The third terminal of the relay is further connected to an indicator switch (M T), the output of the diode, port, and position switch (A T). The output of the diode is further connected to the pressure switch (A T). All the switches are further grounded.">
            <a:extLst>
              <a:ext uri="{FF2B5EF4-FFF2-40B4-BE49-F238E27FC236}">
                <a16:creationId xmlns:a16="http://schemas.microsoft.com/office/drawing/2014/main" id="{27FF89BF-63CC-1517-9742-557DBFE887DE}"/>
              </a:ext>
            </a:extLst>
          </p:cNvPr>
          <p:cNvPicPr>
            <a:picLocks noGrp="1" noChangeAspect="1"/>
          </p:cNvPicPr>
          <p:nvPr>
            <p:ph type="pic" sz="quarter" idx="12"/>
          </p:nvPr>
        </p:nvPicPr>
        <p:blipFill rotWithShape="1">
          <a:blip r:embed="rId3"/>
          <a:srcRect b="6056"/>
          <a:stretch/>
        </p:blipFill>
        <p:spPr>
          <a:xfrm>
            <a:off x="6629400" y="1600200"/>
            <a:ext cx="5185472" cy="3840322"/>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Full-Time 4WD">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Full-Time 4WD</a:t>
            </a:r>
          </a:p>
        </p:txBody>
      </p:sp>
      <p:sp>
        <p:nvSpPr>
          <p:cNvPr id="3" name="Content Placeholder 2"/>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358775" indent="-358775">
              <a:spcBef>
                <a:spcPts val="624"/>
              </a:spcBef>
              <a:spcAft>
                <a:spcPts val="600"/>
              </a:spcAft>
              <a:buSzPct val="100000"/>
              <a:buFont typeface="Arial" panose="020B0604020202020204" pitchFamily="34" charset="0"/>
              <a:buChar char="•"/>
              <a:tabLst>
                <a:tab pos="363538" algn="l"/>
              </a:tabLst>
            </a:pPr>
            <a:r>
              <a:rPr lang="en-US" sz="2600" dirty="0">
                <a:solidFill>
                  <a:schemeClr val="tx1"/>
                </a:solidFill>
                <a:latin typeface="Work Sans" pitchFamily="2" charset="0"/>
              </a:rPr>
              <a:t>All four wheels have power all of the time.</a:t>
            </a:r>
          </a:p>
          <a:p>
            <a:pPr marL="358775" indent="-358775">
              <a:spcBef>
                <a:spcPts val="624"/>
              </a:spcBef>
              <a:spcAft>
                <a:spcPts val="600"/>
              </a:spcAft>
              <a:buSzPct val="100000"/>
              <a:buFont typeface="Arial" panose="020B0604020202020204" pitchFamily="34" charset="0"/>
              <a:buChar char="•"/>
              <a:tabLst>
                <a:tab pos="363538" algn="l"/>
              </a:tabLst>
            </a:pPr>
            <a:r>
              <a:rPr lang="en-US" sz="2600" dirty="0">
                <a:solidFill>
                  <a:schemeClr val="tx1"/>
                </a:solidFill>
                <a:latin typeface="Work Sans" pitchFamily="2" charset="0"/>
              </a:rPr>
              <a:t>Use a center or interaxle differential or viscous clutch that allows for different speeds between axles.</a:t>
            </a:r>
          </a:p>
          <a:p>
            <a:pPr marL="358775" indent="-358775">
              <a:spcBef>
                <a:spcPts val="624"/>
              </a:spcBef>
              <a:spcAft>
                <a:spcPts val="600"/>
              </a:spcAft>
              <a:buSzPct val="100000"/>
              <a:buFont typeface="Arial" panose="020B0604020202020204" pitchFamily="34" charset="0"/>
              <a:buChar char="•"/>
              <a:tabLst>
                <a:tab pos="363538" algn="l"/>
              </a:tabLst>
            </a:pPr>
            <a:r>
              <a:rPr lang="en-US" sz="2600" dirty="0">
                <a:solidFill>
                  <a:schemeClr val="tx1"/>
                </a:solidFill>
                <a:latin typeface="Work Sans" pitchFamily="2" charset="0"/>
              </a:rPr>
              <a:t>Has a high and low speed range.</a:t>
            </a:r>
          </a:p>
          <a:p>
            <a:pPr marL="358775" indent="-358775">
              <a:spcBef>
                <a:spcPts val="624"/>
              </a:spcBef>
              <a:spcAft>
                <a:spcPts val="600"/>
              </a:spcAft>
              <a:buSzPct val="100000"/>
              <a:buFont typeface="Arial" panose="020B0604020202020204" pitchFamily="34" charset="0"/>
              <a:buChar char="•"/>
              <a:tabLst>
                <a:tab pos="363538" algn="l"/>
              </a:tabLst>
            </a:pPr>
            <a:r>
              <a:rPr lang="en-US" sz="2600" dirty="0">
                <a:solidFill>
                  <a:schemeClr val="tx1"/>
                </a:solidFill>
                <a:latin typeface="Work Sans" pitchFamily="2" charset="0"/>
              </a:rPr>
              <a:t>No 2WD option.</a:t>
            </a:r>
          </a:p>
          <a:p>
            <a:pPr marL="358775" indent="-358775">
              <a:spcBef>
                <a:spcPts val="624"/>
              </a:spcBef>
              <a:spcAft>
                <a:spcPts val="600"/>
              </a:spcAft>
              <a:buSzPct val="100000"/>
              <a:buFont typeface="Arial" panose="020B0604020202020204" pitchFamily="34" charset="0"/>
              <a:buChar char="•"/>
              <a:tabLst>
                <a:tab pos="363538" algn="l"/>
              </a:tabLst>
            </a:pPr>
            <a:r>
              <a:rPr lang="en-US" sz="2600" dirty="0">
                <a:solidFill>
                  <a:schemeClr val="tx1"/>
                </a:solidFill>
                <a:latin typeface="Work Sans" pitchFamily="2" charset="0"/>
              </a:rPr>
              <a:t>Does not use locking hubs.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Example of Full-Time 4WD">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Example of Full-Time 4WD</a:t>
            </a:r>
          </a:p>
        </p:txBody>
      </p:sp>
      <p:pic>
        <p:nvPicPr>
          <p:cNvPr id="9" name="Picture Placeholder 8" descr="A full-time 4-wheel drive system. The labeled parts are as follows: engine, 5-speed manual gearbox, central differential, rear axle drive assembly, drive shaft, gearbox output shaft, and front axle drive assembly.">
            <a:extLst>
              <a:ext uri="{FF2B5EF4-FFF2-40B4-BE49-F238E27FC236}">
                <a16:creationId xmlns:a16="http://schemas.microsoft.com/office/drawing/2014/main" id="{914C552D-81A9-2294-3D35-E4A4ABB3AE22}"/>
              </a:ext>
            </a:extLst>
          </p:cNvPr>
          <p:cNvPicPr>
            <a:picLocks noGrp="1" noChangeAspect="1"/>
          </p:cNvPicPr>
          <p:nvPr>
            <p:ph type="pic" sz="quarter" idx="12"/>
          </p:nvPr>
        </p:nvPicPr>
        <p:blipFill rotWithShape="1">
          <a:blip r:embed="rId3"/>
          <a:srcRect b="5239"/>
          <a:stretch/>
        </p:blipFill>
        <p:spPr>
          <a:xfrm>
            <a:off x="4743378" y="1510098"/>
            <a:ext cx="2705244" cy="4585902"/>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AWD Systems">
    <p:spTree>
      <p:nvGrpSpPr>
        <p:cNvPr id="1" name=""/>
        <p:cNvGrpSpPr/>
        <p:nvPr/>
      </p:nvGrpSpPr>
      <p:grpSpPr>
        <a:xfrm>
          <a:off x="0" y="0"/>
          <a:ext cx="0" cy="0"/>
          <a:chOff x="0" y="0"/>
          <a:chExt cx="0" cy="0"/>
        </a:xfrm>
      </p:grpSpPr>
      <p:sp>
        <p:nvSpPr>
          <p:cNvPr id="3" name="Title 3"/>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solidFill>
                  <a:schemeClr val="tx1"/>
                </a:solidFill>
              </a:rPr>
              <a:t>All-Wheel Drive (AWD) Systems</a:t>
            </a:r>
          </a:p>
        </p:txBody>
      </p:sp>
      <p:sp>
        <p:nvSpPr>
          <p:cNvPr id="2" name="Rectangle 3"/>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108000" indent="0">
              <a:spcBef>
                <a:spcPts val="624"/>
              </a:spcBef>
              <a:spcAft>
                <a:spcPts val="600"/>
              </a:spcAft>
              <a:buNone/>
            </a:pPr>
            <a:r>
              <a:rPr lang="en-US" sz="2600" b="1" dirty="0">
                <a:solidFill>
                  <a:schemeClr val="tx1"/>
                </a:solidFill>
                <a:latin typeface="Work Sans" pitchFamily="2" charset="0"/>
              </a:rPr>
              <a:t>44.03 Describe the types of center differentials used in all-wheel drive systems.</a:t>
            </a:r>
            <a:endParaRPr lang="en-US" sz="2600" dirty="0">
              <a:solidFill>
                <a:schemeClr val="tx1"/>
              </a:solidFill>
              <a:latin typeface="Work Sans" pitchFamily="2" charset="0"/>
            </a:endParaRPr>
          </a:p>
          <a:p>
            <a:pPr marL="358775" indent="-358775">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Do not have a separate transfer case.</a:t>
            </a:r>
          </a:p>
          <a:p>
            <a:pPr marL="358775" indent="-358775">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Use a front-wheel drive transaxle equipped with a viscous clutch, center differential, or transfer (Haldex) clutch.</a:t>
            </a:r>
          </a:p>
          <a:p>
            <a:pPr marL="358775" indent="-358775">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Operate continuously in four-wheel drive.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Full-Time AWD">
    <p:spTree>
      <p:nvGrpSpPr>
        <p:cNvPr id="1" name=""/>
        <p:cNvGrpSpPr/>
        <p:nvPr/>
      </p:nvGrpSpPr>
      <p:grpSpPr>
        <a:xfrm>
          <a:off x="0" y="0"/>
          <a:ext cx="0" cy="0"/>
          <a:chOff x="0" y="0"/>
          <a:chExt cx="0" cy="0"/>
        </a:xfrm>
      </p:grpSpPr>
      <p:sp>
        <p:nvSpPr>
          <p:cNvPr id="2" name="Title 5"/>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Full-Time AWD</a:t>
            </a:r>
          </a:p>
        </p:txBody>
      </p:sp>
      <p:sp>
        <p:nvSpPr>
          <p:cNvPr id="3" name="Content Placeholder 6"/>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457200" indent="-4572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Similar to full-time 4WD systems.</a:t>
            </a:r>
          </a:p>
          <a:p>
            <a:pPr marL="457200" indent="-4572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Not designed for heavy off-road use.</a:t>
            </a:r>
          </a:p>
          <a:p>
            <a:pPr marL="457200" indent="-4572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Engine torque is divided according to operating conditions.</a:t>
            </a:r>
          </a:p>
          <a:p>
            <a:pPr marL="457200" indent="-4572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Can be computer controlled.</a:t>
            </a:r>
          </a:p>
          <a:p>
            <a:pPr marL="457200" indent="-4572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May allow the driver to lock the front and rear driveshafts.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3"/>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Typical AWD Vehicle</a:t>
            </a:r>
          </a:p>
        </p:txBody>
      </p:sp>
      <p:pic>
        <p:nvPicPr>
          <p:cNvPr id="9" name="Picture Placeholder 8" descr="A layout of an A W D vehicle. The parts labeled are as follows: transfer case, center support bearings, U-joints, rear differential, viscous coupling, and tripod joint.">
            <a:extLst>
              <a:ext uri="{FF2B5EF4-FFF2-40B4-BE49-F238E27FC236}">
                <a16:creationId xmlns:a16="http://schemas.microsoft.com/office/drawing/2014/main" id="{E723C4D9-7C70-FDAA-84F2-6F503D2B4F56}"/>
              </a:ext>
            </a:extLst>
          </p:cNvPr>
          <p:cNvPicPr>
            <a:picLocks noGrp="1" noChangeAspect="1"/>
          </p:cNvPicPr>
          <p:nvPr>
            <p:ph type="pic" sz="quarter" idx="12"/>
          </p:nvPr>
        </p:nvPicPr>
        <p:blipFill rotWithShape="1">
          <a:blip r:embed="rId3"/>
          <a:srcRect b="4425"/>
          <a:stretch/>
        </p:blipFill>
        <p:spPr>
          <a:xfrm>
            <a:off x="3276600" y="1676400"/>
            <a:ext cx="5715000" cy="4114800"/>
          </a:xfrm>
          <a:prstGeom prst="rect">
            <a:avLst/>
          </a:prstGeom>
        </p:spPr>
      </p:pic>
    </p:spTree>
    <p:extLst>
      <p:ext uri="{BB962C8B-B14F-4D97-AF65-F5344CB8AC3E}">
        <p14:creationId xmlns:p14="http://schemas.microsoft.com/office/powerpoint/2010/main" val="140283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4WD Hybrids">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AWD Hybrids</a:t>
            </a:r>
          </a:p>
        </p:txBody>
      </p:sp>
      <p:pic>
        <p:nvPicPr>
          <p:cNvPr id="9" name="Picture Placeholder 8" descr="A basic layout for a hybrid vehicle. M G R is connected between the rear wheels. M G R is further connected to the inverter assembly, which is further connected to M G 1 and M G 2. Planetary is connected to the final drive, M G 1, and M G 2. M G 1 is further connected to an engine. The final drive is connected to both front wheels. From the rear wheels the mechanical energy flows towards M G R. The recovered energy from M G R flows toward the inverter assembly. From M G 2, the recovered energy flows to the H V battery through the inverter assembly. From the front wheels, the mechanical energy flows towards the final drive and further to M G 2 through planetary.">
            <a:extLst>
              <a:ext uri="{FF2B5EF4-FFF2-40B4-BE49-F238E27FC236}">
                <a16:creationId xmlns:a16="http://schemas.microsoft.com/office/drawing/2014/main" id="{C6979C30-7840-0081-F1F9-C45AFF021A21}"/>
              </a:ext>
            </a:extLst>
          </p:cNvPr>
          <p:cNvPicPr>
            <a:picLocks noGrp="1" noChangeAspect="1"/>
          </p:cNvPicPr>
          <p:nvPr>
            <p:ph type="pic" sz="quarter" idx="12"/>
          </p:nvPr>
        </p:nvPicPr>
        <p:blipFill rotWithShape="1">
          <a:blip r:embed="rId3"/>
          <a:srcRect b="8987"/>
          <a:stretch/>
        </p:blipFill>
        <p:spPr>
          <a:xfrm>
            <a:off x="2857506" y="1639453"/>
            <a:ext cx="6476988" cy="424433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Knowledge Check">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Knowledge Check (1 of 3)</a:t>
            </a:r>
          </a:p>
        </p:txBody>
      </p:sp>
      <p:sp>
        <p:nvSpPr>
          <p:cNvPr id="3" name="Content Placeholder 2"/>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0" indent="0">
              <a:spcBef>
                <a:spcPts val="624"/>
              </a:spcBef>
              <a:spcAft>
                <a:spcPts val="600"/>
              </a:spcAft>
              <a:buNone/>
            </a:pPr>
            <a:r>
              <a:rPr lang="en-US" sz="2600" dirty="0">
                <a:solidFill>
                  <a:schemeClr val="tx1"/>
                </a:solidFill>
                <a:latin typeface="Work Sans" pitchFamily="2" charset="0"/>
              </a:rPr>
              <a:t>Technician A says AWD vehicles use a transfer case to send power to the front wheels. Technician B says 4WD vehicles use a transfer case to send power to the front and rear wheels. </a:t>
            </a:r>
          </a:p>
          <a:p>
            <a:pPr marL="0" indent="0">
              <a:spcBef>
                <a:spcPts val="624"/>
              </a:spcBef>
              <a:spcAft>
                <a:spcPts val="600"/>
              </a:spcAft>
              <a:buNone/>
            </a:pPr>
            <a:r>
              <a:rPr lang="en-US" sz="2600" dirty="0">
                <a:solidFill>
                  <a:schemeClr val="tx1"/>
                </a:solidFill>
                <a:latin typeface="Work Sans" pitchFamily="2" charset="0"/>
              </a:rPr>
              <a:t>Who is correct?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Knowledge Check Answer (1 of 3)</a:t>
            </a:r>
          </a:p>
        </p:txBody>
      </p:sp>
      <p:sp>
        <p:nvSpPr>
          <p:cNvPr id="3" name="Content Placeholder 2"/>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0" indent="0">
              <a:spcBef>
                <a:spcPts val="624"/>
              </a:spcBef>
              <a:spcAft>
                <a:spcPts val="600"/>
              </a:spcAft>
              <a:buNone/>
            </a:pPr>
            <a:r>
              <a:rPr lang="en-US" sz="2600" dirty="0">
                <a:solidFill>
                  <a:schemeClr val="tx1"/>
                </a:solidFill>
                <a:latin typeface="Work Sans" pitchFamily="2" charset="0"/>
              </a:rPr>
              <a:t>Technician A says AWD vehicles use a transfer case to send power to the front wheels. Technician B says 4WD vehicles use a transfer case to send power to the front and rear wheels.</a:t>
            </a:r>
          </a:p>
          <a:p>
            <a:pPr marL="0" indent="0">
              <a:spcBef>
                <a:spcPts val="624"/>
              </a:spcBef>
              <a:spcAft>
                <a:spcPts val="600"/>
              </a:spcAft>
              <a:buNone/>
            </a:pPr>
            <a:r>
              <a:rPr lang="en-US" sz="2600" dirty="0">
                <a:solidFill>
                  <a:schemeClr val="tx1"/>
                </a:solidFill>
                <a:latin typeface="Work Sans" pitchFamily="2" charset="0"/>
              </a:rPr>
              <a:t>Who is correct?</a:t>
            </a:r>
          </a:p>
          <a:p>
            <a:pPr marL="0" indent="0">
              <a:spcBef>
                <a:spcPts val="624"/>
              </a:spcBef>
              <a:spcAft>
                <a:spcPts val="600"/>
              </a:spcAft>
              <a:buNone/>
            </a:pPr>
            <a:r>
              <a:rPr lang="en-US" sz="2600" dirty="0">
                <a:solidFill>
                  <a:schemeClr val="tx1"/>
                </a:solidFill>
                <a:latin typeface="Work Sans" pitchFamily="2" charset="0"/>
              </a:rPr>
              <a:t>	</a:t>
            </a:r>
            <a:r>
              <a:rPr lang="en-US" sz="2600" b="1" dirty="0">
                <a:solidFill>
                  <a:schemeClr val="tx1"/>
                </a:solidFill>
                <a:latin typeface="Work Sans" pitchFamily="2" charset="0"/>
              </a:rPr>
              <a:t>Answer: </a:t>
            </a:r>
            <a:r>
              <a:rPr lang="en-US" sz="2600" dirty="0">
                <a:solidFill>
                  <a:schemeClr val="tx1"/>
                </a:solidFill>
                <a:latin typeface="Work Sans" pitchFamily="2" charset="0"/>
              </a:rPr>
              <a:t>Technician B only</a:t>
            </a:r>
          </a:p>
        </p:txBody>
      </p:sp>
    </p:spTree>
    <p:extLst>
      <p:ext uri="{BB962C8B-B14F-4D97-AF65-F5344CB8AC3E}">
        <p14:creationId xmlns:p14="http://schemas.microsoft.com/office/powerpoint/2010/main" val="12921636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4WD Drivelines">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4WD Drivelines</a:t>
            </a:r>
          </a:p>
        </p:txBody>
      </p:sp>
      <p:sp>
        <p:nvSpPr>
          <p:cNvPr id="3" name="Content Placeholder 2"/>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358775" indent="-358775">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The heart of conventional 4WD systems is the transfer case.</a:t>
            </a:r>
          </a:p>
          <a:p>
            <a:pPr marL="358775" indent="-358775">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May be integrated into the transmission or mounted at the rear of the transmission.</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Traditional Transfer Case">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Transfer Case Designs</a:t>
            </a:r>
          </a:p>
        </p:txBody>
      </p:sp>
      <p:pic>
        <p:nvPicPr>
          <p:cNvPr id="10" name="Picture Placeholder 9" descr="A lightweight transfer case integrated with the transmission.">
            <a:extLst>
              <a:ext uri="{FF2B5EF4-FFF2-40B4-BE49-F238E27FC236}">
                <a16:creationId xmlns:a16="http://schemas.microsoft.com/office/drawing/2014/main" id="{D8E4CBB3-BE9D-232A-86B2-888FF8AFF2E7}"/>
              </a:ext>
            </a:extLst>
          </p:cNvPr>
          <p:cNvPicPr>
            <a:picLocks noGrp="1" noChangeAspect="1"/>
          </p:cNvPicPr>
          <p:nvPr>
            <p:ph type="pic" sz="quarter" idx="11"/>
          </p:nvPr>
        </p:nvPicPr>
        <p:blipFill rotWithShape="1">
          <a:blip r:embed="rId3"/>
          <a:srcRect b="12057"/>
          <a:stretch/>
        </p:blipFill>
        <p:spPr>
          <a:xfrm>
            <a:off x="1368579" y="1792213"/>
            <a:ext cx="5423350" cy="3489659"/>
          </a:xfrm>
          <a:prstGeom prst="rect">
            <a:avLst/>
          </a:prstGeom>
        </p:spPr>
      </p:pic>
      <p:pic>
        <p:nvPicPr>
          <p:cNvPr id="11" name="Picture Placeholder 10" descr="A transfer case model, where the transfer case is being bolted to the rear of the transmission.">
            <a:extLst>
              <a:ext uri="{FF2B5EF4-FFF2-40B4-BE49-F238E27FC236}">
                <a16:creationId xmlns:a16="http://schemas.microsoft.com/office/drawing/2014/main" id="{4BA15AAA-0CFD-617E-6603-4F9DDB56B507}"/>
              </a:ext>
            </a:extLst>
          </p:cNvPr>
          <p:cNvPicPr>
            <a:picLocks noGrp="1" noChangeAspect="1"/>
          </p:cNvPicPr>
          <p:nvPr>
            <p:ph type="pic" sz="quarter" idx="12"/>
          </p:nvPr>
        </p:nvPicPr>
        <p:blipFill rotWithShape="1">
          <a:blip r:embed="rId4"/>
          <a:srcRect b="9362"/>
          <a:stretch/>
        </p:blipFill>
        <p:spPr>
          <a:xfrm>
            <a:off x="7029330" y="1653708"/>
            <a:ext cx="4400670" cy="3908892"/>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Power Transfer (Takeoff) Units">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Power Transfer (Takeoff) Units</a:t>
            </a:r>
          </a:p>
        </p:txBody>
      </p:sp>
      <p:sp>
        <p:nvSpPr>
          <p:cNvPr id="3" name="Content Placeholder 2"/>
          <p:cNvSpPr txBox="1">
            <a:spLocks noGrp="1"/>
          </p:cNvSpPr>
          <p:nvPr>
            <p:ph type="body" idx="1"/>
          </p:nvPr>
        </p:nvSpPr>
        <p:spPr>
          <a:xfrm>
            <a:off x="476845" y="1563627"/>
            <a:ext cx="6304955" cy="2551174"/>
          </a:xfrm>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358775" indent="-358775">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Used on FWD-based systems.</a:t>
            </a:r>
          </a:p>
          <a:p>
            <a:pPr marL="358775" indent="-358775">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Power is taken from transaxle and transmitted to the rear axle.</a:t>
            </a:r>
          </a:p>
        </p:txBody>
      </p:sp>
      <p:pic>
        <p:nvPicPr>
          <p:cNvPr id="9" name="Picture Placeholder 8" descr="A typical setup depicts the power transfer take-off units bolted to a transaxle.">
            <a:extLst>
              <a:ext uri="{FF2B5EF4-FFF2-40B4-BE49-F238E27FC236}">
                <a16:creationId xmlns:a16="http://schemas.microsoft.com/office/drawing/2014/main" id="{25EA22C1-21AE-711B-3762-EB3965FAAEB3}"/>
              </a:ext>
            </a:extLst>
          </p:cNvPr>
          <p:cNvPicPr>
            <a:picLocks noGrp="1" noChangeAspect="1"/>
          </p:cNvPicPr>
          <p:nvPr>
            <p:ph type="pic" sz="quarter" idx="12"/>
          </p:nvPr>
        </p:nvPicPr>
        <p:blipFill rotWithShape="1">
          <a:blip r:embed="rId3"/>
          <a:srcRect b="5958"/>
          <a:stretch/>
        </p:blipFill>
        <p:spPr>
          <a:xfrm>
            <a:off x="7429594" y="1446513"/>
            <a:ext cx="4076605" cy="4415129"/>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Locking Hubs">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Locking Hubs</a:t>
            </a:r>
          </a:p>
        </p:txBody>
      </p:sp>
      <p:sp>
        <p:nvSpPr>
          <p:cNvPr id="3" name="Content Placeholder 2"/>
          <p:cNvSpPr txBox="1">
            <a:spLocks noGrp="1"/>
          </p:cNvSpPr>
          <p:nvPr>
            <p:ph type="body" idx="1"/>
          </p:nvPr>
        </p:nvSpPr>
        <p:spPr>
          <a:xfrm>
            <a:off x="476845" y="1563627"/>
            <a:ext cx="11029356" cy="1331973"/>
          </a:xfrm>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358775" indent="-358775">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May be manual or automatic.</a:t>
            </a:r>
          </a:p>
          <a:p>
            <a:pPr marL="358775" indent="-358775">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Used to disengage the wheels from the driveshafts and gears.</a:t>
            </a:r>
          </a:p>
        </p:txBody>
      </p:sp>
      <p:pic>
        <p:nvPicPr>
          <p:cNvPr id="9" name="Picture Placeholder 8" descr="A free running position and lock position. In the free running position, the control knob points to free. In the lock position, the control knob points to the lock.">
            <a:extLst>
              <a:ext uri="{FF2B5EF4-FFF2-40B4-BE49-F238E27FC236}">
                <a16:creationId xmlns:a16="http://schemas.microsoft.com/office/drawing/2014/main" id="{7599DF8E-665D-5079-FDCC-6748B5A28A68}"/>
              </a:ext>
            </a:extLst>
          </p:cNvPr>
          <p:cNvPicPr>
            <a:picLocks noGrp="1" noChangeAspect="1"/>
          </p:cNvPicPr>
          <p:nvPr>
            <p:ph type="pic" sz="quarter" idx="12"/>
          </p:nvPr>
        </p:nvPicPr>
        <p:blipFill rotWithShape="1">
          <a:blip r:embed="rId3"/>
          <a:srcRect b="9248"/>
          <a:stretch/>
        </p:blipFill>
        <p:spPr>
          <a:xfrm>
            <a:off x="2292668" y="3098078"/>
            <a:ext cx="7606665" cy="2508167"/>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Interaxle Differentials">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Interaxle Differentials</a:t>
            </a:r>
          </a:p>
        </p:txBody>
      </p:sp>
      <p:sp>
        <p:nvSpPr>
          <p:cNvPr id="3" name="Content Placeholder 2"/>
          <p:cNvSpPr txBox="1">
            <a:spLocks noGrp="1"/>
          </p:cNvSpPr>
          <p:nvPr>
            <p:ph type="body" idx="1"/>
          </p:nvPr>
        </p:nvSpPr>
        <p:spPr>
          <a:xfrm>
            <a:off x="476844" y="1563627"/>
            <a:ext cx="11241915" cy="1408173"/>
          </a:xfrm>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358775" indent="-358775">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The interaxle differential allows for different front and rear speeds similar to a differential allowing separate left and right speeds.</a:t>
            </a:r>
          </a:p>
        </p:txBody>
      </p:sp>
      <p:pic>
        <p:nvPicPr>
          <p:cNvPr id="9" name="Picture Placeholder 8" descr="The mechanism of center differential. The parts labeled are as follows: Front differential, center differential, and rear differential. Transmission occurs between the front and center differential.">
            <a:extLst>
              <a:ext uri="{FF2B5EF4-FFF2-40B4-BE49-F238E27FC236}">
                <a16:creationId xmlns:a16="http://schemas.microsoft.com/office/drawing/2014/main" id="{9E6CF354-7C99-37DE-071E-DD5224C37A79}"/>
              </a:ext>
            </a:extLst>
          </p:cNvPr>
          <p:cNvPicPr>
            <a:picLocks noGrp="1" noChangeAspect="1"/>
          </p:cNvPicPr>
          <p:nvPr>
            <p:ph type="pic" sz="quarter" idx="12"/>
          </p:nvPr>
        </p:nvPicPr>
        <p:blipFill rotWithShape="1">
          <a:blip r:embed="rId3"/>
          <a:srcRect b="10269"/>
          <a:stretch/>
        </p:blipFill>
        <p:spPr>
          <a:xfrm>
            <a:off x="2292668" y="3080322"/>
            <a:ext cx="7606665" cy="2787078"/>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Viscous Clutches or Couplings">
    <p:spTree>
      <p:nvGrpSpPr>
        <p:cNvPr id="1" name=""/>
        <p:cNvGrpSpPr/>
        <p:nvPr/>
      </p:nvGrpSpPr>
      <p:grpSpPr>
        <a:xfrm>
          <a:off x="0" y="0"/>
          <a:ext cx="0" cy="0"/>
          <a:chOff x="0" y="0"/>
          <a:chExt cx="0" cy="0"/>
        </a:xfrm>
      </p:grpSpPr>
      <p:sp>
        <p:nvSpPr>
          <p:cNvPr id="3" name="Title 3"/>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Viscous Clutches or Couplings</a:t>
            </a:r>
          </a:p>
        </p:txBody>
      </p:sp>
      <p:sp>
        <p:nvSpPr>
          <p:cNvPr id="2" name="Rectangle 3"/>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358775" indent="-358775">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Are self contained and not serviceable.</a:t>
            </a:r>
          </a:p>
          <a:p>
            <a:pPr marL="358775" indent="-358775">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Can be installed inside or outside the transaxle housing.</a:t>
            </a:r>
          </a:p>
          <a:p>
            <a:pPr marL="358775" indent="-358775">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Consist of two sets of steel plates in a drum of thick fluid.</a:t>
            </a:r>
          </a:p>
          <a:p>
            <a:pPr marL="358775" indent="-358775">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Split the engine torque according to the needs of each axle.</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0AB010-5477-C033-56E5-30B6E5201F0F}"/>
              </a:ext>
            </a:extLst>
          </p:cNvPr>
          <p:cNvSpPr>
            <a:spLocks noGrp="1"/>
          </p:cNvSpPr>
          <p:nvPr>
            <p:ph type="title"/>
          </p:nvPr>
        </p:nvSpPr>
        <p:spPr/>
        <p:txBody>
          <a:bodyPr/>
          <a:lstStyle/>
          <a:p>
            <a:r>
              <a:rPr lang="en-IN" dirty="0"/>
              <a:t>Viscous Clutch</a:t>
            </a:r>
          </a:p>
        </p:txBody>
      </p:sp>
      <p:pic>
        <p:nvPicPr>
          <p:cNvPr id="7" name="Picture Placeholder 6" descr="A viscous clutch. The parts labeled are as follows: Number 1 propeller shaft, housing, hub plate, housing plate, and Number 2 propeller shaft.">
            <a:extLst>
              <a:ext uri="{FF2B5EF4-FFF2-40B4-BE49-F238E27FC236}">
                <a16:creationId xmlns:a16="http://schemas.microsoft.com/office/drawing/2014/main" id="{8CF60C91-8E46-E27D-A141-72F56910ECCF}"/>
              </a:ext>
            </a:extLst>
          </p:cNvPr>
          <p:cNvPicPr>
            <a:picLocks noGrp="1" noChangeAspect="1"/>
          </p:cNvPicPr>
          <p:nvPr>
            <p:ph type="pic" sz="quarter" idx="10"/>
          </p:nvPr>
        </p:nvPicPr>
        <p:blipFill rotWithShape="1">
          <a:blip r:embed="rId3"/>
          <a:srcRect b="8168"/>
          <a:stretch/>
        </p:blipFill>
        <p:spPr>
          <a:xfrm>
            <a:off x="3238500" y="1905000"/>
            <a:ext cx="5715000" cy="396240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8C5577-0D94-1AD4-4AC3-CBC3B81E65BC}"/>
              </a:ext>
            </a:extLst>
          </p:cNvPr>
          <p:cNvSpPr>
            <a:spLocks noGrp="1"/>
          </p:cNvSpPr>
          <p:nvPr>
            <p:ph type="title"/>
          </p:nvPr>
        </p:nvSpPr>
        <p:spPr/>
        <p:txBody>
          <a:bodyPr/>
          <a:lstStyle/>
          <a:p>
            <a:r>
              <a:rPr lang="en-US" dirty="0">
                <a:solidFill>
                  <a:schemeClr val="tx1"/>
                </a:solidFill>
                <a:latin typeface="Work Sans" pitchFamily="2" charset="0"/>
              </a:rPr>
              <a:t>Knowledge Check (2 of 3)</a:t>
            </a:r>
            <a:endParaRPr lang="en-IN" dirty="0">
              <a:solidFill>
                <a:schemeClr val="tx1"/>
              </a:solidFill>
            </a:endParaRPr>
          </a:p>
        </p:txBody>
      </p:sp>
      <p:sp>
        <p:nvSpPr>
          <p:cNvPr id="8" name="Text Placeholder 7">
            <a:extLst>
              <a:ext uri="{FF2B5EF4-FFF2-40B4-BE49-F238E27FC236}">
                <a16:creationId xmlns:a16="http://schemas.microsoft.com/office/drawing/2014/main" id="{824CD61B-3127-FDB3-B030-7F8D6504F7A7}"/>
              </a:ext>
            </a:extLst>
          </p:cNvPr>
          <p:cNvSpPr>
            <a:spLocks noGrp="1"/>
          </p:cNvSpPr>
          <p:nvPr>
            <p:ph type="body" idx="1"/>
          </p:nvPr>
        </p:nvSpPr>
        <p:spPr/>
        <p:txBody>
          <a:bodyPr/>
          <a:lstStyle/>
          <a:p>
            <a:pPr marL="57150" indent="0">
              <a:buNone/>
            </a:pPr>
            <a:r>
              <a:rPr lang="en-US" sz="2600" dirty="0">
                <a:solidFill>
                  <a:schemeClr val="tx1"/>
                </a:solidFill>
                <a:latin typeface="Work Sans" pitchFamily="2" charset="0"/>
              </a:rPr>
              <a:t>In a viscous clutch, when the silicone fluid is heated, it ___.</a:t>
            </a:r>
          </a:p>
          <a:p>
            <a:pPr marL="57150" indent="0">
              <a:buNone/>
            </a:pPr>
            <a:r>
              <a:rPr lang="en-US" sz="2600" dirty="0">
                <a:solidFill>
                  <a:schemeClr val="tx1"/>
                </a:solidFill>
                <a:latin typeface="Work Sans" pitchFamily="2" charset="0"/>
              </a:rPr>
              <a:t>a. becomes a very thin fluid.</a:t>
            </a:r>
          </a:p>
          <a:p>
            <a:pPr marL="57150" indent="0">
              <a:buNone/>
            </a:pPr>
            <a:r>
              <a:rPr lang="en-US" sz="2600" dirty="0">
                <a:solidFill>
                  <a:schemeClr val="tx1"/>
                </a:solidFill>
                <a:latin typeface="Work Sans" pitchFamily="2" charset="0"/>
              </a:rPr>
              <a:t>b. boils to a vapor.</a:t>
            </a:r>
          </a:p>
          <a:p>
            <a:pPr marL="57150" indent="0">
              <a:buNone/>
            </a:pPr>
            <a:r>
              <a:rPr lang="en-US" sz="2600" dirty="0">
                <a:solidFill>
                  <a:schemeClr val="tx1"/>
                </a:solidFill>
                <a:latin typeface="Work Sans" pitchFamily="2" charset="0"/>
              </a:rPr>
              <a:t>c. thickens to a solid mass.</a:t>
            </a:r>
          </a:p>
          <a:p>
            <a:pPr marL="57150" indent="0">
              <a:buNone/>
            </a:pPr>
            <a:r>
              <a:rPr lang="en-US" sz="2600" dirty="0">
                <a:solidFill>
                  <a:schemeClr val="tx1"/>
                </a:solidFill>
                <a:latin typeface="Work Sans" pitchFamily="2" charset="0"/>
              </a:rPr>
              <a:t>d. stiffens.</a:t>
            </a:r>
          </a:p>
        </p:txBody>
      </p:sp>
    </p:spTree>
    <p:extLst>
      <p:ext uri="{BB962C8B-B14F-4D97-AF65-F5344CB8AC3E}">
        <p14:creationId xmlns:p14="http://schemas.microsoft.com/office/powerpoint/2010/main" val="213519181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4BA055-5A18-66B0-095E-93A99CC92FBC}"/>
              </a:ext>
            </a:extLst>
          </p:cNvPr>
          <p:cNvSpPr>
            <a:spLocks noGrp="1"/>
          </p:cNvSpPr>
          <p:nvPr>
            <p:ph type="title"/>
          </p:nvPr>
        </p:nvSpPr>
        <p:spPr/>
        <p:txBody>
          <a:bodyPr/>
          <a:lstStyle/>
          <a:p>
            <a:r>
              <a:rPr lang="en-US" dirty="0">
                <a:solidFill>
                  <a:schemeClr val="tx1"/>
                </a:solidFill>
                <a:latin typeface="Work Sans" pitchFamily="2" charset="0"/>
              </a:rPr>
              <a:t>Knowledge Check Answer (2 of 3)</a:t>
            </a:r>
            <a:endParaRPr lang="en-IN" dirty="0">
              <a:solidFill>
                <a:schemeClr val="tx1"/>
              </a:solidFill>
            </a:endParaRPr>
          </a:p>
        </p:txBody>
      </p:sp>
      <p:sp>
        <p:nvSpPr>
          <p:cNvPr id="8" name="Text Placeholder 7">
            <a:extLst>
              <a:ext uri="{FF2B5EF4-FFF2-40B4-BE49-F238E27FC236}">
                <a16:creationId xmlns:a16="http://schemas.microsoft.com/office/drawing/2014/main" id="{824CD61B-3127-FDB3-B030-7F8D6504F7A7}"/>
              </a:ext>
            </a:extLst>
          </p:cNvPr>
          <p:cNvSpPr>
            <a:spLocks noGrp="1"/>
          </p:cNvSpPr>
          <p:nvPr>
            <p:ph type="body" idx="1"/>
          </p:nvPr>
        </p:nvSpPr>
        <p:spPr/>
        <p:txBody>
          <a:bodyPr/>
          <a:lstStyle/>
          <a:p>
            <a:pPr marL="57150" indent="0">
              <a:buNone/>
            </a:pPr>
            <a:r>
              <a:rPr lang="en-US" sz="2600" dirty="0">
                <a:solidFill>
                  <a:schemeClr val="tx1"/>
                </a:solidFill>
                <a:latin typeface="Work Sans" pitchFamily="2" charset="0"/>
              </a:rPr>
              <a:t>In a viscous clutch, when the silicone fluid is heated, it ___.</a:t>
            </a:r>
          </a:p>
          <a:p>
            <a:pPr marL="57150" indent="0">
              <a:buNone/>
            </a:pPr>
            <a:r>
              <a:rPr lang="en-US" sz="2600" dirty="0">
                <a:solidFill>
                  <a:schemeClr val="tx1"/>
                </a:solidFill>
                <a:latin typeface="Work Sans" pitchFamily="2" charset="0"/>
              </a:rPr>
              <a:t>a. becomes a very thin fluid.</a:t>
            </a:r>
          </a:p>
          <a:p>
            <a:pPr marL="57150" indent="0">
              <a:buNone/>
            </a:pPr>
            <a:r>
              <a:rPr lang="en-US" sz="2600" dirty="0">
                <a:solidFill>
                  <a:schemeClr val="tx1"/>
                </a:solidFill>
                <a:latin typeface="Work Sans" pitchFamily="2" charset="0"/>
              </a:rPr>
              <a:t>b. boils to a vapor.</a:t>
            </a:r>
          </a:p>
          <a:p>
            <a:pPr marL="57150" indent="0">
              <a:buNone/>
            </a:pPr>
            <a:r>
              <a:rPr lang="en-US" sz="2600" dirty="0">
                <a:solidFill>
                  <a:schemeClr val="tx1"/>
                </a:solidFill>
                <a:latin typeface="Work Sans" pitchFamily="2" charset="0"/>
              </a:rPr>
              <a:t>c. thickens to a solid mass.</a:t>
            </a:r>
          </a:p>
          <a:p>
            <a:pPr marL="57150" indent="0">
              <a:spcAft>
                <a:spcPts val="2400"/>
              </a:spcAft>
              <a:buNone/>
            </a:pPr>
            <a:r>
              <a:rPr lang="en-US" sz="2600" dirty="0">
                <a:solidFill>
                  <a:schemeClr val="tx1"/>
                </a:solidFill>
                <a:latin typeface="Work Sans" pitchFamily="2" charset="0"/>
              </a:rPr>
              <a:t>d. stiffens.</a:t>
            </a:r>
          </a:p>
          <a:p>
            <a:pPr marL="715963" indent="0">
              <a:buNone/>
            </a:pPr>
            <a:r>
              <a:rPr lang="en-US" sz="2600" b="1" dirty="0">
                <a:solidFill>
                  <a:schemeClr val="tx1"/>
                </a:solidFill>
                <a:latin typeface="Work Sans" pitchFamily="2" charset="0"/>
              </a:rPr>
              <a:t>Answer: </a:t>
            </a:r>
            <a:r>
              <a:rPr lang="en-US" sz="2600" dirty="0">
                <a:solidFill>
                  <a:schemeClr val="tx1"/>
                </a:solidFill>
                <a:latin typeface="Work Sans" pitchFamily="2" charset="0"/>
              </a:rPr>
              <a:t>d. stiffens</a:t>
            </a:r>
          </a:p>
        </p:txBody>
      </p:sp>
    </p:spTree>
    <p:extLst>
      <p:ext uri="{BB962C8B-B14F-4D97-AF65-F5344CB8AC3E}">
        <p14:creationId xmlns:p14="http://schemas.microsoft.com/office/powerpoint/2010/main" val="185087270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Haldex Clutch">
    <p:spTree>
      <p:nvGrpSpPr>
        <p:cNvPr id="1" name=""/>
        <p:cNvGrpSpPr/>
        <p:nvPr/>
      </p:nvGrpSpPr>
      <p:grpSpPr>
        <a:xfrm>
          <a:off x="0" y="0"/>
          <a:ext cx="0" cy="0"/>
          <a:chOff x="0" y="0"/>
          <a:chExt cx="0" cy="0"/>
        </a:xfrm>
      </p:grpSpPr>
      <p:sp>
        <p:nvSpPr>
          <p:cNvPr id="3" name="Title 3"/>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Haldex Clutch</a:t>
            </a:r>
          </a:p>
        </p:txBody>
      </p:sp>
      <p:sp>
        <p:nvSpPr>
          <p:cNvPr id="2" name="Rectangle 3"/>
          <p:cNvSpPr txBox="1">
            <a:spLocks noGrp="1"/>
          </p:cNvSpPr>
          <p:nvPr>
            <p:ph type="body" idx="1"/>
          </p:nvPr>
        </p:nvSpPr>
        <p:spPr>
          <a:xfrm>
            <a:off x="476845" y="1563626"/>
            <a:ext cx="6228755" cy="3922773"/>
          </a:xfrm>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342900" indent="-342900">
              <a:spcBef>
                <a:spcPts val="624"/>
              </a:spcBef>
              <a:spcAft>
                <a:spcPts val="600"/>
              </a:spcAft>
              <a:buSzPct val="100000"/>
              <a:buFont typeface="Arial" panose="020B0604020202020204" pitchFamily="34" charset="0"/>
              <a:buChar char="•"/>
            </a:pPr>
            <a:r>
              <a:rPr lang="en-US" sz="2400" dirty="0">
                <a:solidFill>
                  <a:schemeClr val="tx1"/>
                </a:solidFill>
                <a:latin typeface="Work Sans" pitchFamily="2" charset="0"/>
              </a:rPr>
              <a:t>Has three main components</a:t>
            </a:r>
          </a:p>
          <a:p>
            <a:pPr marL="715963" lvl="1" indent="-357188">
              <a:spcBef>
                <a:spcPts val="624"/>
              </a:spcBef>
              <a:spcAft>
                <a:spcPts val="600"/>
              </a:spcAft>
              <a:buSzPct val="100000"/>
              <a:buFont typeface="Arial" panose="020B0604020202020204" pitchFamily="34" charset="0"/>
              <a:buChar char="–"/>
            </a:pPr>
            <a:r>
              <a:rPr lang="en-US" dirty="0">
                <a:solidFill>
                  <a:schemeClr val="tx1"/>
                </a:solidFill>
                <a:latin typeface="Work Sans" pitchFamily="2" charset="0"/>
              </a:rPr>
              <a:t>Hydraulic pump.</a:t>
            </a:r>
          </a:p>
          <a:p>
            <a:pPr marL="715963" lvl="1" indent="-357188">
              <a:spcBef>
                <a:spcPts val="624"/>
              </a:spcBef>
              <a:spcAft>
                <a:spcPts val="600"/>
              </a:spcAft>
              <a:buSzPct val="100000"/>
              <a:buFont typeface="Arial" panose="020B0604020202020204" pitchFamily="34" charset="0"/>
              <a:buChar char="–"/>
            </a:pPr>
            <a:r>
              <a:rPr lang="en-US" dirty="0">
                <a:solidFill>
                  <a:schemeClr val="tx1"/>
                </a:solidFill>
                <a:latin typeface="Work Sans" pitchFamily="2" charset="0"/>
              </a:rPr>
              <a:t>Wet multi-disc clutch.</a:t>
            </a:r>
          </a:p>
          <a:p>
            <a:pPr marL="715963" lvl="1" indent="-357188">
              <a:spcBef>
                <a:spcPts val="624"/>
              </a:spcBef>
              <a:spcAft>
                <a:spcPts val="600"/>
              </a:spcAft>
              <a:buSzPct val="100000"/>
              <a:buFont typeface="Arial" panose="020B0604020202020204" pitchFamily="34" charset="0"/>
              <a:buChar char="–"/>
            </a:pPr>
            <a:r>
              <a:rPr lang="en-US" dirty="0">
                <a:solidFill>
                  <a:schemeClr val="tx1"/>
                </a:solidFill>
                <a:latin typeface="Work Sans" pitchFamily="2" charset="0"/>
              </a:rPr>
              <a:t>Electronically controlled valve.</a:t>
            </a:r>
          </a:p>
          <a:p>
            <a:pPr marL="342900" indent="-342900">
              <a:spcBef>
                <a:spcPts val="624"/>
              </a:spcBef>
              <a:spcAft>
                <a:spcPts val="600"/>
              </a:spcAft>
              <a:buSzPct val="100000"/>
              <a:buFont typeface="Arial" panose="020B0604020202020204" pitchFamily="34" charset="0"/>
              <a:buChar char="•"/>
            </a:pPr>
            <a:r>
              <a:rPr lang="en-US" sz="2400" dirty="0">
                <a:solidFill>
                  <a:schemeClr val="tx1"/>
                </a:solidFill>
                <a:latin typeface="Work Sans" pitchFamily="2" charset="0"/>
              </a:rPr>
              <a:t>Uses hydraulic pressure to engage the clutches to engage the rear wheels.</a:t>
            </a:r>
          </a:p>
        </p:txBody>
      </p:sp>
      <p:pic>
        <p:nvPicPr>
          <p:cNvPr id="9" name="Picture Placeholder 8" descr="A Haldex clutch assembly. The parts labeled are as follows: control valve (E C U, throttle valve, stepper motor), power supply and CAN communication, feeder pump, companion flange, input shaft, overload protection valve, oil filter, accumulator, check valves, piston, disc spring, annular piston pumps, hub, wet multi-plate clutch, disc drum, check valves, oil pan, and cover.">
            <a:extLst>
              <a:ext uri="{FF2B5EF4-FFF2-40B4-BE49-F238E27FC236}">
                <a16:creationId xmlns:a16="http://schemas.microsoft.com/office/drawing/2014/main" id="{1AE76A4F-4108-BB49-A779-26F8E3E71BCE}"/>
              </a:ext>
            </a:extLst>
          </p:cNvPr>
          <p:cNvPicPr>
            <a:picLocks noGrp="1" noChangeAspect="1"/>
          </p:cNvPicPr>
          <p:nvPr>
            <p:ph type="pic" sz="quarter" idx="12"/>
          </p:nvPr>
        </p:nvPicPr>
        <p:blipFill rotWithShape="1">
          <a:blip r:embed="rId3"/>
          <a:srcRect b="5788"/>
          <a:stretch/>
        </p:blipFill>
        <p:spPr>
          <a:xfrm>
            <a:off x="6400800" y="1791645"/>
            <a:ext cx="5180341" cy="3383798"/>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Torque Vectoring">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Torque Vectoring</a:t>
            </a:r>
          </a:p>
        </p:txBody>
      </p:sp>
      <p:sp>
        <p:nvSpPr>
          <p:cNvPr id="3" name="Content Placeholder 2"/>
          <p:cNvSpPr txBox="1">
            <a:spLocks noGrp="1"/>
          </p:cNvSpPr>
          <p:nvPr>
            <p:ph type="body" idx="1"/>
          </p:nvPr>
        </p:nvSpPr>
        <p:spPr>
          <a:xfrm>
            <a:off x="476845" y="1563626"/>
            <a:ext cx="6990756" cy="3998973"/>
          </a:xfrm>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108000" indent="0">
              <a:spcBef>
                <a:spcPts val="624"/>
              </a:spcBef>
              <a:spcAft>
                <a:spcPts val="600"/>
              </a:spcAft>
              <a:buNone/>
            </a:pPr>
            <a:r>
              <a:rPr lang="en-US" sz="2600" b="1" dirty="0">
                <a:solidFill>
                  <a:schemeClr val="tx1"/>
                </a:solidFill>
                <a:latin typeface="Work Sans" pitchFamily="2" charset="0"/>
              </a:rPr>
              <a:t>44.04 Explain how torque vectoring differentials operate.</a:t>
            </a:r>
            <a:endParaRPr lang="en-US" sz="2600" dirty="0">
              <a:solidFill>
                <a:schemeClr val="tx1"/>
              </a:solidFill>
              <a:latin typeface="Work Sans" pitchFamily="2" charset="0"/>
            </a:endParaRPr>
          </a:p>
          <a:p>
            <a:pPr marL="355600" indent="-3556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Recent addition to AWD systems.</a:t>
            </a:r>
          </a:p>
          <a:p>
            <a:pPr marL="355600" indent="-3556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Can transfer torque front to rear and side to side.</a:t>
            </a:r>
          </a:p>
          <a:p>
            <a:pPr marL="355600" indent="-3556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Improves handling, stability, and safety.</a:t>
            </a:r>
          </a:p>
        </p:txBody>
      </p:sp>
      <p:pic>
        <p:nvPicPr>
          <p:cNvPr id="10" name="Picture Placeholder 9" descr="A Cadillac torque-vectoring rear differential that distributes the torque to the rear wheel to improve the steering.">
            <a:extLst>
              <a:ext uri="{FF2B5EF4-FFF2-40B4-BE49-F238E27FC236}">
                <a16:creationId xmlns:a16="http://schemas.microsoft.com/office/drawing/2014/main" id="{38AC1DC9-1A59-AE26-1A20-7FDB52C2E2EB}"/>
              </a:ext>
            </a:extLst>
          </p:cNvPr>
          <p:cNvPicPr>
            <a:picLocks noGrp="1" noChangeAspect="1"/>
          </p:cNvPicPr>
          <p:nvPr>
            <p:ph type="pic" sz="quarter" idx="12"/>
          </p:nvPr>
        </p:nvPicPr>
        <p:blipFill rotWithShape="1">
          <a:blip r:embed="rId3"/>
          <a:srcRect b="12447"/>
          <a:stretch/>
        </p:blipFill>
        <p:spPr>
          <a:xfrm>
            <a:off x="7252986" y="1801356"/>
            <a:ext cx="4691027" cy="3381551"/>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Active Differential Systems">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Active Differential Systems</a:t>
            </a:r>
          </a:p>
        </p:txBody>
      </p:sp>
      <p:sp>
        <p:nvSpPr>
          <p:cNvPr id="3" name="Content Placeholder 2"/>
          <p:cNvSpPr txBox="1">
            <a:spLocks noGrp="1"/>
          </p:cNvSpPr>
          <p:nvPr>
            <p:ph type="body" idx="1"/>
          </p:nvPr>
        </p:nvSpPr>
        <p:spPr>
          <a:xfrm>
            <a:off x="476845" y="1563626"/>
            <a:ext cx="5619155" cy="3313173"/>
          </a:xfrm>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355600" indent="-3556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Uses planetary gears and electromagnetic clutches.</a:t>
            </a:r>
          </a:p>
          <a:p>
            <a:pPr marL="355600" indent="-3556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Each clutch is electronically controlled.</a:t>
            </a:r>
          </a:p>
          <a:p>
            <a:pPr marL="355600" indent="-3556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Can distribute power from 90/10 front/rear to 50/50 front/rear.</a:t>
            </a:r>
          </a:p>
        </p:txBody>
      </p:sp>
      <p:pic>
        <p:nvPicPr>
          <p:cNvPr id="9" name="Picture Placeholder 8" descr="A typical rear active differential system is used with the active torque vectoring system for a B M W car.">
            <a:extLst>
              <a:ext uri="{FF2B5EF4-FFF2-40B4-BE49-F238E27FC236}">
                <a16:creationId xmlns:a16="http://schemas.microsoft.com/office/drawing/2014/main" id="{EC857232-72A9-887B-C056-4FEE73DC0E03}"/>
              </a:ext>
            </a:extLst>
          </p:cNvPr>
          <p:cNvPicPr>
            <a:picLocks noGrp="1" noChangeAspect="1"/>
          </p:cNvPicPr>
          <p:nvPr>
            <p:ph type="pic" sz="quarter" idx="12"/>
          </p:nvPr>
        </p:nvPicPr>
        <p:blipFill rotWithShape="1">
          <a:blip r:embed="rId3"/>
          <a:srcRect b="12409"/>
          <a:stretch/>
        </p:blipFill>
        <p:spPr>
          <a:xfrm>
            <a:off x="6324600" y="1719657"/>
            <a:ext cx="5122491" cy="3335213"/>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Diagnosing 4WD and&#10;AWD Systems">
    <p:spTree>
      <p:nvGrpSpPr>
        <p:cNvPr id="1" name=""/>
        <p:cNvGrpSpPr/>
        <p:nvPr/>
      </p:nvGrpSpPr>
      <p:grpSpPr>
        <a:xfrm>
          <a:off x="0" y="0"/>
          <a:ext cx="0" cy="0"/>
          <a:chOff x="0" y="0"/>
          <a:chExt cx="0" cy="0"/>
        </a:xfrm>
      </p:grpSpPr>
      <p:sp>
        <p:nvSpPr>
          <p:cNvPr id="4" name="Title 4"/>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Diagnosing 4WD and AWD Systems</a:t>
            </a:r>
          </a:p>
        </p:txBody>
      </p:sp>
      <p:sp>
        <p:nvSpPr>
          <p:cNvPr id="2" name="Content Placeholder 2"/>
          <p:cNvSpPr txBox="1">
            <a:spLocks noGrp="1"/>
          </p:cNvSpPr>
          <p:nvPr>
            <p:ph type="body" idx="1"/>
          </p:nvPr>
        </p:nvSpPr>
        <p:spPr>
          <a:xfrm>
            <a:off x="476845" y="1563626"/>
            <a:ext cx="6304955" cy="3922774"/>
          </a:xfrm>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108000" indent="0">
              <a:spcBef>
                <a:spcPts val="624"/>
              </a:spcBef>
              <a:spcAft>
                <a:spcPts val="600"/>
              </a:spcAft>
              <a:buNone/>
            </a:pPr>
            <a:r>
              <a:rPr lang="en-US" sz="2600" b="1" dirty="0">
                <a:solidFill>
                  <a:schemeClr val="tx1"/>
                </a:solidFill>
                <a:latin typeface="Work Sans" pitchFamily="2" charset="0"/>
              </a:rPr>
              <a:t>44.05 Perform basic diagnosis of four- and all-wheel drive components</a:t>
            </a:r>
            <a:r>
              <a:rPr lang="en-US" sz="2600" dirty="0">
                <a:solidFill>
                  <a:schemeClr val="tx1"/>
                </a:solidFill>
                <a:latin typeface="Work Sans" pitchFamily="2" charset="0"/>
              </a:rPr>
              <a:t>.</a:t>
            </a:r>
          </a:p>
          <a:p>
            <a:pPr marL="355600" indent="-3556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Current systems are computer controlled.</a:t>
            </a:r>
          </a:p>
          <a:p>
            <a:pPr marL="355600" indent="-3556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Faults may set </a:t>
            </a:r>
            <a:r>
              <a:rPr lang="en-US" sz="2600" dirty="0" err="1">
                <a:solidFill>
                  <a:schemeClr val="tx1"/>
                </a:solidFill>
                <a:latin typeface="Work Sans" pitchFamily="2" charset="0"/>
              </a:rPr>
              <a:t>DTCs</a:t>
            </a:r>
            <a:r>
              <a:rPr lang="en-US" sz="2600" dirty="0">
                <a:solidFill>
                  <a:schemeClr val="tx1"/>
                </a:solidFill>
                <a:latin typeface="Work Sans" pitchFamily="2" charset="0"/>
              </a:rPr>
              <a:t>.</a:t>
            </a:r>
          </a:p>
          <a:p>
            <a:pPr marL="355600" indent="-3556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Perform a DTC check and any self-test.</a:t>
            </a:r>
          </a:p>
        </p:txBody>
      </p:sp>
      <p:pic>
        <p:nvPicPr>
          <p:cNvPr id="10" name="Picture Placeholder 9" descr="A screenshot depicts a scan data for a 4-wheel drive system. The header reads, 4 X 4 DATA. The text reads, line 1. BOO blank space OFF; Line 2. C W_Shift_M t r blank space OFF; Line 3. C C W_Shift_M t r Blank space OFF; Line 4. ClutchLock blank space ENGAGED; Line 5. D T C Count blank space 15. The bottom of the screen reads, 1, 2, 3, and 4.">
            <a:extLst>
              <a:ext uri="{FF2B5EF4-FFF2-40B4-BE49-F238E27FC236}">
                <a16:creationId xmlns:a16="http://schemas.microsoft.com/office/drawing/2014/main" id="{1BA25919-2105-46C5-3BD9-DB0B52EBDA9D}"/>
              </a:ext>
            </a:extLst>
          </p:cNvPr>
          <p:cNvPicPr>
            <a:picLocks noGrp="1" noChangeAspect="1"/>
          </p:cNvPicPr>
          <p:nvPr>
            <p:ph type="pic" sz="quarter" idx="12"/>
          </p:nvPr>
        </p:nvPicPr>
        <p:blipFill rotWithShape="1">
          <a:blip r:embed="rId3"/>
          <a:srcRect b="10526"/>
          <a:stretch/>
        </p:blipFill>
        <p:spPr>
          <a:xfrm>
            <a:off x="7010399" y="2392692"/>
            <a:ext cx="4801601" cy="2255508"/>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Basic System Diagnosis">
    <p:spTree>
      <p:nvGrpSpPr>
        <p:cNvPr id="1" name=""/>
        <p:cNvGrpSpPr/>
        <p:nvPr/>
      </p:nvGrpSpPr>
      <p:grpSpPr>
        <a:xfrm>
          <a:off x="0" y="0"/>
          <a:ext cx="0" cy="0"/>
          <a:chOff x="0" y="0"/>
          <a:chExt cx="0" cy="0"/>
        </a:xfrm>
      </p:grpSpPr>
      <p:sp>
        <p:nvSpPr>
          <p:cNvPr id="3" name="Title 3"/>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Basic System Diagnosis</a:t>
            </a:r>
          </a:p>
        </p:txBody>
      </p:sp>
      <p:sp>
        <p:nvSpPr>
          <p:cNvPr id="2" name="Content Placeholder 2"/>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355600" indent="-3556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Make sure the scan tool can communicate with the vehicle by completing the test provided by the scan tool.</a:t>
            </a:r>
          </a:p>
          <a:p>
            <a:pPr marL="355600" indent="-3556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Retrieve and record all DTC.</a:t>
            </a:r>
          </a:p>
          <a:p>
            <a:pPr marL="355600" indent="-3556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Always use the manufacturer’s information when interpreting data.</a:t>
            </a:r>
          </a:p>
          <a:p>
            <a:pPr marL="355600" indent="-3556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Individual inputs should be tested according to the procedures recommended by the manufacturer.</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hift-on-the-Fly Systems">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Shift-on-the-Fly Systems</a:t>
            </a:r>
          </a:p>
        </p:txBody>
      </p:sp>
      <p:sp>
        <p:nvSpPr>
          <p:cNvPr id="3" name="Content Placeholder 2"/>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355600" indent="-3556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Check if the 4WD indicator light turns on when selected.</a:t>
            </a:r>
          </a:p>
          <a:p>
            <a:pPr marL="355600" indent="-3556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A blinking light may indicate fault codes.</a:t>
            </a:r>
          </a:p>
          <a:p>
            <a:pPr marL="355600" indent="-3556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Inoperative systems may have a faulty actuator motor or vacuum solenoid.</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AWD Systems">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AWD Systems</a:t>
            </a:r>
          </a:p>
        </p:txBody>
      </p:sp>
      <p:sp>
        <p:nvSpPr>
          <p:cNvPr id="3" name="Content Placeholder 2"/>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355600" indent="-355600">
              <a:spcBef>
                <a:spcPts val="638"/>
              </a:spcBef>
              <a:buSzPct val="100000"/>
              <a:buFont typeface="Arial" panose="020B0604020202020204" pitchFamily="34" charset="0"/>
              <a:buChar char="•"/>
            </a:pPr>
            <a:r>
              <a:rPr lang="en-US" sz="2600" dirty="0">
                <a:solidFill>
                  <a:schemeClr val="tx1"/>
                </a:solidFill>
                <a:latin typeface="Work Sans" pitchFamily="2" charset="0"/>
              </a:rPr>
              <a:t>Most use a viscous clutch or coupling.</a:t>
            </a:r>
          </a:p>
          <a:p>
            <a:pPr marL="355600" indent="-355600">
              <a:spcBef>
                <a:spcPts val="638"/>
              </a:spcBef>
              <a:buSzPct val="100000"/>
              <a:buFont typeface="Arial" panose="020B0604020202020204" pitchFamily="34" charset="0"/>
              <a:buChar char="•"/>
            </a:pPr>
            <a:r>
              <a:rPr lang="en-US" sz="2600" dirty="0">
                <a:solidFill>
                  <a:schemeClr val="tx1"/>
                </a:solidFill>
                <a:latin typeface="Work Sans" pitchFamily="2" charset="0"/>
              </a:rPr>
              <a:t>Clutch may be tested with a torque bias test.</a:t>
            </a:r>
          </a:p>
          <a:p>
            <a:pPr marL="723900" lvl="1" indent="-368300">
              <a:spcBef>
                <a:spcPts val="638"/>
              </a:spcBef>
              <a:buSzPct val="100000"/>
              <a:buFont typeface="Arial" panose="020B0604020202020204" pitchFamily="34" charset="0"/>
              <a:buChar char="–"/>
            </a:pPr>
            <a:r>
              <a:rPr lang="en-US" dirty="0">
                <a:solidFill>
                  <a:schemeClr val="tx1"/>
                </a:solidFill>
                <a:latin typeface="Work Sans" pitchFamily="2" charset="0"/>
              </a:rPr>
              <a:t>The torque required to turn one wheel off the ground while the other wheel remains on the ground.</a:t>
            </a:r>
          </a:p>
          <a:p>
            <a:pPr marL="355600" indent="-355600" algn="l">
              <a:buSzPct val="100000"/>
              <a:buFont typeface="Arial" panose="020B0604020202020204" pitchFamily="34" charset="0"/>
              <a:buChar char="•"/>
            </a:pPr>
            <a:r>
              <a:rPr lang="en-US" sz="2600" dirty="0">
                <a:solidFill>
                  <a:schemeClr val="tx1"/>
                </a:solidFill>
                <a:latin typeface="Work Sans" pitchFamily="2" charset="0"/>
              </a:rPr>
              <a:t>Problems with AWD systems normally occur with the controls that provide for braking efficiency and AWD in reverse gear.</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Axle Hub Diagnosis">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Axle Hub Diagnosis</a:t>
            </a:r>
          </a:p>
        </p:txBody>
      </p:sp>
      <p:sp>
        <p:nvSpPr>
          <p:cNvPr id="3" name="Content Placeholder 2"/>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355600" indent="-3556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Front hubs may make ratcheting or clicking sounds if contaminated.</a:t>
            </a:r>
          </a:p>
          <a:p>
            <a:pPr marL="355600" indent="-3556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Turn the wheel and engage the locking hub, it should click when engaged.</a:t>
            </a:r>
          </a:p>
          <a:p>
            <a:pPr marL="355600" indent="-3556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Lock the hubs and spin one wheel and the other wheel should also spin.</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Knowledge Check">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Knowledge Check (3 of 3)</a:t>
            </a:r>
          </a:p>
        </p:txBody>
      </p:sp>
      <p:sp>
        <p:nvSpPr>
          <p:cNvPr id="3" name="Content Placeholder 2"/>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0" indent="0">
              <a:spcBef>
                <a:spcPts val="624"/>
              </a:spcBef>
              <a:spcAft>
                <a:spcPts val="600"/>
              </a:spcAft>
              <a:buNone/>
            </a:pPr>
            <a:r>
              <a:rPr lang="en-US" sz="2600" dirty="0">
                <a:solidFill>
                  <a:schemeClr val="tx1"/>
                </a:solidFill>
                <a:latin typeface="Work Sans" pitchFamily="2" charset="0"/>
              </a:rPr>
              <a:t>Technician A says a broken vacuum  hose can cause the 4WD to not engage.</a:t>
            </a:r>
          </a:p>
          <a:p>
            <a:pPr marL="0" indent="0">
              <a:spcBef>
                <a:spcPts val="624"/>
              </a:spcBef>
              <a:spcAft>
                <a:spcPts val="600"/>
              </a:spcAft>
              <a:buNone/>
            </a:pPr>
            <a:r>
              <a:rPr lang="en-US" sz="2600" dirty="0">
                <a:solidFill>
                  <a:schemeClr val="tx1"/>
                </a:solidFill>
                <a:latin typeface="Work Sans" pitchFamily="2" charset="0"/>
              </a:rPr>
              <a:t>Technician B says a faulty locking hub unit may not allow the 4WD to disengage.</a:t>
            </a:r>
          </a:p>
          <a:p>
            <a:pPr marL="0" indent="0">
              <a:spcBef>
                <a:spcPts val="624"/>
              </a:spcBef>
              <a:spcAft>
                <a:spcPts val="600"/>
              </a:spcAft>
              <a:buNone/>
            </a:pPr>
            <a:r>
              <a:rPr lang="en-US" sz="2600" dirty="0">
                <a:solidFill>
                  <a:schemeClr val="tx1"/>
                </a:solidFill>
                <a:latin typeface="Work Sans" pitchFamily="2" charset="0"/>
              </a:rPr>
              <a:t>Who is correct?</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Knowledge Check Answer (3 of 3)</a:t>
            </a:r>
          </a:p>
        </p:txBody>
      </p:sp>
      <p:sp>
        <p:nvSpPr>
          <p:cNvPr id="3" name="Content Placeholder 2"/>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0" indent="0">
              <a:spcBef>
                <a:spcPts val="638"/>
              </a:spcBef>
              <a:buNone/>
            </a:pPr>
            <a:r>
              <a:rPr lang="en-US" sz="2600" dirty="0">
                <a:solidFill>
                  <a:schemeClr val="tx1"/>
                </a:solidFill>
                <a:latin typeface="Work Sans" pitchFamily="2" charset="0"/>
              </a:rPr>
              <a:t>Technician A says a broken vacuum  hose can cause the 4WD to not engage.</a:t>
            </a:r>
          </a:p>
          <a:p>
            <a:pPr marL="0" indent="0">
              <a:spcBef>
                <a:spcPts val="638"/>
              </a:spcBef>
              <a:buNone/>
            </a:pPr>
            <a:r>
              <a:rPr lang="en-US" sz="2600" dirty="0">
                <a:solidFill>
                  <a:schemeClr val="tx1"/>
                </a:solidFill>
                <a:latin typeface="Work Sans" pitchFamily="2" charset="0"/>
              </a:rPr>
              <a:t>Technician B says a faulty locking hub unit may not allow the 4WD to disengage.</a:t>
            </a:r>
          </a:p>
          <a:p>
            <a:pPr marL="0" indent="0">
              <a:spcBef>
                <a:spcPts val="638"/>
              </a:spcBef>
              <a:buNone/>
            </a:pPr>
            <a:r>
              <a:rPr lang="en-US" sz="2600" dirty="0">
                <a:solidFill>
                  <a:schemeClr val="tx1"/>
                </a:solidFill>
                <a:latin typeface="Work Sans" pitchFamily="2" charset="0"/>
              </a:rPr>
              <a:t>Who is correct?</a:t>
            </a:r>
          </a:p>
          <a:p>
            <a:pPr marL="723900" indent="0">
              <a:spcBef>
                <a:spcPts val="638"/>
              </a:spcBef>
              <a:buNone/>
            </a:pPr>
            <a:r>
              <a:rPr lang="en-US" sz="2600" b="1" dirty="0">
                <a:solidFill>
                  <a:schemeClr val="tx1"/>
                </a:solidFill>
                <a:latin typeface="Work Sans" pitchFamily="2" charset="0"/>
              </a:rPr>
              <a:t>Answer: </a:t>
            </a:r>
            <a:r>
              <a:rPr lang="en-US" sz="2600" dirty="0">
                <a:solidFill>
                  <a:schemeClr val="tx1"/>
                </a:solidFill>
                <a:latin typeface="Work Sans" pitchFamily="2" charset="0"/>
              </a:rPr>
              <a:t>Both Technicians A and B</a:t>
            </a:r>
          </a:p>
        </p:txBody>
      </p:sp>
    </p:spTree>
    <p:extLst>
      <p:ext uri="{BB962C8B-B14F-4D97-AF65-F5344CB8AC3E}">
        <p14:creationId xmlns:p14="http://schemas.microsoft.com/office/powerpoint/2010/main" val="150311901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Maintenance">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Maintenance</a:t>
            </a:r>
          </a:p>
        </p:txBody>
      </p:sp>
      <p:sp>
        <p:nvSpPr>
          <p:cNvPr id="3" name="Content Placeholder 2"/>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108000" indent="0">
              <a:spcBef>
                <a:spcPts val="624"/>
              </a:spcBef>
              <a:spcAft>
                <a:spcPts val="600"/>
              </a:spcAft>
              <a:buNone/>
            </a:pPr>
            <a:r>
              <a:rPr lang="en-US" sz="2600" b="1" dirty="0">
                <a:solidFill>
                  <a:schemeClr val="tx1"/>
                </a:solidFill>
                <a:latin typeface="Work Sans" pitchFamily="2" charset="0"/>
              </a:rPr>
              <a:t>44.06 Describe how to service four-wheel-drive  systems and components.</a:t>
            </a:r>
            <a:endParaRPr lang="en-US" sz="2600" dirty="0">
              <a:solidFill>
                <a:schemeClr val="tx1"/>
              </a:solidFill>
              <a:latin typeface="Work Sans" pitchFamily="2" charset="0"/>
            </a:endParaRPr>
          </a:p>
          <a:p>
            <a:pPr marL="355600" indent="-3556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The transfer case and differentials may require special fluids.</a:t>
            </a:r>
          </a:p>
          <a:p>
            <a:pPr marL="355600" indent="-3556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Remove the plug, fluid should be up to the plug hole.</a:t>
            </a:r>
          </a:p>
          <a:p>
            <a:pPr marL="355600" indent="-3556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Vehicles with viscous clutches require special lubricants and periodic servicing.</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Manufacturer Specific Fluid">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Fluid Plugs in a Transfer Case</a:t>
            </a:r>
          </a:p>
        </p:txBody>
      </p:sp>
      <p:pic>
        <p:nvPicPr>
          <p:cNvPr id="9" name="Picture Placeholder 8" descr="A corroded transfer case with rusted fluid plugs on the case.">
            <a:extLst>
              <a:ext uri="{FF2B5EF4-FFF2-40B4-BE49-F238E27FC236}">
                <a16:creationId xmlns:a16="http://schemas.microsoft.com/office/drawing/2014/main" id="{B12F3417-8D0E-85D7-3B4C-E4D322121CEE}"/>
              </a:ext>
            </a:extLst>
          </p:cNvPr>
          <p:cNvPicPr>
            <a:picLocks noGrp="1" noChangeAspect="1"/>
          </p:cNvPicPr>
          <p:nvPr>
            <p:ph type="pic" sz="quarter" idx="12"/>
          </p:nvPr>
        </p:nvPicPr>
        <p:blipFill rotWithShape="1">
          <a:blip r:embed="rId3"/>
          <a:srcRect b="8823"/>
          <a:stretch/>
        </p:blipFill>
        <p:spPr>
          <a:xfrm>
            <a:off x="3092738" y="1718164"/>
            <a:ext cx="6006524" cy="3824474"/>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Transfer Case Service">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Transfer Case Service</a:t>
            </a:r>
          </a:p>
        </p:txBody>
      </p:sp>
      <p:sp>
        <p:nvSpPr>
          <p:cNvPr id="3" name="Content Placeholder 2"/>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355600" indent="-3556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Follow manufacturer’s service procedures.</a:t>
            </a:r>
          </a:p>
          <a:p>
            <a:pPr marL="355600" indent="-3556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Mark drive shaft positions.</a:t>
            </a:r>
          </a:p>
          <a:p>
            <a:pPr marL="355600" indent="-3556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Inspect for oil leaks.</a:t>
            </a:r>
          </a:p>
          <a:p>
            <a:pPr marL="355600" indent="-3556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Inspect all parts for wear and damage.</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Front Axles and Hubs">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Front Axles and Hubs</a:t>
            </a:r>
          </a:p>
        </p:txBody>
      </p:sp>
      <p:sp>
        <p:nvSpPr>
          <p:cNvPr id="3" name="Content Placeholder 2"/>
          <p:cNvSpPr txBox="1">
            <a:spLocks noGrp="1"/>
          </p:cNvSpPr>
          <p:nvPr>
            <p:ph type="body" idx="1"/>
          </p:nvPr>
        </p:nvSpPr>
        <p:spPr>
          <a:xfrm>
            <a:off x="476845" y="1563627"/>
            <a:ext cx="6304956" cy="2551174"/>
          </a:xfrm>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355600" indent="-3556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Removing front axles and hubs often requires special procedures.</a:t>
            </a:r>
          </a:p>
          <a:p>
            <a:pPr marL="355600" indent="-3556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Refer to the manufacturers service information.</a:t>
            </a:r>
          </a:p>
        </p:txBody>
      </p:sp>
      <p:pic>
        <p:nvPicPr>
          <p:cNvPr id="9" name="Picture Placeholder 8" descr="A setup depicts the hub and driveshaft while the manual locking hubs are serviced.">
            <a:extLst>
              <a:ext uri="{FF2B5EF4-FFF2-40B4-BE49-F238E27FC236}">
                <a16:creationId xmlns:a16="http://schemas.microsoft.com/office/drawing/2014/main" id="{22951093-9356-3C11-5CA1-3702AAE2DCBC}"/>
              </a:ext>
            </a:extLst>
          </p:cNvPr>
          <p:cNvPicPr>
            <a:picLocks noGrp="1" noChangeAspect="1"/>
          </p:cNvPicPr>
          <p:nvPr>
            <p:ph type="pic" sz="quarter" idx="12"/>
          </p:nvPr>
        </p:nvPicPr>
        <p:blipFill rotWithShape="1">
          <a:blip r:embed="rId3"/>
          <a:srcRect b="7681"/>
          <a:stretch/>
        </p:blipFill>
        <p:spPr>
          <a:xfrm>
            <a:off x="7467600" y="1597138"/>
            <a:ext cx="3873804" cy="4422662"/>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Wheel Bearings">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t>Wheel Bearings</a:t>
            </a:r>
          </a:p>
        </p:txBody>
      </p:sp>
      <p:sp>
        <p:nvSpPr>
          <p:cNvPr id="3" name="Content Placeholder 2"/>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355600" indent="-3556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The front wheel bearings should be disassembled, cleaned, inspected, and lubricated regularly.</a:t>
            </a:r>
          </a:p>
          <a:p>
            <a:pPr marL="355600" indent="-3556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The correct bearing grease must be used.</a:t>
            </a:r>
          </a:p>
          <a:p>
            <a:pPr marL="355600" indent="-355600">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Wheel bearing adjustment is critical for proper operation.</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F6BB30-AE78-C4E3-4F80-BABFF60887DC}"/>
              </a:ext>
            </a:extLst>
          </p:cNvPr>
          <p:cNvSpPr>
            <a:spLocks noGrp="1"/>
          </p:cNvSpPr>
          <p:nvPr>
            <p:ph type="title"/>
          </p:nvPr>
        </p:nvSpPr>
        <p:spPr/>
        <p:txBody>
          <a:bodyPr/>
          <a:lstStyle/>
          <a:p>
            <a:r>
              <a:rPr lang="en-US" dirty="0"/>
              <a:t>Chapter Reflection</a:t>
            </a:r>
          </a:p>
        </p:txBody>
      </p:sp>
      <p:sp>
        <p:nvSpPr>
          <p:cNvPr id="3" name="Text Placeholder 2">
            <a:extLst>
              <a:ext uri="{FF2B5EF4-FFF2-40B4-BE49-F238E27FC236}">
                <a16:creationId xmlns:a16="http://schemas.microsoft.com/office/drawing/2014/main" id="{0BE51107-0DC8-2444-E34F-83523A6449DA}"/>
              </a:ext>
            </a:extLst>
          </p:cNvPr>
          <p:cNvSpPr>
            <a:spLocks noGrp="1"/>
          </p:cNvSpPr>
          <p:nvPr>
            <p:ph type="body" idx="1"/>
          </p:nvPr>
        </p:nvSpPr>
        <p:spPr/>
        <p:txBody>
          <a:bodyPr/>
          <a:lstStyle/>
          <a:p>
            <a:pPr marL="355600" indent="-355600">
              <a:spcBef>
                <a:spcPts val="0"/>
              </a:spcBef>
            </a:pPr>
            <a:r>
              <a:rPr lang="en-US" sz="2600" dirty="0">
                <a:solidFill>
                  <a:schemeClr val="tx1"/>
                </a:solidFill>
                <a:latin typeface="Work Sans" pitchFamily="2" charset="0"/>
              </a:rPr>
              <a:t>Describe the concept from this chapter that challenged you the most. Describe what made the concept difficult for you and the steps you took to improve your understanding</a:t>
            </a:r>
            <a:r>
              <a:rPr lang="en-US" dirty="0">
                <a:solidFill>
                  <a:schemeClr val="tx1"/>
                </a:solidFill>
                <a:latin typeface="Work Sans" pitchFamily="2" charset="0"/>
              </a:rPr>
              <a:t>.</a:t>
            </a:r>
            <a:endParaRPr lang="en-US" sz="2600" dirty="0">
              <a:solidFill>
                <a:schemeClr val="tx1"/>
              </a:solidFill>
              <a:latin typeface="Work Sans" pitchFamily="2" charset="0"/>
            </a:endParaRPr>
          </a:p>
          <a:p>
            <a:pPr marL="355600" indent="-355600">
              <a:spcAft>
                <a:spcPts val="1800"/>
              </a:spcAft>
            </a:pPr>
            <a:r>
              <a:rPr lang="en-US" sz="2600" dirty="0">
                <a:solidFill>
                  <a:schemeClr val="tx1"/>
                </a:solidFill>
                <a:latin typeface="Work Sans" pitchFamily="2" charset="0"/>
              </a:rPr>
              <a:t>How could you help another learner who was struggling with the same concept.</a:t>
            </a:r>
          </a:p>
          <a:p>
            <a:pPr marL="152400" indent="0">
              <a:spcBef>
                <a:spcPts val="0"/>
              </a:spcBef>
              <a:buNone/>
            </a:pPr>
            <a:r>
              <a:rPr lang="en-US" sz="2600" dirty="0">
                <a:solidFill>
                  <a:schemeClr val="tx1"/>
                </a:solidFill>
                <a:latin typeface="Work Sans" pitchFamily="2" charset="0"/>
              </a:rPr>
              <a:t>Use 100–150 words in your answer.</a:t>
            </a:r>
          </a:p>
        </p:txBody>
      </p:sp>
    </p:spTree>
    <p:extLst>
      <p:ext uri="{BB962C8B-B14F-4D97-AF65-F5344CB8AC3E}">
        <p14:creationId xmlns:p14="http://schemas.microsoft.com/office/powerpoint/2010/main" val="946391503"/>
      </p:ext>
    </p:extLst>
  </p:cSld>
  <p:clrMapOvr>
    <a:masterClrMapping/>
  </p:clrMapOvr>
</p:sld>
</file>

<file path=ppt/theme/theme1.xml><?xml version="1.0" encoding="utf-8"?>
<a:theme xmlns:a="http://schemas.openxmlformats.org/drawingml/2006/main" name="Theme3">
  <a:themeElements>
    <a:clrScheme name="Cengage New">
      <a:dk1>
        <a:srgbClr val="282F7C"/>
      </a:dk1>
      <a:lt1>
        <a:srgbClr val="FFFFFF"/>
      </a:lt1>
      <a:dk2>
        <a:srgbClr val="3841B0"/>
      </a:dk2>
      <a:lt2>
        <a:srgbClr val="F5F5F5"/>
      </a:lt2>
      <a:accent1>
        <a:srgbClr val="282F7C"/>
      </a:accent1>
      <a:accent2>
        <a:srgbClr val="FEE349"/>
      </a:accent2>
      <a:accent3>
        <a:srgbClr val="CDDEFF"/>
      </a:accent3>
      <a:accent4>
        <a:srgbClr val="F5F5F5"/>
      </a:accent4>
      <a:accent5>
        <a:srgbClr val="A3A1A3"/>
      </a:accent5>
      <a:accent6>
        <a:srgbClr val="454545"/>
      </a:accent6>
      <a:hlink>
        <a:srgbClr val="3841B0"/>
      </a:hlink>
      <a:folHlink>
        <a:srgbClr val="6900B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Theme3" id="{D9E01E5A-49F8-4B50-8D93-9ECCB43EC13E}" vid="{30B6B27D-277C-4F37-A5BA-236F8C07DB0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Theme3</Template>
  <TotalTime>1710</TotalTime>
  <Words>1437</Words>
  <Application>Microsoft Office PowerPoint</Application>
  <PresentationFormat>Widescreen</PresentationFormat>
  <Paragraphs>164</Paragraphs>
  <Slides>41</Slides>
  <Notes>36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41</vt:i4>
      </vt:variant>
    </vt:vector>
  </HeadingPairs>
  <TitlesOfParts>
    <vt:vector size="46" baseType="lpstr">
      <vt:lpstr>Arial</vt:lpstr>
      <vt:lpstr>Calibri</vt:lpstr>
      <vt:lpstr>Times New Roman</vt:lpstr>
      <vt:lpstr>Work Sans</vt:lpstr>
      <vt:lpstr>Theme3</vt:lpstr>
      <vt:lpstr>Automotive Technology: A Systems Approach, 8e</vt:lpstr>
      <vt:lpstr>Chapter Objectives (1 of 2)</vt:lpstr>
      <vt:lpstr>Chapter Objectives (2 of 2)</vt:lpstr>
      <vt:lpstr>Four-Wheel Drive (4WD) and All-Wheel Drive (AWD)</vt:lpstr>
      <vt:lpstr>Types of Four-Wheel Drives</vt:lpstr>
      <vt:lpstr>Modern Transfer Case</vt:lpstr>
      <vt:lpstr>Part-Time 4WD</vt:lpstr>
      <vt:lpstr>Shifting</vt:lpstr>
      <vt:lpstr>Full-Time 4WD</vt:lpstr>
      <vt:lpstr>Example of Full-Time 4WD</vt:lpstr>
      <vt:lpstr>All-Wheel Drive (AWD) Systems</vt:lpstr>
      <vt:lpstr>Full-Time AWD</vt:lpstr>
      <vt:lpstr>Typical AWD Vehicle</vt:lpstr>
      <vt:lpstr>AWD Hybrids</vt:lpstr>
      <vt:lpstr>Knowledge Check (1 of 3)</vt:lpstr>
      <vt:lpstr>Knowledge Check Answer (1 of 3)</vt:lpstr>
      <vt:lpstr>4WD Drivelines</vt:lpstr>
      <vt:lpstr>Transfer Case Designs</vt:lpstr>
      <vt:lpstr>Power Transfer (Takeoff) Units</vt:lpstr>
      <vt:lpstr>Locking Hubs</vt:lpstr>
      <vt:lpstr>Interaxle Differentials</vt:lpstr>
      <vt:lpstr>Viscous Clutches or Couplings</vt:lpstr>
      <vt:lpstr>Viscous Clutch</vt:lpstr>
      <vt:lpstr>Knowledge Check (2 of 3)</vt:lpstr>
      <vt:lpstr>Knowledge Check Answer (2 of 3)</vt:lpstr>
      <vt:lpstr>Haldex Clutch</vt:lpstr>
      <vt:lpstr>Torque Vectoring</vt:lpstr>
      <vt:lpstr>Active Differential Systems</vt:lpstr>
      <vt:lpstr>Diagnosing 4WD and AWD Systems</vt:lpstr>
      <vt:lpstr>Basic System Diagnosis</vt:lpstr>
      <vt:lpstr>Shift-on-the-Fly Systems</vt:lpstr>
      <vt:lpstr>AWD Systems</vt:lpstr>
      <vt:lpstr>Axle Hub Diagnosis</vt:lpstr>
      <vt:lpstr>Knowledge Check (3 of 3)</vt:lpstr>
      <vt:lpstr>Knowledge Check Answer (3 of 3)</vt:lpstr>
      <vt:lpstr>Maintenance</vt:lpstr>
      <vt:lpstr>Fluid Plugs in a Transfer Case</vt:lpstr>
      <vt:lpstr>Transfer Case Service</vt:lpstr>
      <vt:lpstr>Front Axles and Hubs</vt:lpstr>
      <vt:lpstr>Wheel Bearings</vt:lpstr>
      <vt:lpstr>Chapter Reflection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44</dc:title>
  <dc:creator>Radhika.M</dc:creator>
  <cp:lastModifiedBy>DiCaterino, Kara</cp:lastModifiedBy>
  <cp:revision>126</cp:revision>
  <dcterms:modified xsi:type="dcterms:W3CDTF">2024-12-04T16:25:49Z</dcterms:modified>
</cp:coreProperties>
</file>